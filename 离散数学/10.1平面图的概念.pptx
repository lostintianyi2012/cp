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80177" y="472249"/>
            <a:ext cx="478364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6740" y="1691132"/>
            <a:ext cx="8089265" cy="2660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251" y="2491549"/>
            <a:ext cx="563626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>
                <a:solidFill>
                  <a:srgbClr val="C00000"/>
                </a:solidFill>
              </a:rPr>
              <a:t>单</a:t>
            </a:r>
            <a:r>
              <a:rPr dirty="0" spc="-40">
                <a:solidFill>
                  <a:srgbClr val="C00000"/>
                </a:solidFill>
              </a:rPr>
              <a:t>元</a:t>
            </a:r>
            <a:r>
              <a:rPr dirty="0">
                <a:solidFill>
                  <a:srgbClr val="C00000"/>
                </a:solidFill>
                <a:latin typeface="Calibri"/>
                <a:cs typeface="Calibri"/>
              </a:rPr>
              <a:t>10.1</a:t>
            </a:r>
            <a:r>
              <a:rPr dirty="0" spc="1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40">
                <a:solidFill>
                  <a:srgbClr val="C00000"/>
                </a:solidFill>
              </a:rPr>
              <a:t>平</a:t>
            </a:r>
            <a:r>
              <a:rPr dirty="0" spc="-40">
                <a:solidFill>
                  <a:srgbClr val="C00000"/>
                </a:solidFill>
              </a:rPr>
              <a:t>面</a:t>
            </a:r>
            <a:r>
              <a:rPr dirty="0" spc="-40">
                <a:solidFill>
                  <a:srgbClr val="C00000"/>
                </a:solidFill>
              </a:rPr>
              <a:t>图</a:t>
            </a:r>
            <a:r>
              <a:rPr dirty="0" spc="-40">
                <a:solidFill>
                  <a:srgbClr val="C00000"/>
                </a:solidFill>
              </a:rPr>
              <a:t>的</a:t>
            </a:r>
            <a:r>
              <a:rPr dirty="0" spc="-40">
                <a:solidFill>
                  <a:srgbClr val="C00000"/>
                </a:solidFill>
              </a:rPr>
              <a:t>概</a:t>
            </a:r>
            <a:r>
              <a:rPr dirty="0" spc="-50">
                <a:solidFill>
                  <a:srgbClr val="C00000"/>
                </a:solidFill>
              </a:rPr>
              <a:t>念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42902" y="4044188"/>
            <a:ext cx="4858385" cy="1177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75840" algn="l"/>
              </a:tabLst>
            </a:pP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第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二</a:t>
            </a:r>
            <a:r>
              <a:rPr dirty="0" sz="2800" spc="615">
                <a:solidFill>
                  <a:srgbClr val="888888"/>
                </a:solidFill>
                <a:latin typeface="宋体"/>
                <a:cs typeface="宋体"/>
              </a:rPr>
              <a:t>编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图</a:t>
            </a:r>
            <a:r>
              <a:rPr dirty="0" sz="2800" spc="-50">
                <a:solidFill>
                  <a:srgbClr val="888888"/>
                </a:solidFill>
                <a:latin typeface="宋体"/>
                <a:cs typeface="宋体"/>
              </a:rPr>
              <a:t>论</a:t>
            </a:r>
            <a:r>
              <a:rPr dirty="0" sz="2800">
                <a:solidFill>
                  <a:srgbClr val="888888"/>
                </a:solidFill>
                <a:latin typeface="宋体"/>
                <a:cs typeface="宋体"/>
              </a:rPr>
              <a:t>	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第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十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一</a:t>
            </a:r>
            <a:r>
              <a:rPr dirty="0" sz="2800" spc="625">
                <a:solidFill>
                  <a:srgbClr val="888888"/>
                </a:solidFill>
                <a:latin typeface="宋体"/>
                <a:cs typeface="宋体"/>
              </a:rPr>
              <a:t>章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平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面</a:t>
            </a:r>
            <a:r>
              <a:rPr dirty="0" sz="2800" spc="-50">
                <a:solidFill>
                  <a:srgbClr val="888888"/>
                </a:solidFill>
                <a:latin typeface="宋体"/>
                <a:cs typeface="宋体"/>
              </a:rPr>
              <a:t>图</a:t>
            </a:r>
            <a:endParaRPr sz="2800">
              <a:latin typeface="宋体"/>
              <a:cs typeface="宋体"/>
            </a:endParaRPr>
          </a:p>
          <a:p>
            <a:pPr marL="651510">
              <a:lnSpc>
                <a:spcPct val="100000"/>
              </a:lnSpc>
              <a:spcBef>
                <a:spcPts val="2350"/>
              </a:spcBef>
            </a:pPr>
            <a:r>
              <a:rPr dirty="0" sz="2800">
                <a:solidFill>
                  <a:srgbClr val="888888"/>
                </a:solidFill>
                <a:latin typeface="Calibri"/>
                <a:cs typeface="Calibri"/>
              </a:rPr>
              <a:t>11.1</a:t>
            </a:r>
            <a:r>
              <a:rPr dirty="0" sz="2800" spc="2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平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面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图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的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基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本</a:t>
            </a:r>
            <a:r>
              <a:rPr dirty="0" sz="2800" spc="-35">
                <a:solidFill>
                  <a:srgbClr val="888888"/>
                </a:solidFill>
                <a:latin typeface="宋体"/>
                <a:cs typeface="宋体"/>
              </a:rPr>
              <a:t>概</a:t>
            </a:r>
            <a:r>
              <a:rPr dirty="0" sz="2800" spc="-50">
                <a:solidFill>
                  <a:srgbClr val="888888"/>
                </a:solidFill>
                <a:latin typeface="宋体"/>
                <a:cs typeface="宋体"/>
              </a:rPr>
              <a:t>念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746" y="472249"/>
            <a:ext cx="226949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>
                <a:solidFill>
                  <a:srgbClr val="C00000"/>
                </a:solidFill>
              </a:rPr>
              <a:t>内</a:t>
            </a:r>
            <a:r>
              <a:rPr dirty="0" spc="-40">
                <a:solidFill>
                  <a:srgbClr val="C00000"/>
                </a:solidFill>
              </a:rPr>
              <a:t>容</a:t>
            </a:r>
            <a:r>
              <a:rPr dirty="0" spc="-40">
                <a:solidFill>
                  <a:srgbClr val="C00000"/>
                </a:solidFill>
              </a:rPr>
              <a:t>提</a:t>
            </a:r>
            <a:r>
              <a:rPr dirty="0" spc="-50">
                <a:solidFill>
                  <a:srgbClr val="C00000"/>
                </a:solidFill>
              </a:rPr>
              <a:t>要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101088" y="1573304"/>
            <a:ext cx="4318635" cy="120205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algn="ctr" marL="621665">
              <a:lnSpc>
                <a:spcPct val="100000"/>
              </a:lnSpc>
              <a:spcBef>
                <a:spcPts val="680"/>
              </a:spcBef>
              <a:tabLst>
                <a:tab pos="2916555" algn="l"/>
              </a:tabLst>
            </a:pPr>
            <a:r>
              <a:rPr dirty="0" sz="3600" spc="-35" b="1">
                <a:latin typeface="黑体"/>
                <a:cs typeface="黑体"/>
              </a:rPr>
              <a:t>第</a:t>
            </a:r>
            <a:r>
              <a:rPr dirty="0" sz="3600" spc="-35" b="1">
                <a:latin typeface="黑体"/>
                <a:cs typeface="黑体"/>
              </a:rPr>
              <a:t>十</a:t>
            </a:r>
            <a:r>
              <a:rPr dirty="0" sz="3600" spc="-35" b="1">
                <a:latin typeface="黑体"/>
                <a:cs typeface="黑体"/>
              </a:rPr>
              <a:t>一</a:t>
            </a:r>
            <a:r>
              <a:rPr dirty="0" sz="3600" spc="-50" b="1">
                <a:latin typeface="黑体"/>
                <a:cs typeface="黑体"/>
              </a:rPr>
              <a:t>章</a:t>
            </a:r>
            <a:r>
              <a:rPr dirty="0" sz="3600" b="1">
                <a:latin typeface="黑体"/>
                <a:cs typeface="黑体"/>
              </a:rPr>
              <a:t>	</a:t>
            </a:r>
            <a:r>
              <a:rPr dirty="0" sz="3600" spc="-35" b="1">
                <a:latin typeface="黑体"/>
                <a:cs typeface="黑体"/>
              </a:rPr>
              <a:t>平</a:t>
            </a:r>
            <a:r>
              <a:rPr dirty="0" sz="3600" spc="-35" b="1">
                <a:latin typeface="黑体"/>
                <a:cs typeface="黑体"/>
              </a:rPr>
              <a:t>面</a:t>
            </a:r>
            <a:r>
              <a:rPr dirty="0" sz="3600" spc="-50" b="1">
                <a:latin typeface="黑体"/>
                <a:cs typeface="黑体"/>
              </a:rPr>
              <a:t>图</a:t>
            </a:r>
            <a:endParaRPr sz="36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tabLst>
                <a:tab pos="923925" algn="l"/>
              </a:tabLst>
            </a:pPr>
            <a:r>
              <a:rPr dirty="0" sz="3200" spc="-20" b="1">
                <a:latin typeface="Calibri"/>
                <a:cs typeface="Calibri"/>
              </a:rPr>
              <a:t>11.1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图</a:t>
            </a:r>
            <a:r>
              <a:rPr dirty="0" sz="3200" spc="-30" b="1">
                <a:latin typeface="宋体"/>
                <a:cs typeface="宋体"/>
              </a:rPr>
              <a:t>的</a:t>
            </a:r>
            <a:r>
              <a:rPr dirty="0" sz="3200" spc="-30" b="1">
                <a:latin typeface="宋体"/>
                <a:cs typeface="宋体"/>
              </a:rPr>
              <a:t>基</a:t>
            </a:r>
            <a:r>
              <a:rPr dirty="0" sz="3200" spc="-30" b="1">
                <a:latin typeface="宋体"/>
                <a:cs typeface="宋体"/>
              </a:rPr>
              <a:t>本</a:t>
            </a:r>
            <a:r>
              <a:rPr dirty="0" sz="3200" spc="-30" b="1">
                <a:latin typeface="宋体"/>
                <a:cs typeface="宋体"/>
              </a:rPr>
              <a:t>概</a:t>
            </a:r>
            <a:r>
              <a:rPr dirty="0" sz="3200" spc="-50" b="1">
                <a:latin typeface="宋体"/>
                <a:cs typeface="宋体"/>
              </a:rPr>
              <a:t>念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0882" y="472249"/>
            <a:ext cx="6703059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四</a:t>
            </a:r>
            <a:r>
              <a:rPr dirty="0" spc="-40"/>
              <a:t>色</a:t>
            </a:r>
            <a:r>
              <a:rPr dirty="0" spc="-40"/>
              <a:t>问</a:t>
            </a:r>
            <a:r>
              <a:rPr dirty="0" spc="-45"/>
              <a:t>题</a:t>
            </a:r>
            <a:r>
              <a:rPr dirty="0">
                <a:latin typeface="Calibri"/>
                <a:cs typeface="Calibri"/>
              </a:rPr>
              <a:t>(</a:t>
            </a:r>
            <a:r>
              <a:rPr dirty="0" sz="4000">
                <a:latin typeface="Calibri"/>
                <a:cs typeface="Calibri"/>
              </a:rPr>
              <a:t>Four</a:t>
            </a:r>
            <a:r>
              <a:rPr dirty="0" sz="4000" spc="-110">
                <a:latin typeface="Calibri"/>
                <a:cs typeface="Calibri"/>
              </a:rPr>
              <a:t> </a:t>
            </a:r>
            <a:r>
              <a:rPr dirty="0" sz="4000">
                <a:latin typeface="Calibri"/>
                <a:cs typeface="Calibri"/>
              </a:rPr>
              <a:t>Color</a:t>
            </a:r>
            <a:r>
              <a:rPr dirty="0" sz="4000" spc="-105">
                <a:latin typeface="Calibri"/>
                <a:cs typeface="Calibri"/>
              </a:rPr>
              <a:t> </a:t>
            </a:r>
            <a:r>
              <a:rPr dirty="0" sz="4000" spc="-10">
                <a:latin typeface="Calibri"/>
                <a:cs typeface="Calibri"/>
              </a:rPr>
              <a:t>Problem</a:t>
            </a:r>
            <a:r>
              <a:rPr dirty="0" spc="-10">
                <a:latin typeface="Calibri"/>
                <a:cs typeface="Calibri"/>
              </a:rPr>
              <a:t>)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4000"/>
            <a:ext cx="7315199" cy="4952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746" y="472249"/>
            <a:ext cx="226949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四</a:t>
            </a:r>
            <a:r>
              <a:rPr dirty="0" spc="-40"/>
              <a:t>色</a:t>
            </a:r>
            <a:r>
              <a:rPr dirty="0" spc="-40"/>
              <a:t>问</a:t>
            </a:r>
            <a:r>
              <a:rPr dirty="0" spc="-50"/>
              <a:t>题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5324" y="2182368"/>
            <a:ext cx="5657074" cy="35326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6746" y="472249"/>
            <a:ext cx="226949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四</a:t>
            </a:r>
            <a:r>
              <a:rPr dirty="0" spc="-40"/>
              <a:t>色</a:t>
            </a:r>
            <a:r>
              <a:rPr dirty="0" spc="-40"/>
              <a:t>问</a:t>
            </a:r>
            <a:r>
              <a:rPr dirty="0" spc="-50"/>
              <a:t>题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07491" y="2182368"/>
            <a:ext cx="7265034" cy="3990340"/>
            <a:chOff x="507491" y="2182368"/>
            <a:chExt cx="7265034" cy="39903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5324" y="2182368"/>
              <a:ext cx="5657074" cy="3532631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1837" y="3805237"/>
              <a:ext cx="161925" cy="1619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9437" y="3119437"/>
              <a:ext cx="161925" cy="16192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2837" y="2814637"/>
              <a:ext cx="161925" cy="161925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9037" y="3271837"/>
              <a:ext cx="161925" cy="16192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4837" y="3195637"/>
              <a:ext cx="161925" cy="16192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4837" y="2814637"/>
              <a:ext cx="161925" cy="16192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4837" y="3576637"/>
              <a:ext cx="161925" cy="161925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1037" y="3957637"/>
              <a:ext cx="161925" cy="16192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5237" y="3881437"/>
              <a:ext cx="161925" cy="161925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3733799" y="28956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 h="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495800" y="2895600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w="0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733799" y="2895600"/>
              <a:ext cx="76200" cy="457200"/>
            </a:xfrm>
            <a:custGeom>
              <a:avLst/>
              <a:gdLst/>
              <a:ahLst/>
              <a:cxnLst/>
              <a:rect l="l" t="t" r="r" b="b"/>
              <a:pathLst>
                <a:path w="76200" h="457200">
                  <a:moveTo>
                    <a:pt x="0" y="0"/>
                  </a:moveTo>
                  <a:lnTo>
                    <a:pt x="76200" y="457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810000" y="32766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0" y="76200"/>
                  </a:moveTo>
                  <a:lnTo>
                    <a:pt x="685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00399" y="3200400"/>
              <a:ext cx="609600" cy="152400"/>
            </a:xfrm>
            <a:custGeom>
              <a:avLst/>
              <a:gdLst/>
              <a:ahLst/>
              <a:cxnLst/>
              <a:rect l="l" t="t" r="r" b="b"/>
              <a:pathLst>
                <a:path w="609600" h="152400">
                  <a:moveTo>
                    <a:pt x="0" y="0"/>
                  </a:moveTo>
                  <a:lnTo>
                    <a:pt x="609600" y="152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352799" y="3352800"/>
              <a:ext cx="1066800" cy="609600"/>
            </a:xfrm>
            <a:custGeom>
              <a:avLst/>
              <a:gdLst/>
              <a:ahLst/>
              <a:cxnLst/>
              <a:rect l="l" t="t" r="r" b="b"/>
              <a:pathLst>
                <a:path w="1066800" h="609600">
                  <a:moveTo>
                    <a:pt x="457200" y="0"/>
                  </a:moveTo>
                  <a:lnTo>
                    <a:pt x="0" y="533400"/>
                  </a:lnTo>
                </a:path>
                <a:path w="1066800" h="609600">
                  <a:moveTo>
                    <a:pt x="457200" y="0"/>
                  </a:moveTo>
                  <a:lnTo>
                    <a:pt x="533400" y="609600"/>
                  </a:lnTo>
                </a:path>
                <a:path w="1066800" h="609600">
                  <a:moveTo>
                    <a:pt x="457200" y="0"/>
                  </a:moveTo>
                  <a:lnTo>
                    <a:pt x="1066800" y="304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886200" y="3962400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0" y="0"/>
                  </a:moveTo>
                  <a:lnTo>
                    <a:pt x="685800" y="76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200399" y="3200400"/>
              <a:ext cx="152400" cy="685800"/>
            </a:xfrm>
            <a:custGeom>
              <a:avLst/>
              <a:gdLst/>
              <a:ahLst/>
              <a:cxnLst/>
              <a:rect l="l" t="t" r="r" b="b"/>
              <a:pathLst>
                <a:path w="152400" h="685800">
                  <a:moveTo>
                    <a:pt x="0" y="0"/>
                  </a:moveTo>
                  <a:lnTo>
                    <a:pt x="152400" y="685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495800" y="3657600"/>
              <a:ext cx="76200" cy="381000"/>
            </a:xfrm>
            <a:custGeom>
              <a:avLst/>
              <a:gdLst/>
              <a:ahLst/>
              <a:cxnLst/>
              <a:rect l="l" t="t" r="r" b="b"/>
              <a:pathLst>
                <a:path w="76200" h="381000">
                  <a:moveTo>
                    <a:pt x="0" y="0"/>
                  </a:moveTo>
                  <a:lnTo>
                    <a:pt x="76200" y="381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495800" y="3352800"/>
              <a:ext cx="0" cy="304800"/>
            </a:xfrm>
            <a:custGeom>
              <a:avLst/>
              <a:gdLst/>
              <a:ahLst/>
              <a:cxnLst/>
              <a:rect l="l" t="t" r="r" b="b"/>
              <a:pathLst>
                <a:path w="0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352799" y="3886200"/>
              <a:ext cx="457200" cy="76200"/>
            </a:xfrm>
            <a:custGeom>
              <a:avLst/>
              <a:gdLst/>
              <a:ahLst/>
              <a:cxnLst/>
              <a:rect l="l" t="t" r="r" b="b"/>
              <a:pathLst>
                <a:path w="457200" h="76200">
                  <a:moveTo>
                    <a:pt x="0" y="0"/>
                  </a:moveTo>
                  <a:lnTo>
                    <a:pt x="457200" y="762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200399" y="2895600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2237" y="2586037"/>
              <a:ext cx="161925" cy="161925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6037" y="2967037"/>
              <a:ext cx="161925" cy="161925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666999" y="2667000"/>
              <a:ext cx="76200" cy="381000"/>
            </a:xfrm>
            <a:custGeom>
              <a:avLst/>
              <a:gdLst/>
              <a:ahLst/>
              <a:cxnLst/>
              <a:rect l="l" t="t" r="r" b="b"/>
              <a:pathLst>
                <a:path w="76200" h="381000">
                  <a:moveTo>
                    <a:pt x="76200" y="0"/>
                  </a:moveTo>
                  <a:lnTo>
                    <a:pt x="0" y="3810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666999" y="3048000"/>
              <a:ext cx="533400" cy="152400"/>
            </a:xfrm>
            <a:custGeom>
              <a:avLst/>
              <a:gdLst/>
              <a:ahLst/>
              <a:cxnLst/>
              <a:rect l="l" t="t" r="r" b="b"/>
              <a:pathLst>
                <a:path w="533400" h="152400">
                  <a:moveTo>
                    <a:pt x="0" y="0"/>
                  </a:moveTo>
                  <a:lnTo>
                    <a:pt x="533400" y="152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743199" y="2667000"/>
              <a:ext cx="457200" cy="533400"/>
            </a:xfrm>
            <a:custGeom>
              <a:avLst/>
              <a:gdLst/>
              <a:ahLst/>
              <a:cxnLst/>
              <a:rect l="l" t="t" r="r" b="b"/>
              <a:pathLst>
                <a:path w="457200" h="533400">
                  <a:moveTo>
                    <a:pt x="0" y="0"/>
                  </a:moveTo>
                  <a:lnTo>
                    <a:pt x="457200" y="533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38437" y="3576637"/>
              <a:ext cx="161925" cy="161925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1237" y="3424237"/>
              <a:ext cx="161925" cy="16192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2362199" y="30480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381000"/>
                  </a:moveTo>
                  <a:lnTo>
                    <a:pt x="304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362199" y="3505200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0" y="0"/>
                  </a:moveTo>
                  <a:lnTo>
                    <a:pt x="457200" y="152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666999" y="3048000"/>
              <a:ext cx="685800" cy="838200"/>
            </a:xfrm>
            <a:custGeom>
              <a:avLst/>
              <a:gdLst/>
              <a:ahLst/>
              <a:cxnLst/>
              <a:rect l="l" t="t" r="r" b="b"/>
              <a:pathLst>
                <a:path w="685800" h="838200">
                  <a:moveTo>
                    <a:pt x="152400" y="609600"/>
                  </a:moveTo>
                  <a:lnTo>
                    <a:pt x="685800" y="838200"/>
                  </a:lnTo>
                </a:path>
                <a:path w="685800" h="838200">
                  <a:moveTo>
                    <a:pt x="152400" y="609600"/>
                  </a:moveTo>
                  <a:lnTo>
                    <a:pt x="533400" y="152400"/>
                  </a:lnTo>
                </a:path>
                <a:path w="685800" h="838200">
                  <a:moveTo>
                    <a:pt x="152400" y="6096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7491" y="4191000"/>
              <a:ext cx="1778507" cy="19811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334" y="472249"/>
            <a:ext cx="480504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平</a:t>
            </a:r>
            <a:r>
              <a:rPr dirty="0" spc="-40"/>
              <a:t>面</a:t>
            </a:r>
            <a:r>
              <a:rPr dirty="0" spc="-45"/>
              <a:t>图</a:t>
            </a:r>
            <a:r>
              <a:rPr dirty="0">
                <a:latin typeface="Calibri"/>
                <a:cs typeface="Calibri"/>
              </a:rPr>
              <a:t>(plane</a:t>
            </a:r>
            <a:r>
              <a:rPr dirty="0" spc="-10">
                <a:latin typeface="Calibri"/>
                <a:cs typeface="Calibri"/>
              </a:rPr>
              <a:t> graph)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995932"/>
            <a:ext cx="730885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上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与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不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30" b="1">
                <a:latin typeface="宋体"/>
                <a:cs typeface="宋体"/>
              </a:rPr>
              <a:t>非</a:t>
            </a:r>
            <a:r>
              <a:rPr dirty="0" sz="3200" spc="-30" b="1">
                <a:latin typeface="宋体"/>
                <a:cs typeface="宋体"/>
              </a:rPr>
              <a:t>顶</a:t>
            </a:r>
            <a:r>
              <a:rPr dirty="0" sz="3200" spc="-30" b="1">
                <a:latin typeface="宋体"/>
                <a:cs typeface="宋体"/>
              </a:rPr>
              <a:t>点</a:t>
            </a:r>
            <a:r>
              <a:rPr dirty="0" sz="3200" spc="-40" b="1">
                <a:latin typeface="宋体"/>
                <a:cs typeface="宋体"/>
              </a:rPr>
              <a:t>处</a:t>
            </a:r>
            <a:r>
              <a:rPr dirty="0" sz="3200" spc="-30" b="1">
                <a:latin typeface="宋体"/>
                <a:cs typeface="宋体"/>
              </a:rPr>
              <a:t>相</a:t>
            </a:r>
            <a:r>
              <a:rPr dirty="0" sz="3200" spc="-30" b="1">
                <a:latin typeface="宋体"/>
                <a:cs typeface="宋体"/>
              </a:rPr>
              <a:t>交</a:t>
            </a:r>
            <a:r>
              <a:rPr dirty="0" sz="3200" spc="-40" b="1">
                <a:latin typeface="宋体"/>
                <a:cs typeface="宋体"/>
              </a:rPr>
              <a:t>的</a:t>
            </a:r>
            <a:r>
              <a:rPr dirty="0" sz="3200" spc="-50" b="1"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129474" y="4863274"/>
            <a:ext cx="866775" cy="790575"/>
            <a:chOff x="1129474" y="4863274"/>
            <a:chExt cx="866775" cy="7905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474" y="4863274"/>
              <a:ext cx="180975" cy="18097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9474" y="5472874"/>
              <a:ext cx="180975" cy="18097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19961" y="49537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5274" y="4863274"/>
              <a:ext cx="180975" cy="18097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5274" y="5472874"/>
              <a:ext cx="180975" cy="18097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905761" y="49537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19961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609600"/>
                  </a:lnTo>
                </a:path>
              </a:pathLst>
            </a:custGeom>
            <a:ln w="28575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19961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  <a:path w="685800" h="609600">
                  <a:moveTo>
                    <a:pt x="0" y="609600"/>
                  </a:moveTo>
                  <a:lnTo>
                    <a:pt x="685800" y="609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19961" y="4953761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2496311" y="3311794"/>
            <a:ext cx="1273175" cy="1051560"/>
            <a:chOff x="2496311" y="3311794"/>
            <a:chExt cx="1273175" cy="1051560"/>
          </a:xfrm>
        </p:grpSpPr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6311" y="3563112"/>
              <a:ext cx="190500" cy="1905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6311" y="4172712"/>
              <a:ext cx="190500" cy="1905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591561" y="3658362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2111" y="3563112"/>
              <a:ext cx="190500" cy="1905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82111" y="4172712"/>
              <a:ext cx="190500" cy="19050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277361" y="3658362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91561" y="3658362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  <a:path w="685800" h="609600">
                  <a:moveTo>
                    <a:pt x="0" y="609600"/>
                  </a:moveTo>
                  <a:lnTo>
                    <a:pt x="685800" y="6096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591561" y="3658362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591561" y="3330844"/>
              <a:ext cx="1158875" cy="937260"/>
            </a:xfrm>
            <a:custGeom>
              <a:avLst/>
              <a:gdLst/>
              <a:ahLst/>
              <a:cxnLst/>
              <a:rect l="l" t="t" r="r" b="b"/>
              <a:pathLst>
                <a:path w="1158875" h="937260">
                  <a:moveTo>
                    <a:pt x="0" y="327517"/>
                  </a:moveTo>
                  <a:lnTo>
                    <a:pt x="32427" y="287608"/>
                  </a:lnTo>
                  <a:lnTo>
                    <a:pt x="65197" y="248269"/>
                  </a:lnTo>
                  <a:lnTo>
                    <a:pt x="98654" y="210074"/>
                  </a:lnTo>
                  <a:lnTo>
                    <a:pt x="133139" y="173593"/>
                  </a:lnTo>
                  <a:lnTo>
                    <a:pt x="168995" y="139399"/>
                  </a:lnTo>
                  <a:lnTo>
                    <a:pt x="206565" y="108061"/>
                  </a:lnTo>
                  <a:lnTo>
                    <a:pt x="246192" y="80153"/>
                  </a:lnTo>
                  <a:lnTo>
                    <a:pt x="288217" y="56245"/>
                  </a:lnTo>
                  <a:lnTo>
                    <a:pt x="332984" y="36910"/>
                  </a:lnTo>
                  <a:lnTo>
                    <a:pt x="380834" y="22717"/>
                  </a:lnTo>
                  <a:lnTo>
                    <a:pt x="421468" y="14636"/>
                  </a:lnTo>
                  <a:lnTo>
                    <a:pt x="466573" y="8115"/>
                  </a:lnTo>
                  <a:lnTo>
                    <a:pt x="515214" y="3364"/>
                  </a:lnTo>
                  <a:lnTo>
                    <a:pt x="566455" y="589"/>
                  </a:lnTo>
                  <a:lnTo>
                    <a:pt x="619360" y="0"/>
                  </a:lnTo>
                  <a:lnTo>
                    <a:pt x="672993" y="1803"/>
                  </a:lnTo>
                  <a:lnTo>
                    <a:pt x="726418" y="6208"/>
                  </a:lnTo>
                  <a:lnTo>
                    <a:pt x="778699" y="13422"/>
                  </a:lnTo>
                  <a:lnTo>
                    <a:pt x="828899" y="23654"/>
                  </a:lnTo>
                  <a:lnTo>
                    <a:pt x="876084" y="37111"/>
                  </a:lnTo>
                  <a:lnTo>
                    <a:pt x="919316" y="54002"/>
                  </a:lnTo>
                  <a:lnTo>
                    <a:pt x="957660" y="74535"/>
                  </a:lnTo>
                  <a:lnTo>
                    <a:pt x="990180" y="98917"/>
                  </a:lnTo>
                  <a:lnTo>
                    <a:pt x="1018540" y="129370"/>
                  </a:lnTo>
                  <a:lnTo>
                    <a:pt x="1044889" y="167140"/>
                  </a:lnTo>
                  <a:lnTo>
                    <a:pt x="1069019" y="210980"/>
                  </a:lnTo>
                  <a:lnTo>
                    <a:pt x="1090721" y="259641"/>
                  </a:lnTo>
                  <a:lnTo>
                    <a:pt x="1109789" y="311875"/>
                  </a:lnTo>
                  <a:lnTo>
                    <a:pt x="1126014" y="366432"/>
                  </a:lnTo>
                  <a:lnTo>
                    <a:pt x="1139188" y="422065"/>
                  </a:lnTo>
                  <a:lnTo>
                    <a:pt x="1149103" y="477524"/>
                  </a:lnTo>
                  <a:lnTo>
                    <a:pt x="1155551" y="531561"/>
                  </a:lnTo>
                  <a:lnTo>
                    <a:pt x="1158325" y="582928"/>
                  </a:lnTo>
                  <a:lnTo>
                    <a:pt x="1157215" y="630375"/>
                  </a:lnTo>
                  <a:lnTo>
                    <a:pt x="1152015" y="672654"/>
                  </a:lnTo>
                  <a:lnTo>
                    <a:pt x="1125004" y="744327"/>
                  </a:lnTo>
                  <a:lnTo>
                    <a:pt x="1100624" y="775844"/>
                  </a:lnTo>
                  <a:lnTo>
                    <a:pt x="1070064" y="803495"/>
                  </a:lnTo>
                  <a:lnTo>
                    <a:pt x="1034011" y="827712"/>
                  </a:lnTo>
                  <a:lnTo>
                    <a:pt x="993151" y="848923"/>
                  </a:lnTo>
                  <a:lnTo>
                    <a:pt x="948172" y="867558"/>
                  </a:lnTo>
                  <a:lnTo>
                    <a:pt x="899759" y="884046"/>
                  </a:lnTo>
                  <a:lnTo>
                    <a:pt x="848599" y="898817"/>
                  </a:lnTo>
                  <a:lnTo>
                    <a:pt x="795380" y="912299"/>
                  </a:lnTo>
                  <a:lnTo>
                    <a:pt x="740787" y="924923"/>
                  </a:lnTo>
                  <a:lnTo>
                    <a:pt x="685507" y="937117"/>
                  </a:lnTo>
                </a:path>
              </a:pathLst>
            </a:custGeom>
            <a:ln w="38100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4406074" y="4863274"/>
            <a:ext cx="1552575" cy="790575"/>
            <a:chOff x="4406074" y="4863274"/>
            <a:chExt cx="1552575" cy="790575"/>
          </a:xfrm>
        </p:grpSpPr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6074" y="4863274"/>
              <a:ext cx="180975" cy="18097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06074" y="5472874"/>
              <a:ext cx="180975" cy="180975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496561" y="49537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1874" y="4863274"/>
              <a:ext cx="180975" cy="180975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1874" y="5472874"/>
              <a:ext cx="180975" cy="18097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5182361" y="49537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496561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609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496561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7674" y="4863274"/>
              <a:ext cx="180975" cy="180975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7674" y="5472874"/>
              <a:ext cx="180975" cy="180975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853874" y="4953761"/>
              <a:ext cx="28575" cy="609600"/>
            </a:xfrm>
            <a:custGeom>
              <a:avLst/>
              <a:gdLst/>
              <a:ahLst/>
              <a:cxnLst/>
              <a:rect l="l" t="t" r="r" b="b"/>
              <a:pathLst>
                <a:path w="28575" h="609600">
                  <a:moveTo>
                    <a:pt x="28575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28575" y="6096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182361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609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182361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496561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0"/>
                  </a:moveTo>
                  <a:lnTo>
                    <a:pt x="1371600" y="609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496561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609600"/>
                  </a:moveTo>
                  <a:lnTo>
                    <a:pt x="1371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 descr=""/>
          <p:cNvGrpSpPr/>
          <p:nvPr/>
        </p:nvGrpSpPr>
        <p:grpSpPr>
          <a:xfrm>
            <a:off x="6311074" y="4406074"/>
            <a:ext cx="1824355" cy="1704975"/>
            <a:chOff x="6311074" y="4406074"/>
            <a:chExt cx="1824355" cy="1704975"/>
          </a:xfrm>
        </p:grpSpPr>
        <p:pic>
          <p:nvPicPr>
            <p:cNvPr id="41" name="object 4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1074" y="4863274"/>
              <a:ext cx="180975" cy="180975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11074" y="5472874"/>
              <a:ext cx="180975" cy="180975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6401561" y="49537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96874" y="4406074"/>
              <a:ext cx="180975" cy="180975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6401561" y="44965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457200"/>
                  </a:moveTo>
                  <a:lnTo>
                    <a:pt x="685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96874" y="5930074"/>
              <a:ext cx="180975" cy="18097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6401561" y="55633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0"/>
                  </a:moveTo>
                  <a:lnTo>
                    <a:pt x="68580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2674" y="4863274"/>
              <a:ext cx="180975" cy="180975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82674" y="5472874"/>
              <a:ext cx="180975" cy="180975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758874" y="4953761"/>
              <a:ext cx="28575" cy="609600"/>
            </a:xfrm>
            <a:custGeom>
              <a:avLst/>
              <a:gdLst/>
              <a:ahLst/>
              <a:cxnLst/>
              <a:rect l="l" t="t" r="r" b="b"/>
              <a:pathLst>
                <a:path w="28575" h="609600">
                  <a:moveTo>
                    <a:pt x="28575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28575" y="6096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087361" y="55633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457200"/>
                  </a:moveTo>
                  <a:lnTo>
                    <a:pt x="685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087361" y="44965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0"/>
                  </a:moveTo>
                  <a:lnTo>
                    <a:pt x="68580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401561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0"/>
                  </a:moveTo>
                  <a:lnTo>
                    <a:pt x="1371600" y="609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401561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609600"/>
                  </a:moveTo>
                  <a:lnTo>
                    <a:pt x="1371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087361" y="4452574"/>
              <a:ext cx="1033780" cy="1568450"/>
            </a:xfrm>
            <a:custGeom>
              <a:avLst/>
              <a:gdLst/>
              <a:ahLst/>
              <a:cxnLst/>
              <a:rect l="l" t="t" r="r" b="b"/>
              <a:pathLst>
                <a:path w="1033779" h="1568450">
                  <a:moveTo>
                    <a:pt x="0" y="43986"/>
                  </a:moveTo>
                  <a:lnTo>
                    <a:pt x="55504" y="34528"/>
                  </a:lnTo>
                  <a:lnTo>
                    <a:pt x="110809" y="25466"/>
                  </a:lnTo>
                  <a:lnTo>
                    <a:pt x="165718" y="17197"/>
                  </a:lnTo>
                  <a:lnTo>
                    <a:pt x="220032" y="10120"/>
                  </a:lnTo>
                  <a:lnTo>
                    <a:pt x="273552" y="4630"/>
                  </a:lnTo>
                  <a:lnTo>
                    <a:pt x="326080" y="1124"/>
                  </a:lnTo>
                  <a:lnTo>
                    <a:pt x="377418" y="0"/>
                  </a:lnTo>
                  <a:lnTo>
                    <a:pt x="427367" y="1653"/>
                  </a:lnTo>
                  <a:lnTo>
                    <a:pt x="475729" y="6482"/>
                  </a:lnTo>
                  <a:lnTo>
                    <a:pt x="522305" y="14882"/>
                  </a:lnTo>
                  <a:lnTo>
                    <a:pt x="566897" y="27252"/>
                  </a:lnTo>
                  <a:lnTo>
                    <a:pt x="609307" y="43986"/>
                  </a:lnTo>
                  <a:lnTo>
                    <a:pt x="647338" y="63132"/>
                  </a:lnTo>
                  <a:lnTo>
                    <a:pt x="685056" y="85329"/>
                  </a:lnTo>
                  <a:lnTo>
                    <a:pt x="722151" y="110475"/>
                  </a:lnTo>
                  <a:lnTo>
                    <a:pt x="758309" y="138465"/>
                  </a:lnTo>
                  <a:lnTo>
                    <a:pt x="793219" y="169194"/>
                  </a:lnTo>
                  <a:lnTo>
                    <a:pt x="826569" y="202560"/>
                  </a:lnTo>
                  <a:lnTo>
                    <a:pt x="858047" y="238458"/>
                  </a:lnTo>
                  <a:lnTo>
                    <a:pt x="887342" y="276783"/>
                  </a:lnTo>
                  <a:lnTo>
                    <a:pt x="914139" y="317432"/>
                  </a:lnTo>
                  <a:lnTo>
                    <a:pt x="938129" y="360301"/>
                  </a:lnTo>
                  <a:lnTo>
                    <a:pt x="958999" y="405286"/>
                  </a:lnTo>
                  <a:lnTo>
                    <a:pt x="976436" y="452283"/>
                  </a:lnTo>
                  <a:lnTo>
                    <a:pt x="990130" y="501186"/>
                  </a:lnTo>
                  <a:lnTo>
                    <a:pt x="998442" y="539202"/>
                  </a:lnTo>
                  <a:lnTo>
                    <a:pt x="1006323" y="580940"/>
                  </a:lnTo>
                  <a:lnTo>
                    <a:pt x="1013578" y="625893"/>
                  </a:lnTo>
                  <a:lnTo>
                    <a:pt x="1020010" y="673551"/>
                  </a:lnTo>
                  <a:lnTo>
                    <a:pt x="1025423" y="723404"/>
                  </a:lnTo>
                  <a:lnTo>
                    <a:pt x="1029622" y="774942"/>
                  </a:lnTo>
                  <a:lnTo>
                    <a:pt x="1032411" y="827656"/>
                  </a:lnTo>
                  <a:lnTo>
                    <a:pt x="1033593" y="881037"/>
                  </a:lnTo>
                  <a:lnTo>
                    <a:pt x="1032973" y="934574"/>
                  </a:lnTo>
                  <a:lnTo>
                    <a:pt x="1030355" y="987758"/>
                  </a:lnTo>
                  <a:lnTo>
                    <a:pt x="1025543" y="1040081"/>
                  </a:lnTo>
                  <a:lnTo>
                    <a:pt x="1018341" y="1091031"/>
                  </a:lnTo>
                  <a:lnTo>
                    <a:pt x="1008553" y="1140100"/>
                  </a:lnTo>
                  <a:lnTo>
                    <a:pt x="995983" y="1186777"/>
                  </a:lnTo>
                  <a:lnTo>
                    <a:pt x="980435" y="1230555"/>
                  </a:lnTo>
                  <a:lnTo>
                    <a:pt x="961714" y="1270921"/>
                  </a:lnTo>
                  <a:lnTo>
                    <a:pt x="939624" y="1307369"/>
                  </a:lnTo>
                  <a:lnTo>
                    <a:pt x="913968" y="1339386"/>
                  </a:lnTo>
                  <a:lnTo>
                    <a:pt x="858387" y="1388307"/>
                  </a:lnTo>
                  <a:lnTo>
                    <a:pt x="826276" y="1409624"/>
                  </a:lnTo>
                  <a:lnTo>
                    <a:pt x="791495" y="1428998"/>
                  </a:lnTo>
                  <a:lnTo>
                    <a:pt x="754201" y="1446543"/>
                  </a:lnTo>
                  <a:lnTo>
                    <a:pt x="714550" y="1462373"/>
                  </a:lnTo>
                  <a:lnTo>
                    <a:pt x="672701" y="1476604"/>
                  </a:lnTo>
                  <a:lnTo>
                    <a:pt x="628809" y="1489348"/>
                  </a:lnTo>
                  <a:lnTo>
                    <a:pt x="583032" y="1500721"/>
                  </a:lnTo>
                  <a:lnTo>
                    <a:pt x="535527" y="1510836"/>
                  </a:lnTo>
                  <a:lnTo>
                    <a:pt x="486451" y="1519809"/>
                  </a:lnTo>
                  <a:lnTo>
                    <a:pt x="435961" y="1527753"/>
                  </a:lnTo>
                  <a:lnTo>
                    <a:pt x="384215" y="1534782"/>
                  </a:lnTo>
                  <a:lnTo>
                    <a:pt x="331369" y="1541012"/>
                  </a:lnTo>
                  <a:lnTo>
                    <a:pt x="277581" y="1546555"/>
                  </a:lnTo>
                  <a:lnTo>
                    <a:pt x="223007" y="1551527"/>
                  </a:lnTo>
                  <a:lnTo>
                    <a:pt x="167805" y="1556042"/>
                  </a:lnTo>
                  <a:lnTo>
                    <a:pt x="112132" y="1560214"/>
                  </a:lnTo>
                  <a:lnTo>
                    <a:pt x="56144" y="1564157"/>
                  </a:lnTo>
                  <a:lnTo>
                    <a:pt x="0" y="1567986"/>
                  </a:lnTo>
                </a:path>
              </a:pathLst>
            </a:custGeom>
            <a:ln w="28575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2351" y="472249"/>
            <a:ext cx="555879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可</a:t>
            </a:r>
            <a:r>
              <a:rPr dirty="0" spc="-40"/>
              <a:t>平</a:t>
            </a:r>
            <a:r>
              <a:rPr dirty="0" spc="-40"/>
              <a:t>面</a:t>
            </a:r>
            <a:r>
              <a:rPr dirty="0" spc="-45"/>
              <a:t>图</a:t>
            </a:r>
            <a:r>
              <a:rPr dirty="0">
                <a:latin typeface="Calibri"/>
                <a:cs typeface="Calibri"/>
              </a:rPr>
              <a:t>(planar</a:t>
            </a:r>
            <a:r>
              <a:rPr dirty="0" spc="-5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graph)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995932"/>
            <a:ext cx="7823200" cy="10013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latin typeface="宋体"/>
                <a:cs typeface="宋体"/>
              </a:rPr>
              <a:t>可</a:t>
            </a:r>
            <a:r>
              <a:rPr dirty="0" sz="3200" spc="-30" b="1">
                <a:latin typeface="宋体"/>
                <a:cs typeface="宋体"/>
              </a:rPr>
              <a:t>以</a:t>
            </a:r>
            <a:r>
              <a:rPr dirty="0" sz="3200" spc="-30" b="1">
                <a:latin typeface="宋体"/>
                <a:cs typeface="宋体"/>
              </a:rPr>
              <a:t>画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5" b="1">
                <a:latin typeface="宋体"/>
                <a:cs typeface="宋体"/>
              </a:rPr>
              <a:t>上</a:t>
            </a:r>
            <a:r>
              <a:rPr dirty="0" sz="3200" b="1">
                <a:latin typeface="Calibri"/>
                <a:cs typeface="Calibri"/>
              </a:rPr>
              <a:t>,</a:t>
            </a:r>
            <a:r>
              <a:rPr dirty="0" sz="3200" spc="-30" b="1">
                <a:latin typeface="宋体"/>
                <a:cs typeface="宋体"/>
              </a:rPr>
              <a:t>使</a:t>
            </a:r>
            <a:r>
              <a:rPr dirty="0" sz="3200" spc="-30" b="1">
                <a:latin typeface="宋体"/>
                <a:cs typeface="宋体"/>
              </a:rPr>
              <a:t>得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与</a:t>
            </a:r>
            <a:r>
              <a:rPr dirty="0" sz="3200" spc="-4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不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40" b="1">
                <a:latin typeface="宋体"/>
                <a:cs typeface="宋体"/>
              </a:rPr>
              <a:t>非</a:t>
            </a:r>
            <a:r>
              <a:rPr dirty="0" sz="3200" spc="-30" b="1">
                <a:latin typeface="宋体"/>
                <a:cs typeface="宋体"/>
              </a:rPr>
              <a:t>顶</a:t>
            </a:r>
            <a:r>
              <a:rPr dirty="0" sz="3200" spc="-30" b="1">
                <a:latin typeface="宋体"/>
                <a:cs typeface="宋体"/>
              </a:rPr>
              <a:t>点</a:t>
            </a:r>
            <a:r>
              <a:rPr dirty="0" sz="3200" spc="-50" b="1">
                <a:latin typeface="宋体"/>
                <a:cs typeface="宋体"/>
              </a:rPr>
              <a:t>处</a:t>
            </a:r>
            <a:r>
              <a:rPr dirty="0" sz="3200" spc="-30" b="1">
                <a:latin typeface="宋体"/>
                <a:cs typeface="宋体"/>
              </a:rPr>
              <a:t>相</a:t>
            </a:r>
            <a:r>
              <a:rPr dirty="0" sz="3200" spc="-30" b="1">
                <a:latin typeface="宋体"/>
                <a:cs typeface="宋体"/>
              </a:rPr>
              <a:t>交</a:t>
            </a:r>
            <a:r>
              <a:rPr dirty="0" sz="3200" spc="-30" b="1">
                <a:latin typeface="宋体"/>
                <a:cs typeface="宋体"/>
              </a:rPr>
              <a:t>的</a:t>
            </a:r>
            <a:r>
              <a:rPr dirty="0" sz="3200" spc="-50" b="1"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112519" y="3677411"/>
            <a:ext cx="876300" cy="800100"/>
            <a:chOff x="1112519" y="3677411"/>
            <a:chExt cx="876300" cy="8001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19" y="3677411"/>
              <a:ext cx="190500" cy="1905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19" y="4287011"/>
              <a:ext cx="190500" cy="19050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207769" y="37726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8319" y="3677411"/>
              <a:ext cx="190500" cy="1905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8319" y="4287011"/>
              <a:ext cx="190500" cy="19050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893569" y="37726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07769" y="37726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609600"/>
                  </a:lnTo>
                </a:path>
              </a:pathLst>
            </a:custGeom>
            <a:ln w="38100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07769" y="37726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  <a:path w="685800" h="609600">
                  <a:moveTo>
                    <a:pt x="0" y="609600"/>
                  </a:moveTo>
                  <a:lnTo>
                    <a:pt x="685800" y="6096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07769" y="3772661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2484120" y="3426094"/>
            <a:ext cx="1273175" cy="1051560"/>
            <a:chOff x="2484120" y="3426094"/>
            <a:chExt cx="1273175" cy="1051560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4120" y="3677412"/>
              <a:ext cx="190500" cy="1905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4120" y="4287012"/>
              <a:ext cx="190500" cy="1905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579370" y="3772662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3677412"/>
              <a:ext cx="190500" cy="1905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9920" y="4287012"/>
              <a:ext cx="190500" cy="19050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265170" y="3772662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579370" y="3772662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  <a:path w="685800" h="609600">
                  <a:moveTo>
                    <a:pt x="0" y="609600"/>
                  </a:moveTo>
                  <a:lnTo>
                    <a:pt x="685800" y="6096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579370" y="3772662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579370" y="3445144"/>
              <a:ext cx="1158875" cy="937260"/>
            </a:xfrm>
            <a:custGeom>
              <a:avLst/>
              <a:gdLst/>
              <a:ahLst/>
              <a:cxnLst/>
              <a:rect l="l" t="t" r="r" b="b"/>
              <a:pathLst>
                <a:path w="1158875" h="937260">
                  <a:moveTo>
                    <a:pt x="0" y="327517"/>
                  </a:moveTo>
                  <a:lnTo>
                    <a:pt x="32427" y="287608"/>
                  </a:lnTo>
                  <a:lnTo>
                    <a:pt x="65197" y="248269"/>
                  </a:lnTo>
                  <a:lnTo>
                    <a:pt x="98654" y="210074"/>
                  </a:lnTo>
                  <a:lnTo>
                    <a:pt x="133139" y="173593"/>
                  </a:lnTo>
                  <a:lnTo>
                    <a:pt x="168995" y="139399"/>
                  </a:lnTo>
                  <a:lnTo>
                    <a:pt x="206565" y="108061"/>
                  </a:lnTo>
                  <a:lnTo>
                    <a:pt x="246192" y="80153"/>
                  </a:lnTo>
                  <a:lnTo>
                    <a:pt x="288217" y="56245"/>
                  </a:lnTo>
                  <a:lnTo>
                    <a:pt x="332984" y="36910"/>
                  </a:lnTo>
                  <a:lnTo>
                    <a:pt x="380834" y="22717"/>
                  </a:lnTo>
                  <a:lnTo>
                    <a:pt x="421468" y="14636"/>
                  </a:lnTo>
                  <a:lnTo>
                    <a:pt x="466573" y="8115"/>
                  </a:lnTo>
                  <a:lnTo>
                    <a:pt x="515214" y="3364"/>
                  </a:lnTo>
                  <a:lnTo>
                    <a:pt x="566455" y="589"/>
                  </a:lnTo>
                  <a:lnTo>
                    <a:pt x="619360" y="0"/>
                  </a:lnTo>
                  <a:lnTo>
                    <a:pt x="672993" y="1803"/>
                  </a:lnTo>
                  <a:lnTo>
                    <a:pt x="726418" y="6208"/>
                  </a:lnTo>
                  <a:lnTo>
                    <a:pt x="778699" y="13422"/>
                  </a:lnTo>
                  <a:lnTo>
                    <a:pt x="828899" y="23654"/>
                  </a:lnTo>
                  <a:lnTo>
                    <a:pt x="876084" y="37111"/>
                  </a:lnTo>
                  <a:lnTo>
                    <a:pt x="919316" y="54002"/>
                  </a:lnTo>
                  <a:lnTo>
                    <a:pt x="957660" y="74535"/>
                  </a:lnTo>
                  <a:lnTo>
                    <a:pt x="990180" y="98917"/>
                  </a:lnTo>
                  <a:lnTo>
                    <a:pt x="1018540" y="129370"/>
                  </a:lnTo>
                  <a:lnTo>
                    <a:pt x="1044889" y="167140"/>
                  </a:lnTo>
                  <a:lnTo>
                    <a:pt x="1069019" y="210980"/>
                  </a:lnTo>
                  <a:lnTo>
                    <a:pt x="1090721" y="259641"/>
                  </a:lnTo>
                  <a:lnTo>
                    <a:pt x="1109789" y="311875"/>
                  </a:lnTo>
                  <a:lnTo>
                    <a:pt x="1126014" y="366432"/>
                  </a:lnTo>
                  <a:lnTo>
                    <a:pt x="1139188" y="422065"/>
                  </a:lnTo>
                  <a:lnTo>
                    <a:pt x="1149103" y="477524"/>
                  </a:lnTo>
                  <a:lnTo>
                    <a:pt x="1155551" y="531561"/>
                  </a:lnTo>
                  <a:lnTo>
                    <a:pt x="1158325" y="582928"/>
                  </a:lnTo>
                  <a:lnTo>
                    <a:pt x="1157215" y="630375"/>
                  </a:lnTo>
                  <a:lnTo>
                    <a:pt x="1152015" y="672654"/>
                  </a:lnTo>
                  <a:lnTo>
                    <a:pt x="1125004" y="744327"/>
                  </a:lnTo>
                  <a:lnTo>
                    <a:pt x="1100624" y="775844"/>
                  </a:lnTo>
                  <a:lnTo>
                    <a:pt x="1070064" y="803495"/>
                  </a:lnTo>
                  <a:lnTo>
                    <a:pt x="1034011" y="827712"/>
                  </a:lnTo>
                  <a:lnTo>
                    <a:pt x="993151" y="848923"/>
                  </a:lnTo>
                  <a:lnTo>
                    <a:pt x="948172" y="867558"/>
                  </a:lnTo>
                  <a:lnTo>
                    <a:pt x="899759" y="884046"/>
                  </a:lnTo>
                  <a:lnTo>
                    <a:pt x="848599" y="898817"/>
                  </a:lnTo>
                  <a:lnTo>
                    <a:pt x="795380" y="912299"/>
                  </a:lnTo>
                  <a:lnTo>
                    <a:pt x="740787" y="924923"/>
                  </a:lnTo>
                  <a:lnTo>
                    <a:pt x="685507" y="937117"/>
                  </a:lnTo>
                </a:path>
              </a:pathLst>
            </a:custGeom>
            <a:ln w="38100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4393882" y="4863274"/>
            <a:ext cx="1552575" cy="790575"/>
            <a:chOff x="4393882" y="4863274"/>
            <a:chExt cx="1552575" cy="790575"/>
          </a:xfrm>
        </p:grpSpPr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3882" y="4863274"/>
              <a:ext cx="180975" cy="180975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3882" y="5472874"/>
              <a:ext cx="180975" cy="180975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484370" y="49537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79682" y="4863274"/>
              <a:ext cx="180975" cy="180975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79682" y="5472874"/>
              <a:ext cx="180975" cy="18097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5170170" y="49537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484370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609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484370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5482" y="4863274"/>
              <a:ext cx="180975" cy="180975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65482" y="5472874"/>
              <a:ext cx="180975" cy="180975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841682" y="4953761"/>
              <a:ext cx="28575" cy="609600"/>
            </a:xfrm>
            <a:custGeom>
              <a:avLst/>
              <a:gdLst/>
              <a:ahLst/>
              <a:cxnLst/>
              <a:rect l="l" t="t" r="r" b="b"/>
              <a:pathLst>
                <a:path w="28575" h="609600">
                  <a:moveTo>
                    <a:pt x="28575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28575" y="6096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170170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609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170170" y="4953761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484370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0"/>
                  </a:moveTo>
                  <a:lnTo>
                    <a:pt x="1371600" y="609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484370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609600"/>
                  </a:moveTo>
                  <a:lnTo>
                    <a:pt x="1371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 descr=""/>
          <p:cNvGrpSpPr/>
          <p:nvPr/>
        </p:nvGrpSpPr>
        <p:grpSpPr>
          <a:xfrm>
            <a:off x="6298882" y="4406074"/>
            <a:ext cx="1824355" cy="1704975"/>
            <a:chOff x="6298882" y="4406074"/>
            <a:chExt cx="1824355" cy="1704975"/>
          </a:xfrm>
        </p:grpSpPr>
        <p:pic>
          <p:nvPicPr>
            <p:cNvPr id="41" name="object 4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8882" y="4863274"/>
              <a:ext cx="180975" cy="180975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8882" y="5472874"/>
              <a:ext cx="180975" cy="180975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6389370" y="49537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84682" y="4406074"/>
              <a:ext cx="180975" cy="180975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6389370" y="44965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457200"/>
                  </a:moveTo>
                  <a:lnTo>
                    <a:pt x="685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84682" y="5930074"/>
              <a:ext cx="180975" cy="18097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6389370" y="55633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0"/>
                  </a:moveTo>
                  <a:lnTo>
                    <a:pt x="68580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70482" y="4863274"/>
              <a:ext cx="180975" cy="180975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70482" y="5472874"/>
              <a:ext cx="180975" cy="180975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746682" y="4953761"/>
              <a:ext cx="28575" cy="609600"/>
            </a:xfrm>
            <a:custGeom>
              <a:avLst/>
              <a:gdLst/>
              <a:ahLst/>
              <a:cxnLst/>
              <a:rect l="l" t="t" r="r" b="b"/>
              <a:pathLst>
                <a:path w="28575" h="609600">
                  <a:moveTo>
                    <a:pt x="28575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28575" y="609600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075170" y="55633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457200"/>
                  </a:moveTo>
                  <a:lnTo>
                    <a:pt x="685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075170" y="44965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0"/>
                  </a:moveTo>
                  <a:lnTo>
                    <a:pt x="685800" y="4572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389370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0"/>
                  </a:moveTo>
                  <a:lnTo>
                    <a:pt x="1371600" y="6096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389370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609600"/>
                  </a:moveTo>
                  <a:lnTo>
                    <a:pt x="13716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075170" y="4452574"/>
              <a:ext cx="1033780" cy="1568450"/>
            </a:xfrm>
            <a:custGeom>
              <a:avLst/>
              <a:gdLst/>
              <a:ahLst/>
              <a:cxnLst/>
              <a:rect l="l" t="t" r="r" b="b"/>
              <a:pathLst>
                <a:path w="1033779" h="1568450">
                  <a:moveTo>
                    <a:pt x="0" y="43986"/>
                  </a:moveTo>
                  <a:lnTo>
                    <a:pt x="55504" y="34528"/>
                  </a:lnTo>
                  <a:lnTo>
                    <a:pt x="110809" y="25466"/>
                  </a:lnTo>
                  <a:lnTo>
                    <a:pt x="165718" y="17197"/>
                  </a:lnTo>
                  <a:lnTo>
                    <a:pt x="220032" y="10120"/>
                  </a:lnTo>
                  <a:lnTo>
                    <a:pt x="273552" y="4630"/>
                  </a:lnTo>
                  <a:lnTo>
                    <a:pt x="326080" y="1124"/>
                  </a:lnTo>
                  <a:lnTo>
                    <a:pt x="377418" y="0"/>
                  </a:lnTo>
                  <a:lnTo>
                    <a:pt x="427367" y="1653"/>
                  </a:lnTo>
                  <a:lnTo>
                    <a:pt x="475729" y="6482"/>
                  </a:lnTo>
                  <a:lnTo>
                    <a:pt x="522305" y="14882"/>
                  </a:lnTo>
                  <a:lnTo>
                    <a:pt x="566897" y="27252"/>
                  </a:lnTo>
                  <a:lnTo>
                    <a:pt x="609307" y="43986"/>
                  </a:lnTo>
                  <a:lnTo>
                    <a:pt x="647338" y="63132"/>
                  </a:lnTo>
                  <a:lnTo>
                    <a:pt x="685056" y="85329"/>
                  </a:lnTo>
                  <a:lnTo>
                    <a:pt x="722151" y="110475"/>
                  </a:lnTo>
                  <a:lnTo>
                    <a:pt x="758309" y="138465"/>
                  </a:lnTo>
                  <a:lnTo>
                    <a:pt x="793219" y="169194"/>
                  </a:lnTo>
                  <a:lnTo>
                    <a:pt x="826569" y="202560"/>
                  </a:lnTo>
                  <a:lnTo>
                    <a:pt x="858047" y="238458"/>
                  </a:lnTo>
                  <a:lnTo>
                    <a:pt x="887342" y="276783"/>
                  </a:lnTo>
                  <a:lnTo>
                    <a:pt x="914139" y="317432"/>
                  </a:lnTo>
                  <a:lnTo>
                    <a:pt x="938129" y="360301"/>
                  </a:lnTo>
                  <a:lnTo>
                    <a:pt x="958999" y="405286"/>
                  </a:lnTo>
                  <a:lnTo>
                    <a:pt x="976436" y="452283"/>
                  </a:lnTo>
                  <a:lnTo>
                    <a:pt x="990130" y="501186"/>
                  </a:lnTo>
                  <a:lnTo>
                    <a:pt x="998442" y="539202"/>
                  </a:lnTo>
                  <a:lnTo>
                    <a:pt x="1006323" y="580940"/>
                  </a:lnTo>
                  <a:lnTo>
                    <a:pt x="1013578" y="625893"/>
                  </a:lnTo>
                  <a:lnTo>
                    <a:pt x="1020010" y="673551"/>
                  </a:lnTo>
                  <a:lnTo>
                    <a:pt x="1025423" y="723404"/>
                  </a:lnTo>
                  <a:lnTo>
                    <a:pt x="1029622" y="774942"/>
                  </a:lnTo>
                  <a:lnTo>
                    <a:pt x="1032411" y="827656"/>
                  </a:lnTo>
                  <a:lnTo>
                    <a:pt x="1033593" y="881037"/>
                  </a:lnTo>
                  <a:lnTo>
                    <a:pt x="1032973" y="934574"/>
                  </a:lnTo>
                  <a:lnTo>
                    <a:pt x="1030355" y="987758"/>
                  </a:lnTo>
                  <a:lnTo>
                    <a:pt x="1025543" y="1040081"/>
                  </a:lnTo>
                  <a:lnTo>
                    <a:pt x="1018341" y="1091031"/>
                  </a:lnTo>
                  <a:lnTo>
                    <a:pt x="1008553" y="1140100"/>
                  </a:lnTo>
                  <a:lnTo>
                    <a:pt x="995983" y="1186777"/>
                  </a:lnTo>
                  <a:lnTo>
                    <a:pt x="980435" y="1230555"/>
                  </a:lnTo>
                  <a:lnTo>
                    <a:pt x="961714" y="1270921"/>
                  </a:lnTo>
                  <a:lnTo>
                    <a:pt x="939624" y="1307369"/>
                  </a:lnTo>
                  <a:lnTo>
                    <a:pt x="913968" y="1339386"/>
                  </a:lnTo>
                  <a:lnTo>
                    <a:pt x="858387" y="1388307"/>
                  </a:lnTo>
                  <a:lnTo>
                    <a:pt x="826276" y="1409624"/>
                  </a:lnTo>
                  <a:lnTo>
                    <a:pt x="791495" y="1428998"/>
                  </a:lnTo>
                  <a:lnTo>
                    <a:pt x="754201" y="1446543"/>
                  </a:lnTo>
                  <a:lnTo>
                    <a:pt x="714550" y="1462373"/>
                  </a:lnTo>
                  <a:lnTo>
                    <a:pt x="672701" y="1476604"/>
                  </a:lnTo>
                  <a:lnTo>
                    <a:pt x="628809" y="1489348"/>
                  </a:lnTo>
                  <a:lnTo>
                    <a:pt x="583032" y="1500721"/>
                  </a:lnTo>
                  <a:lnTo>
                    <a:pt x="535527" y="1510836"/>
                  </a:lnTo>
                  <a:lnTo>
                    <a:pt x="486451" y="1519809"/>
                  </a:lnTo>
                  <a:lnTo>
                    <a:pt x="435961" y="1527753"/>
                  </a:lnTo>
                  <a:lnTo>
                    <a:pt x="384215" y="1534782"/>
                  </a:lnTo>
                  <a:lnTo>
                    <a:pt x="331369" y="1541012"/>
                  </a:lnTo>
                  <a:lnTo>
                    <a:pt x="277581" y="1546555"/>
                  </a:lnTo>
                  <a:lnTo>
                    <a:pt x="223007" y="1551527"/>
                  </a:lnTo>
                  <a:lnTo>
                    <a:pt x="167805" y="1556042"/>
                  </a:lnTo>
                  <a:lnTo>
                    <a:pt x="112132" y="1560214"/>
                  </a:lnTo>
                  <a:lnTo>
                    <a:pt x="56144" y="1564157"/>
                  </a:lnTo>
                  <a:lnTo>
                    <a:pt x="0" y="1567986"/>
                  </a:lnTo>
                </a:path>
              </a:pathLst>
            </a:custGeom>
            <a:ln w="28575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5523" y="472249"/>
            <a:ext cx="50939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平</a:t>
            </a:r>
            <a:r>
              <a:rPr dirty="0" spc="-40"/>
              <a:t>面</a:t>
            </a:r>
            <a:r>
              <a:rPr dirty="0" spc="-40"/>
              <a:t>嵌</a:t>
            </a:r>
            <a:r>
              <a:rPr dirty="0" spc="-45"/>
              <a:t>入</a:t>
            </a:r>
            <a:r>
              <a:rPr dirty="0" spc="-10">
                <a:latin typeface="Calibri"/>
                <a:cs typeface="Calibri"/>
              </a:rPr>
              <a:t>(imbedding)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995932"/>
            <a:ext cx="7719059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latin typeface="宋体"/>
                <a:cs typeface="宋体"/>
              </a:rPr>
              <a:t>画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上</a:t>
            </a:r>
            <a:r>
              <a:rPr dirty="0" sz="3200" spc="-30" b="1">
                <a:latin typeface="宋体"/>
                <a:cs typeface="宋体"/>
              </a:rPr>
              <a:t>使</a:t>
            </a:r>
            <a:r>
              <a:rPr dirty="0" sz="3200" spc="-30" b="1">
                <a:latin typeface="宋体"/>
                <a:cs typeface="宋体"/>
              </a:rPr>
              <a:t>得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与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不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40" b="1">
                <a:latin typeface="宋体"/>
                <a:cs typeface="宋体"/>
              </a:rPr>
              <a:t>非</a:t>
            </a:r>
            <a:r>
              <a:rPr dirty="0" sz="3200" spc="-30" b="1">
                <a:latin typeface="宋体"/>
                <a:cs typeface="宋体"/>
              </a:rPr>
              <a:t>顶</a:t>
            </a:r>
            <a:r>
              <a:rPr dirty="0" sz="3200" spc="-30" b="1">
                <a:latin typeface="宋体"/>
                <a:cs typeface="宋体"/>
              </a:rPr>
              <a:t>点</a:t>
            </a:r>
            <a:r>
              <a:rPr dirty="0" sz="3200" spc="-40" b="1">
                <a:latin typeface="宋体"/>
                <a:cs typeface="宋体"/>
              </a:rPr>
              <a:t>处</a:t>
            </a:r>
            <a:r>
              <a:rPr dirty="0" sz="3200" spc="-30" b="1">
                <a:latin typeface="宋体"/>
                <a:cs typeface="宋体"/>
              </a:rPr>
              <a:t>相</a:t>
            </a:r>
            <a:r>
              <a:rPr dirty="0" sz="3200" spc="-50" b="1">
                <a:latin typeface="宋体"/>
                <a:cs typeface="宋体"/>
              </a:rPr>
              <a:t>交</a:t>
            </a:r>
            <a:endParaRPr sz="3200">
              <a:latin typeface="宋体"/>
              <a:cs typeface="宋体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348037" y="4491037"/>
            <a:ext cx="847725" cy="771525"/>
            <a:chOff x="3348037" y="4491037"/>
            <a:chExt cx="847725" cy="7715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8037" y="4491037"/>
              <a:ext cx="161925" cy="1619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8037" y="5100637"/>
              <a:ext cx="161925" cy="16192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429000" y="45720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3837" y="4491037"/>
              <a:ext cx="161925" cy="16192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3837" y="5100637"/>
              <a:ext cx="161925" cy="16192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114800" y="45720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429000" y="4572000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609600"/>
                  </a:lnTo>
                </a:path>
              </a:pathLst>
            </a:custGeom>
            <a:ln w="9525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429000" y="4572000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  <a:path w="685800" h="609600">
                  <a:moveTo>
                    <a:pt x="0" y="609600"/>
                  </a:moveTo>
                  <a:lnTo>
                    <a:pt x="685800" y="609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429000" y="4572000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4706111" y="4226194"/>
            <a:ext cx="1273175" cy="1051560"/>
            <a:chOff x="4706111" y="4226194"/>
            <a:chExt cx="1273175" cy="1051560"/>
          </a:xfrm>
        </p:grpSpPr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6111" y="4477512"/>
              <a:ext cx="190500" cy="1905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6111" y="5087112"/>
              <a:ext cx="190500" cy="1905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4801361" y="4572762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1911" y="4477512"/>
              <a:ext cx="190500" cy="1905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1911" y="5087112"/>
              <a:ext cx="190500" cy="19050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487161" y="4572762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01361" y="4572762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  <a:path w="685800" h="609600">
                  <a:moveTo>
                    <a:pt x="0" y="609600"/>
                  </a:moveTo>
                  <a:lnTo>
                    <a:pt x="685800" y="6096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801361" y="4572762"/>
              <a:ext cx="685800" cy="0"/>
            </a:xfrm>
            <a:custGeom>
              <a:avLst/>
              <a:gdLst/>
              <a:ahLst/>
              <a:cxnLst/>
              <a:rect l="l" t="t" r="r" b="b"/>
              <a:pathLst>
                <a:path w="685800" h="0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01361" y="4245244"/>
              <a:ext cx="1158875" cy="937260"/>
            </a:xfrm>
            <a:custGeom>
              <a:avLst/>
              <a:gdLst/>
              <a:ahLst/>
              <a:cxnLst/>
              <a:rect l="l" t="t" r="r" b="b"/>
              <a:pathLst>
                <a:path w="1158875" h="937260">
                  <a:moveTo>
                    <a:pt x="0" y="327517"/>
                  </a:moveTo>
                  <a:lnTo>
                    <a:pt x="32427" y="287608"/>
                  </a:lnTo>
                  <a:lnTo>
                    <a:pt x="65197" y="248269"/>
                  </a:lnTo>
                  <a:lnTo>
                    <a:pt x="98654" y="210074"/>
                  </a:lnTo>
                  <a:lnTo>
                    <a:pt x="133139" y="173593"/>
                  </a:lnTo>
                  <a:lnTo>
                    <a:pt x="168995" y="139399"/>
                  </a:lnTo>
                  <a:lnTo>
                    <a:pt x="206565" y="108061"/>
                  </a:lnTo>
                  <a:lnTo>
                    <a:pt x="246192" y="80153"/>
                  </a:lnTo>
                  <a:lnTo>
                    <a:pt x="288217" y="56245"/>
                  </a:lnTo>
                  <a:lnTo>
                    <a:pt x="332984" y="36910"/>
                  </a:lnTo>
                  <a:lnTo>
                    <a:pt x="380834" y="22717"/>
                  </a:lnTo>
                  <a:lnTo>
                    <a:pt x="421468" y="14636"/>
                  </a:lnTo>
                  <a:lnTo>
                    <a:pt x="466573" y="8115"/>
                  </a:lnTo>
                  <a:lnTo>
                    <a:pt x="515214" y="3364"/>
                  </a:lnTo>
                  <a:lnTo>
                    <a:pt x="566455" y="589"/>
                  </a:lnTo>
                  <a:lnTo>
                    <a:pt x="619360" y="0"/>
                  </a:lnTo>
                  <a:lnTo>
                    <a:pt x="672993" y="1803"/>
                  </a:lnTo>
                  <a:lnTo>
                    <a:pt x="726418" y="6208"/>
                  </a:lnTo>
                  <a:lnTo>
                    <a:pt x="778699" y="13422"/>
                  </a:lnTo>
                  <a:lnTo>
                    <a:pt x="828899" y="23654"/>
                  </a:lnTo>
                  <a:lnTo>
                    <a:pt x="876084" y="37111"/>
                  </a:lnTo>
                  <a:lnTo>
                    <a:pt x="919316" y="54002"/>
                  </a:lnTo>
                  <a:lnTo>
                    <a:pt x="957660" y="74535"/>
                  </a:lnTo>
                  <a:lnTo>
                    <a:pt x="990180" y="98917"/>
                  </a:lnTo>
                  <a:lnTo>
                    <a:pt x="1018540" y="129370"/>
                  </a:lnTo>
                  <a:lnTo>
                    <a:pt x="1044889" y="167140"/>
                  </a:lnTo>
                  <a:lnTo>
                    <a:pt x="1069019" y="210980"/>
                  </a:lnTo>
                  <a:lnTo>
                    <a:pt x="1090721" y="259641"/>
                  </a:lnTo>
                  <a:lnTo>
                    <a:pt x="1109789" y="311875"/>
                  </a:lnTo>
                  <a:lnTo>
                    <a:pt x="1126014" y="366432"/>
                  </a:lnTo>
                  <a:lnTo>
                    <a:pt x="1139188" y="422065"/>
                  </a:lnTo>
                  <a:lnTo>
                    <a:pt x="1149103" y="477524"/>
                  </a:lnTo>
                  <a:lnTo>
                    <a:pt x="1155551" y="531561"/>
                  </a:lnTo>
                  <a:lnTo>
                    <a:pt x="1158325" y="582928"/>
                  </a:lnTo>
                  <a:lnTo>
                    <a:pt x="1157215" y="630375"/>
                  </a:lnTo>
                  <a:lnTo>
                    <a:pt x="1152015" y="672654"/>
                  </a:lnTo>
                  <a:lnTo>
                    <a:pt x="1125004" y="744327"/>
                  </a:lnTo>
                  <a:lnTo>
                    <a:pt x="1100624" y="775844"/>
                  </a:lnTo>
                  <a:lnTo>
                    <a:pt x="1070064" y="803495"/>
                  </a:lnTo>
                  <a:lnTo>
                    <a:pt x="1034011" y="827712"/>
                  </a:lnTo>
                  <a:lnTo>
                    <a:pt x="993151" y="848923"/>
                  </a:lnTo>
                  <a:lnTo>
                    <a:pt x="948172" y="867558"/>
                  </a:lnTo>
                  <a:lnTo>
                    <a:pt x="899759" y="884046"/>
                  </a:lnTo>
                  <a:lnTo>
                    <a:pt x="848599" y="898817"/>
                  </a:lnTo>
                  <a:lnTo>
                    <a:pt x="795380" y="912299"/>
                  </a:lnTo>
                  <a:lnTo>
                    <a:pt x="740787" y="924923"/>
                  </a:lnTo>
                  <a:lnTo>
                    <a:pt x="685507" y="937117"/>
                  </a:lnTo>
                </a:path>
              </a:pathLst>
            </a:custGeom>
            <a:ln w="38100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球</a:t>
            </a:r>
            <a:r>
              <a:rPr dirty="0" spc="-40"/>
              <a:t>面</a:t>
            </a:r>
            <a:r>
              <a:rPr dirty="0" spc="-40"/>
              <a:t>嵌</a:t>
            </a:r>
            <a:r>
              <a:rPr dirty="0" spc="-45"/>
              <a:t>入</a:t>
            </a:r>
            <a:r>
              <a:rPr dirty="0" spc="15">
                <a:latin typeface="Calibri"/>
                <a:cs typeface="Calibri"/>
              </a:rPr>
              <a:t>, </a:t>
            </a:r>
            <a:r>
              <a:rPr dirty="0" spc="-40"/>
              <a:t>曲</a:t>
            </a:r>
            <a:r>
              <a:rPr dirty="0" spc="-40"/>
              <a:t>面</a:t>
            </a:r>
            <a:r>
              <a:rPr dirty="0" spc="-40"/>
              <a:t>嵌</a:t>
            </a:r>
            <a:r>
              <a:rPr dirty="0" spc="-50"/>
              <a:t>入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995932"/>
            <a:ext cx="7920990" cy="2074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球</a:t>
            </a: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面</a:t>
            </a: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嵌</a:t>
            </a:r>
            <a:r>
              <a:rPr dirty="0" sz="3200" spc="-35" b="1">
                <a:solidFill>
                  <a:srgbClr val="800080"/>
                </a:solidFill>
                <a:latin typeface="宋体"/>
                <a:cs typeface="宋体"/>
              </a:rPr>
              <a:t>入</a:t>
            </a:r>
            <a:r>
              <a:rPr dirty="0" sz="3200" b="1">
                <a:latin typeface="Calibri"/>
                <a:cs typeface="Calibri"/>
              </a:rPr>
              <a:t>: </a:t>
            </a:r>
            <a:r>
              <a:rPr dirty="0" sz="3200" spc="-30" b="1">
                <a:latin typeface="宋体"/>
                <a:cs typeface="宋体"/>
              </a:rPr>
              <a:t>画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30" b="1">
                <a:latin typeface="宋体"/>
                <a:cs typeface="宋体"/>
              </a:rPr>
              <a:t>球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上</a:t>
            </a:r>
            <a:r>
              <a:rPr dirty="0" sz="3200" spc="-30" b="1">
                <a:latin typeface="宋体"/>
                <a:cs typeface="宋体"/>
              </a:rPr>
              <a:t>使</a:t>
            </a:r>
            <a:r>
              <a:rPr dirty="0" sz="3200" spc="-30" b="1">
                <a:latin typeface="宋体"/>
                <a:cs typeface="宋体"/>
              </a:rPr>
              <a:t>得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与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不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40" b="1">
                <a:latin typeface="宋体"/>
                <a:cs typeface="宋体"/>
              </a:rPr>
              <a:t>非</a:t>
            </a:r>
            <a:r>
              <a:rPr dirty="0" sz="3200" spc="-50" b="1">
                <a:latin typeface="宋体"/>
                <a:cs typeface="宋体"/>
              </a:rPr>
              <a:t>顶</a:t>
            </a:r>
            <a:r>
              <a:rPr dirty="0" sz="3200" spc="-30" b="1">
                <a:latin typeface="宋体"/>
                <a:cs typeface="宋体"/>
              </a:rPr>
              <a:t>点</a:t>
            </a:r>
            <a:r>
              <a:rPr dirty="0" sz="3200" spc="-30" b="1">
                <a:latin typeface="宋体"/>
                <a:cs typeface="宋体"/>
              </a:rPr>
              <a:t>处</a:t>
            </a:r>
            <a:r>
              <a:rPr dirty="0" sz="3200" spc="-30" b="1">
                <a:latin typeface="宋体"/>
                <a:cs typeface="宋体"/>
              </a:rPr>
              <a:t>相</a:t>
            </a:r>
            <a:r>
              <a:rPr dirty="0" sz="3200" spc="-50" b="1">
                <a:latin typeface="宋体"/>
                <a:cs typeface="宋体"/>
              </a:rPr>
              <a:t>交</a:t>
            </a:r>
            <a:endParaRPr sz="3200">
              <a:latin typeface="宋体"/>
              <a:cs typeface="宋体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曲</a:t>
            </a: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面</a:t>
            </a: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嵌</a:t>
            </a:r>
            <a:r>
              <a:rPr dirty="0" sz="3200" spc="-35" b="1">
                <a:solidFill>
                  <a:srgbClr val="800080"/>
                </a:solidFill>
                <a:latin typeface="宋体"/>
                <a:cs typeface="宋体"/>
              </a:rPr>
              <a:t>入</a:t>
            </a:r>
            <a:r>
              <a:rPr dirty="0" sz="3200" b="1">
                <a:latin typeface="Calibri"/>
                <a:cs typeface="Calibri"/>
              </a:rPr>
              <a:t>: </a:t>
            </a:r>
            <a:r>
              <a:rPr dirty="0" sz="3200" spc="-30" b="1">
                <a:latin typeface="宋体"/>
                <a:cs typeface="宋体"/>
              </a:rPr>
              <a:t>画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30" b="1">
                <a:latin typeface="宋体"/>
                <a:cs typeface="宋体"/>
              </a:rPr>
              <a:t>曲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上</a:t>
            </a:r>
            <a:r>
              <a:rPr dirty="0" sz="3200" spc="-30" b="1">
                <a:latin typeface="宋体"/>
                <a:cs typeface="宋体"/>
              </a:rPr>
              <a:t>使</a:t>
            </a:r>
            <a:r>
              <a:rPr dirty="0" sz="3200" spc="-30" b="1">
                <a:latin typeface="宋体"/>
                <a:cs typeface="宋体"/>
              </a:rPr>
              <a:t>得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与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不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40" b="1">
                <a:latin typeface="宋体"/>
                <a:cs typeface="宋体"/>
              </a:rPr>
              <a:t>非</a:t>
            </a:r>
            <a:r>
              <a:rPr dirty="0" sz="3200" spc="-50" b="1">
                <a:latin typeface="宋体"/>
                <a:cs typeface="宋体"/>
              </a:rPr>
              <a:t>顶</a:t>
            </a:r>
            <a:r>
              <a:rPr dirty="0" sz="3200" spc="-30" b="1">
                <a:latin typeface="宋体"/>
                <a:cs typeface="宋体"/>
              </a:rPr>
              <a:t>点</a:t>
            </a:r>
            <a:r>
              <a:rPr dirty="0" sz="3200" spc="-30" b="1">
                <a:latin typeface="宋体"/>
                <a:cs typeface="宋体"/>
              </a:rPr>
              <a:t>处</a:t>
            </a:r>
            <a:r>
              <a:rPr dirty="0" sz="3200" spc="-30" b="1">
                <a:latin typeface="宋体"/>
                <a:cs typeface="宋体"/>
              </a:rPr>
              <a:t>相</a:t>
            </a:r>
            <a:r>
              <a:rPr dirty="0" sz="3200" spc="-35" b="1">
                <a:latin typeface="宋体"/>
                <a:cs typeface="宋体"/>
              </a:rPr>
              <a:t>交</a:t>
            </a:r>
            <a:r>
              <a:rPr dirty="0" sz="3200" spc="20" b="1">
                <a:latin typeface="Calibri"/>
                <a:cs typeface="Calibri"/>
              </a:rPr>
              <a:t>, </a:t>
            </a:r>
            <a:r>
              <a:rPr dirty="0" sz="3200" spc="-30" b="1">
                <a:latin typeface="宋体"/>
                <a:cs typeface="宋体"/>
              </a:rPr>
              <a:t>如</a:t>
            </a:r>
            <a:r>
              <a:rPr dirty="0" sz="3200" spc="-30" b="1">
                <a:latin typeface="宋体"/>
                <a:cs typeface="宋体"/>
              </a:rPr>
              <a:t>环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嵌</a:t>
            </a:r>
            <a:r>
              <a:rPr dirty="0" sz="3200" spc="-50" b="1">
                <a:latin typeface="宋体"/>
                <a:cs typeface="宋体"/>
              </a:rPr>
              <a:t>入</a:t>
            </a:r>
            <a:endParaRPr sz="3200">
              <a:latin typeface="宋体"/>
              <a:cs typeface="宋体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878645" y="4872037"/>
            <a:ext cx="1533525" cy="771525"/>
            <a:chOff x="2878645" y="4872037"/>
            <a:chExt cx="1533525" cy="7715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8645" y="4872037"/>
              <a:ext cx="161925" cy="16192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8645" y="5481637"/>
              <a:ext cx="161925" cy="16192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959607" y="49530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64445" y="4872037"/>
              <a:ext cx="161925" cy="16192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4445" y="5481637"/>
              <a:ext cx="161925" cy="16192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645407" y="49530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959607" y="4953000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609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959607" y="4953000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0245" y="4872037"/>
              <a:ext cx="161925" cy="16192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0245" y="5481637"/>
              <a:ext cx="161925" cy="16192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331207" y="49530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45407" y="4953000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609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645407" y="4953000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609600"/>
                  </a:moveTo>
                  <a:lnTo>
                    <a:pt x="6858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959607" y="4953000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0"/>
                  </a:moveTo>
                  <a:lnTo>
                    <a:pt x="1371600" y="6096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959607" y="4953000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609600"/>
                  </a:moveTo>
                  <a:lnTo>
                    <a:pt x="1371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4770120" y="4401311"/>
            <a:ext cx="1833880" cy="1714500"/>
            <a:chOff x="4770120" y="4401311"/>
            <a:chExt cx="1833880" cy="1714500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70120" y="4858511"/>
              <a:ext cx="190500" cy="1905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70120" y="5468111"/>
              <a:ext cx="190500" cy="19050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4865370" y="4953761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w="0" h="609600">
                  <a:moveTo>
                    <a:pt x="0" y="60960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5920" y="4401311"/>
              <a:ext cx="190500" cy="190500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865370" y="44965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457200"/>
                  </a:moveTo>
                  <a:lnTo>
                    <a:pt x="6858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55920" y="5925311"/>
              <a:ext cx="190500" cy="19050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4865370" y="55633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0"/>
                  </a:moveTo>
                  <a:lnTo>
                    <a:pt x="685800" y="4572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4858511"/>
              <a:ext cx="190500" cy="190500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41720" y="5468111"/>
              <a:ext cx="190500" cy="19050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6217920" y="4953761"/>
              <a:ext cx="38100" cy="609600"/>
            </a:xfrm>
            <a:custGeom>
              <a:avLst/>
              <a:gdLst/>
              <a:ahLst/>
              <a:cxnLst/>
              <a:rect l="l" t="t" r="r" b="b"/>
              <a:pathLst>
                <a:path w="38100" h="609600">
                  <a:moveTo>
                    <a:pt x="381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38100" y="6096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551170" y="55633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457200"/>
                  </a:moveTo>
                  <a:lnTo>
                    <a:pt x="6858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551170" y="4496561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0"/>
                  </a:moveTo>
                  <a:lnTo>
                    <a:pt x="685800" y="4572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865370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0"/>
                  </a:moveTo>
                  <a:lnTo>
                    <a:pt x="1371600" y="609600"/>
                  </a:lnTo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865370" y="4953761"/>
              <a:ext cx="1371600" cy="609600"/>
            </a:xfrm>
            <a:custGeom>
              <a:avLst/>
              <a:gdLst/>
              <a:ahLst/>
              <a:cxnLst/>
              <a:rect l="l" t="t" r="r" b="b"/>
              <a:pathLst>
                <a:path w="1371600" h="609600">
                  <a:moveTo>
                    <a:pt x="0" y="609600"/>
                  </a:moveTo>
                  <a:lnTo>
                    <a:pt x="13716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5551170" y="4452574"/>
              <a:ext cx="1033780" cy="1568450"/>
            </a:xfrm>
            <a:custGeom>
              <a:avLst/>
              <a:gdLst/>
              <a:ahLst/>
              <a:cxnLst/>
              <a:rect l="l" t="t" r="r" b="b"/>
              <a:pathLst>
                <a:path w="1033779" h="1568450">
                  <a:moveTo>
                    <a:pt x="0" y="43986"/>
                  </a:moveTo>
                  <a:lnTo>
                    <a:pt x="55504" y="34528"/>
                  </a:lnTo>
                  <a:lnTo>
                    <a:pt x="110809" y="25466"/>
                  </a:lnTo>
                  <a:lnTo>
                    <a:pt x="165718" y="17197"/>
                  </a:lnTo>
                  <a:lnTo>
                    <a:pt x="220032" y="10120"/>
                  </a:lnTo>
                  <a:lnTo>
                    <a:pt x="273552" y="4630"/>
                  </a:lnTo>
                  <a:lnTo>
                    <a:pt x="326080" y="1124"/>
                  </a:lnTo>
                  <a:lnTo>
                    <a:pt x="377418" y="0"/>
                  </a:lnTo>
                  <a:lnTo>
                    <a:pt x="427367" y="1653"/>
                  </a:lnTo>
                  <a:lnTo>
                    <a:pt x="475729" y="6482"/>
                  </a:lnTo>
                  <a:lnTo>
                    <a:pt x="522305" y="14882"/>
                  </a:lnTo>
                  <a:lnTo>
                    <a:pt x="566897" y="27252"/>
                  </a:lnTo>
                  <a:lnTo>
                    <a:pt x="609307" y="43986"/>
                  </a:lnTo>
                  <a:lnTo>
                    <a:pt x="647338" y="63132"/>
                  </a:lnTo>
                  <a:lnTo>
                    <a:pt x="685056" y="85329"/>
                  </a:lnTo>
                  <a:lnTo>
                    <a:pt x="722151" y="110475"/>
                  </a:lnTo>
                  <a:lnTo>
                    <a:pt x="758309" y="138465"/>
                  </a:lnTo>
                  <a:lnTo>
                    <a:pt x="793219" y="169194"/>
                  </a:lnTo>
                  <a:lnTo>
                    <a:pt x="826569" y="202560"/>
                  </a:lnTo>
                  <a:lnTo>
                    <a:pt x="858047" y="238458"/>
                  </a:lnTo>
                  <a:lnTo>
                    <a:pt x="887342" y="276783"/>
                  </a:lnTo>
                  <a:lnTo>
                    <a:pt x="914139" y="317432"/>
                  </a:lnTo>
                  <a:lnTo>
                    <a:pt x="938129" y="360301"/>
                  </a:lnTo>
                  <a:lnTo>
                    <a:pt x="958999" y="405286"/>
                  </a:lnTo>
                  <a:lnTo>
                    <a:pt x="976436" y="452283"/>
                  </a:lnTo>
                  <a:lnTo>
                    <a:pt x="990130" y="501186"/>
                  </a:lnTo>
                  <a:lnTo>
                    <a:pt x="998442" y="539202"/>
                  </a:lnTo>
                  <a:lnTo>
                    <a:pt x="1006323" y="580940"/>
                  </a:lnTo>
                  <a:lnTo>
                    <a:pt x="1013578" y="625893"/>
                  </a:lnTo>
                  <a:lnTo>
                    <a:pt x="1020010" y="673551"/>
                  </a:lnTo>
                  <a:lnTo>
                    <a:pt x="1025423" y="723404"/>
                  </a:lnTo>
                  <a:lnTo>
                    <a:pt x="1029622" y="774942"/>
                  </a:lnTo>
                  <a:lnTo>
                    <a:pt x="1032411" y="827656"/>
                  </a:lnTo>
                  <a:lnTo>
                    <a:pt x="1033593" y="881037"/>
                  </a:lnTo>
                  <a:lnTo>
                    <a:pt x="1032973" y="934574"/>
                  </a:lnTo>
                  <a:lnTo>
                    <a:pt x="1030355" y="987758"/>
                  </a:lnTo>
                  <a:lnTo>
                    <a:pt x="1025543" y="1040081"/>
                  </a:lnTo>
                  <a:lnTo>
                    <a:pt x="1018341" y="1091031"/>
                  </a:lnTo>
                  <a:lnTo>
                    <a:pt x="1008553" y="1140100"/>
                  </a:lnTo>
                  <a:lnTo>
                    <a:pt x="995983" y="1186777"/>
                  </a:lnTo>
                  <a:lnTo>
                    <a:pt x="980435" y="1230555"/>
                  </a:lnTo>
                  <a:lnTo>
                    <a:pt x="961714" y="1270921"/>
                  </a:lnTo>
                  <a:lnTo>
                    <a:pt x="939624" y="1307369"/>
                  </a:lnTo>
                  <a:lnTo>
                    <a:pt x="913968" y="1339386"/>
                  </a:lnTo>
                  <a:lnTo>
                    <a:pt x="858387" y="1388307"/>
                  </a:lnTo>
                  <a:lnTo>
                    <a:pt x="826276" y="1409624"/>
                  </a:lnTo>
                  <a:lnTo>
                    <a:pt x="791495" y="1428998"/>
                  </a:lnTo>
                  <a:lnTo>
                    <a:pt x="754201" y="1446543"/>
                  </a:lnTo>
                  <a:lnTo>
                    <a:pt x="714550" y="1462373"/>
                  </a:lnTo>
                  <a:lnTo>
                    <a:pt x="672701" y="1476604"/>
                  </a:lnTo>
                  <a:lnTo>
                    <a:pt x="628809" y="1489348"/>
                  </a:lnTo>
                  <a:lnTo>
                    <a:pt x="583032" y="1500721"/>
                  </a:lnTo>
                  <a:lnTo>
                    <a:pt x="535527" y="1510836"/>
                  </a:lnTo>
                  <a:lnTo>
                    <a:pt x="486451" y="1519809"/>
                  </a:lnTo>
                  <a:lnTo>
                    <a:pt x="435961" y="1527753"/>
                  </a:lnTo>
                  <a:lnTo>
                    <a:pt x="384215" y="1534782"/>
                  </a:lnTo>
                  <a:lnTo>
                    <a:pt x="331369" y="1541012"/>
                  </a:lnTo>
                  <a:lnTo>
                    <a:pt x="277581" y="1546555"/>
                  </a:lnTo>
                  <a:lnTo>
                    <a:pt x="223007" y="1551527"/>
                  </a:lnTo>
                  <a:lnTo>
                    <a:pt x="167805" y="1556042"/>
                  </a:lnTo>
                  <a:lnTo>
                    <a:pt x="112132" y="1560214"/>
                  </a:lnTo>
                  <a:lnTo>
                    <a:pt x="56144" y="1564157"/>
                  </a:lnTo>
                  <a:lnTo>
                    <a:pt x="0" y="1567986"/>
                  </a:lnTo>
                </a:path>
              </a:pathLst>
            </a:custGeom>
            <a:ln w="38100">
              <a:solidFill>
                <a:srgbClr val="00CC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7705" y="472249"/>
            <a:ext cx="21475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定</a:t>
            </a:r>
            <a:r>
              <a:rPr dirty="0" spc="-40"/>
              <a:t>理</a:t>
            </a:r>
            <a:r>
              <a:rPr dirty="0" spc="-20">
                <a:latin typeface="Calibri"/>
                <a:cs typeface="Calibri"/>
              </a:rPr>
              <a:t>11.1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899005"/>
            <a:ext cx="5060315" cy="11963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latin typeface="宋体"/>
                <a:cs typeface="宋体"/>
              </a:rPr>
              <a:t>可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嵌</a:t>
            </a:r>
            <a:r>
              <a:rPr dirty="0" sz="3200" spc="680" b="1">
                <a:latin typeface="宋体"/>
                <a:cs typeface="宋体"/>
              </a:rPr>
              <a:t>入</a:t>
            </a:r>
            <a:r>
              <a:rPr dirty="0" sz="3200" b="1">
                <a:latin typeface="Symbol"/>
                <a:cs typeface="Symbol"/>
              </a:rPr>
              <a:t>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30" b="1">
                <a:latin typeface="宋体"/>
                <a:cs typeface="宋体"/>
              </a:rPr>
              <a:t>可</a:t>
            </a:r>
            <a:r>
              <a:rPr dirty="0" sz="3200" spc="-30" b="1">
                <a:latin typeface="宋体"/>
                <a:cs typeface="宋体"/>
              </a:rPr>
              <a:t>球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嵌</a:t>
            </a:r>
            <a:r>
              <a:rPr dirty="0" sz="3200" spc="-50" b="1">
                <a:latin typeface="宋体"/>
                <a:cs typeface="宋体"/>
              </a:rPr>
              <a:t>入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  <a:tab pos="1467485" algn="l"/>
                <a:tab pos="4577080" algn="l"/>
              </a:tabLst>
            </a:pP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证</a:t>
            </a: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明</a:t>
            </a:r>
            <a:r>
              <a:rPr dirty="0" sz="3200" spc="-50" b="1">
                <a:latin typeface="Calibri"/>
                <a:cs typeface="Calibri"/>
              </a:rPr>
              <a:t>: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30" b="1">
                <a:latin typeface="宋体"/>
                <a:cs typeface="宋体"/>
              </a:rPr>
              <a:t>连</a:t>
            </a:r>
            <a:r>
              <a:rPr dirty="0" sz="3200" spc="-30" b="1">
                <a:latin typeface="宋体"/>
                <a:cs typeface="宋体"/>
              </a:rPr>
              <a:t>续</a:t>
            </a:r>
            <a:r>
              <a:rPr dirty="0" sz="3200" spc="-30" b="1">
                <a:latin typeface="宋体"/>
                <a:cs typeface="宋体"/>
              </a:rPr>
              <a:t>球</a:t>
            </a:r>
            <a:r>
              <a:rPr dirty="0" sz="3200" spc="-30" b="1">
                <a:latin typeface="宋体"/>
                <a:cs typeface="宋体"/>
              </a:rPr>
              <a:t>极</a:t>
            </a:r>
            <a:r>
              <a:rPr dirty="0" sz="3200" spc="-30" b="1">
                <a:latin typeface="宋体"/>
                <a:cs typeface="宋体"/>
              </a:rPr>
              <a:t>投</a:t>
            </a:r>
            <a:r>
              <a:rPr dirty="0" sz="3200" spc="-35" b="1">
                <a:latin typeface="宋体"/>
                <a:cs typeface="宋体"/>
              </a:rPr>
              <a:t>影</a:t>
            </a:r>
            <a:r>
              <a:rPr dirty="0" sz="3200" spc="-50" b="1">
                <a:latin typeface="Calibri"/>
                <a:cs typeface="Calibri"/>
              </a:rPr>
              <a:t>.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50" b="1">
                <a:latin typeface="Calibri"/>
                <a:cs typeface="Calibri"/>
              </a:rPr>
              <a:t>#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796474" y="3491674"/>
            <a:ext cx="3533775" cy="2390775"/>
            <a:chOff x="3796474" y="3491674"/>
            <a:chExt cx="3533775" cy="2390775"/>
          </a:xfrm>
        </p:grpSpPr>
        <p:sp>
          <p:nvSpPr>
            <p:cNvPr id="5" name="object 5" descr=""/>
            <p:cNvSpPr/>
            <p:nvPr/>
          </p:nvSpPr>
          <p:spPr>
            <a:xfrm>
              <a:off x="5029961" y="3582161"/>
              <a:ext cx="1676400" cy="1600200"/>
            </a:xfrm>
            <a:custGeom>
              <a:avLst/>
              <a:gdLst/>
              <a:ahLst/>
              <a:cxnLst/>
              <a:rect l="l" t="t" r="r" b="b"/>
              <a:pathLst>
                <a:path w="1676400" h="1600200">
                  <a:moveTo>
                    <a:pt x="0" y="800100"/>
                  </a:moveTo>
                  <a:lnTo>
                    <a:pt x="1422" y="753087"/>
                  </a:lnTo>
                  <a:lnTo>
                    <a:pt x="5639" y="706791"/>
                  </a:lnTo>
                  <a:lnTo>
                    <a:pt x="12570" y="661285"/>
                  </a:lnTo>
                  <a:lnTo>
                    <a:pt x="22137" y="616644"/>
                  </a:lnTo>
                  <a:lnTo>
                    <a:pt x="34262" y="572943"/>
                  </a:lnTo>
                  <a:lnTo>
                    <a:pt x="48865" y="530258"/>
                  </a:lnTo>
                  <a:lnTo>
                    <a:pt x="65869" y="488664"/>
                  </a:lnTo>
                  <a:lnTo>
                    <a:pt x="85195" y="448235"/>
                  </a:lnTo>
                  <a:lnTo>
                    <a:pt x="106763" y="409047"/>
                  </a:lnTo>
                  <a:lnTo>
                    <a:pt x="130497" y="371175"/>
                  </a:lnTo>
                  <a:lnTo>
                    <a:pt x="156316" y="334693"/>
                  </a:lnTo>
                  <a:lnTo>
                    <a:pt x="184142" y="299677"/>
                  </a:lnTo>
                  <a:lnTo>
                    <a:pt x="213897" y="266202"/>
                  </a:lnTo>
                  <a:lnTo>
                    <a:pt x="245502" y="234343"/>
                  </a:lnTo>
                  <a:lnTo>
                    <a:pt x="278878" y="204175"/>
                  </a:lnTo>
                  <a:lnTo>
                    <a:pt x="313947" y="175772"/>
                  </a:lnTo>
                  <a:lnTo>
                    <a:pt x="350630" y="149211"/>
                  </a:lnTo>
                  <a:lnTo>
                    <a:pt x="388849" y="124565"/>
                  </a:lnTo>
                  <a:lnTo>
                    <a:pt x="428525" y="101911"/>
                  </a:lnTo>
                  <a:lnTo>
                    <a:pt x="469579" y="81322"/>
                  </a:lnTo>
                  <a:lnTo>
                    <a:pt x="511933" y="62875"/>
                  </a:lnTo>
                  <a:lnTo>
                    <a:pt x="555508" y="46644"/>
                  </a:lnTo>
                  <a:lnTo>
                    <a:pt x="600226" y="32704"/>
                  </a:lnTo>
                  <a:lnTo>
                    <a:pt x="646007" y="21131"/>
                  </a:lnTo>
                  <a:lnTo>
                    <a:pt x="692774" y="11998"/>
                  </a:lnTo>
                  <a:lnTo>
                    <a:pt x="740447" y="5382"/>
                  </a:lnTo>
                  <a:lnTo>
                    <a:pt x="788949" y="1358"/>
                  </a:lnTo>
                  <a:lnTo>
                    <a:pt x="838200" y="0"/>
                  </a:lnTo>
                  <a:lnTo>
                    <a:pt x="887450" y="1358"/>
                  </a:lnTo>
                  <a:lnTo>
                    <a:pt x="935952" y="5382"/>
                  </a:lnTo>
                  <a:lnTo>
                    <a:pt x="983625" y="11998"/>
                  </a:lnTo>
                  <a:lnTo>
                    <a:pt x="1030392" y="21131"/>
                  </a:lnTo>
                  <a:lnTo>
                    <a:pt x="1076173" y="32704"/>
                  </a:lnTo>
                  <a:lnTo>
                    <a:pt x="1120891" y="46644"/>
                  </a:lnTo>
                  <a:lnTo>
                    <a:pt x="1164466" y="62875"/>
                  </a:lnTo>
                  <a:lnTo>
                    <a:pt x="1206820" y="81322"/>
                  </a:lnTo>
                  <a:lnTo>
                    <a:pt x="1247874" y="101911"/>
                  </a:lnTo>
                  <a:lnTo>
                    <a:pt x="1287550" y="124565"/>
                  </a:lnTo>
                  <a:lnTo>
                    <a:pt x="1325769" y="149211"/>
                  </a:lnTo>
                  <a:lnTo>
                    <a:pt x="1362452" y="175772"/>
                  </a:lnTo>
                  <a:lnTo>
                    <a:pt x="1397521" y="204175"/>
                  </a:lnTo>
                  <a:lnTo>
                    <a:pt x="1430897" y="234343"/>
                  </a:lnTo>
                  <a:lnTo>
                    <a:pt x="1462502" y="266202"/>
                  </a:lnTo>
                  <a:lnTo>
                    <a:pt x="1492257" y="299677"/>
                  </a:lnTo>
                  <a:lnTo>
                    <a:pt x="1520083" y="334693"/>
                  </a:lnTo>
                  <a:lnTo>
                    <a:pt x="1545902" y="371175"/>
                  </a:lnTo>
                  <a:lnTo>
                    <a:pt x="1569636" y="409047"/>
                  </a:lnTo>
                  <a:lnTo>
                    <a:pt x="1591204" y="448235"/>
                  </a:lnTo>
                  <a:lnTo>
                    <a:pt x="1610530" y="488664"/>
                  </a:lnTo>
                  <a:lnTo>
                    <a:pt x="1627534" y="530258"/>
                  </a:lnTo>
                  <a:lnTo>
                    <a:pt x="1642137" y="572943"/>
                  </a:lnTo>
                  <a:lnTo>
                    <a:pt x="1654262" y="616644"/>
                  </a:lnTo>
                  <a:lnTo>
                    <a:pt x="1663829" y="661285"/>
                  </a:lnTo>
                  <a:lnTo>
                    <a:pt x="1670760" y="706791"/>
                  </a:lnTo>
                  <a:lnTo>
                    <a:pt x="1674977" y="753087"/>
                  </a:lnTo>
                  <a:lnTo>
                    <a:pt x="1676400" y="800100"/>
                  </a:lnTo>
                  <a:lnTo>
                    <a:pt x="1674977" y="847112"/>
                  </a:lnTo>
                  <a:lnTo>
                    <a:pt x="1670760" y="893408"/>
                  </a:lnTo>
                  <a:lnTo>
                    <a:pt x="1663829" y="938914"/>
                  </a:lnTo>
                  <a:lnTo>
                    <a:pt x="1654262" y="983555"/>
                  </a:lnTo>
                  <a:lnTo>
                    <a:pt x="1642137" y="1027256"/>
                  </a:lnTo>
                  <a:lnTo>
                    <a:pt x="1627534" y="1069941"/>
                  </a:lnTo>
                  <a:lnTo>
                    <a:pt x="1610530" y="1111535"/>
                  </a:lnTo>
                  <a:lnTo>
                    <a:pt x="1591204" y="1151964"/>
                  </a:lnTo>
                  <a:lnTo>
                    <a:pt x="1569636" y="1191152"/>
                  </a:lnTo>
                  <a:lnTo>
                    <a:pt x="1545902" y="1229024"/>
                  </a:lnTo>
                  <a:lnTo>
                    <a:pt x="1520083" y="1265506"/>
                  </a:lnTo>
                  <a:lnTo>
                    <a:pt x="1492257" y="1300522"/>
                  </a:lnTo>
                  <a:lnTo>
                    <a:pt x="1462502" y="1333997"/>
                  </a:lnTo>
                  <a:lnTo>
                    <a:pt x="1430897" y="1365856"/>
                  </a:lnTo>
                  <a:lnTo>
                    <a:pt x="1397521" y="1396024"/>
                  </a:lnTo>
                  <a:lnTo>
                    <a:pt x="1362452" y="1424427"/>
                  </a:lnTo>
                  <a:lnTo>
                    <a:pt x="1325769" y="1450988"/>
                  </a:lnTo>
                  <a:lnTo>
                    <a:pt x="1287550" y="1475634"/>
                  </a:lnTo>
                  <a:lnTo>
                    <a:pt x="1247874" y="1498288"/>
                  </a:lnTo>
                  <a:lnTo>
                    <a:pt x="1206820" y="1518877"/>
                  </a:lnTo>
                  <a:lnTo>
                    <a:pt x="1164466" y="1537324"/>
                  </a:lnTo>
                  <a:lnTo>
                    <a:pt x="1120891" y="1553555"/>
                  </a:lnTo>
                  <a:lnTo>
                    <a:pt x="1076173" y="1567495"/>
                  </a:lnTo>
                  <a:lnTo>
                    <a:pt x="1030392" y="1579068"/>
                  </a:lnTo>
                  <a:lnTo>
                    <a:pt x="983625" y="1588201"/>
                  </a:lnTo>
                  <a:lnTo>
                    <a:pt x="935952" y="1594817"/>
                  </a:lnTo>
                  <a:lnTo>
                    <a:pt x="887450" y="1598841"/>
                  </a:lnTo>
                  <a:lnTo>
                    <a:pt x="838200" y="1600200"/>
                  </a:lnTo>
                  <a:lnTo>
                    <a:pt x="788949" y="1598841"/>
                  </a:lnTo>
                  <a:lnTo>
                    <a:pt x="740447" y="1594817"/>
                  </a:lnTo>
                  <a:lnTo>
                    <a:pt x="692774" y="1588201"/>
                  </a:lnTo>
                  <a:lnTo>
                    <a:pt x="646007" y="1579068"/>
                  </a:lnTo>
                  <a:lnTo>
                    <a:pt x="600226" y="1567495"/>
                  </a:lnTo>
                  <a:lnTo>
                    <a:pt x="555508" y="1553555"/>
                  </a:lnTo>
                  <a:lnTo>
                    <a:pt x="511933" y="1537324"/>
                  </a:lnTo>
                  <a:lnTo>
                    <a:pt x="469579" y="1518877"/>
                  </a:lnTo>
                  <a:lnTo>
                    <a:pt x="428525" y="1498288"/>
                  </a:lnTo>
                  <a:lnTo>
                    <a:pt x="388849" y="1475634"/>
                  </a:lnTo>
                  <a:lnTo>
                    <a:pt x="350630" y="1450988"/>
                  </a:lnTo>
                  <a:lnTo>
                    <a:pt x="313947" y="1424427"/>
                  </a:lnTo>
                  <a:lnTo>
                    <a:pt x="278878" y="1396024"/>
                  </a:lnTo>
                  <a:lnTo>
                    <a:pt x="245502" y="1365856"/>
                  </a:lnTo>
                  <a:lnTo>
                    <a:pt x="213897" y="1333997"/>
                  </a:lnTo>
                  <a:lnTo>
                    <a:pt x="184142" y="1300522"/>
                  </a:lnTo>
                  <a:lnTo>
                    <a:pt x="156316" y="1265506"/>
                  </a:lnTo>
                  <a:lnTo>
                    <a:pt x="130497" y="1229024"/>
                  </a:lnTo>
                  <a:lnTo>
                    <a:pt x="106763" y="1191152"/>
                  </a:lnTo>
                  <a:lnTo>
                    <a:pt x="85195" y="1151964"/>
                  </a:lnTo>
                  <a:lnTo>
                    <a:pt x="65869" y="1111535"/>
                  </a:lnTo>
                  <a:lnTo>
                    <a:pt x="48865" y="1069941"/>
                  </a:lnTo>
                  <a:lnTo>
                    <a:pt x="34262" y="1027256"/>
                  </a:lnTo>
                  <a:lnTo>
                    <a:pt x="22137" y="983555"/>
                  </a:lnTo>
                  <a:lnTo>
                    <a:pt x="12570" y="938914"/>
                  </a:lnTo>
                  <a:lnTo>
                    <a:pt x="5639" y="893408"/>
                  </a:lnTo>
                  <a:lnTo>
                    <a:pt x="1422" y="847112"/>
                  </a:lnTo>
                  <a:lnTo>
                    <a:pt x="0" y="800100"/>
                  </a:lnTo>
                  <a:close/>
                </a:path>
                <a:path w="1676400" h="1600200">
                  <a:moveTo>
                    <a:pt x="0" y="800100"/>
                  </a:moveTo>
                  <a:lnTo>
                    <a:pt x="10970" y="756839"/>
                  </a:lnTo>
                  <a:lnTo>
                    <a:pt x="42731" y="715802"/>
                  </a:lnTo>
                  <a:lnTo>
                    <a:pt x="93557" y="677535"/>
                  </a:lnTo>
                  <a:lnTo>
                    <a:pt x="161723" y="642590"/>
                  </a:lnTo>
                  <a:lnTo>
                    <a:pt x="201768" y="626534"/>
                  </a:lnTo>
                  <a:lnTo>
                    <a:pt x="245502" y="611514"/>
                  </a:lnTo>
                  <a:lnTo>
                    <a:pt x="292707" y="597599"/>
                  </a:lnTo>
                  <a:lnTo>
                    <a:pt x="343168" y="584857"/>
                  </a:lnTo>
                  <a:lnTo>
                    <a:pt x="396670" y="573357"/>
                  </a:lnTo>
                  <a:lnTo>
                    <a:pt x="452997" y="563168"/>
                  </a:lnTo>
                  <a:lnTo>
                    <a:pt x="511933" y="554358"/>
                  </a:lnTo>
                  <a:lnTo>
                    <a:pt x="573262" y="546996"/>
                  </a:lnTo>
                  <a:lnTo>
                    <a:pt x="636769" y="541150"/>
                  </a:lnTo>
                  <a:lnTo>
                    <a:pt x="702238" y="536890"/>
                  </a:lnTo>
                  <a:lnTo>
                    <a:pt x="769454" y="534284"/>
                  </a:lnTo>
                  <a:lnTo>
                    <a:pt x="838200" y="533400"/>
                  </a:lnTo>
                  <a:lnTo>
                    <a:pt x="906945" y="534284"/>
                  </a:lnTo>
                  <a:lnTo>
                    <a:pt x="974161" y="536890"/>
                  </a:lnTo>
                  <a:lnTo>
                    <a:pt x="1039630" y="541150"/>
                  </a:lnTo>
                  <a:lnTo>
                    <a:pt x="1103137" y="546996"/>
                  </a:lnTo>
                  <a:lnTo>
                    <a:pt x="1164466" y="554358"/>
                  </a:lnTo>
                  <a:lnTo>
                    <a:pt x="1223402" y="563168"/>
                  </a:lnTo>
                  <a:lnTo>
                    <a:pt x="1279729" y="573357"/>
                  </a:lnTo>
                  <a:lnTo>
                    <a:pt x="1333231" y="584857"/>
                  </a:lnTo>
                  <a:lnTo>
                    <a:pt x="1383692" y="597599"/>
                  </a:lnTo>
                  <a:lnTo>
                    <a:pt x="1430897" y="611514"/>
                  </a:lnTo>
                  <a:lnTo>
                    <a:pt x="1474631" y="626534"/>
                  </a:lnTo>
                  <a:lnTo>
                    <a:pt x="1514676" y="642590"/>
                  </a:lnTo>
                  <a:lnTo>
                    <a:pt x="1550819" y="659613"/>
                  </a:lnTo>
                  <a:lnTo>
                    <a:pt x="1610530" y="696288"/>
                  </a:lnTo>
                  <a:lnTo>
                    <a:pt x="1652039" y="736008"/>
                  </a:lnTo>
                  <a:lnTo>
                    <a:pt x="1673621" y="778226"/>
                  </a:lnTo>
                  <a:lnTo>
                    <a:pt x="1676400" y="800100"/>
                  </a:lnTo>
                  <a:lnTo>
                    <a:pt x="1673621" y="821973"/>
                  </a:lnTo>
                  <a:lnTo>
                    <a:pt x="1652039" y="864191"/>
                  </a:lnTo>
                  <a:lnTo>
                    <a:pt x="1610530" y="903911"/>
                  </a:lnTo>
                  <a:lnTo>
                    <a:pt x="1550819" y="940586"/>
                  </a:lnTo>
                  <a:lnTo>
                    <a:pt x="1514676" y="957609"/>
                  </a:lnTo>
                  <a:lnTo>
                    <a:pt x="1474631" y="973665"/>
                  </a:lnTo>
                  <a:lnTo>
                    <a:pt x="1430897" y="988685"/>
                  </a:lnTo>
                  <a:lnTo>
                    <a:pt x="1383692" y="1002600"/>
                  </a:lnTo>
                  <a:lnTo>
                    <a:pt x="1333231" y="1015342"/>
                  </a:lnTo>
                  <a:lnTo>
                    <a:pt x="1279729" y="1026842"/>
                  </a:lnTo>
                  <a:lnTo>
                    <a:pt x="1223402" y="1037031"/>
                  </a:lnTo>
                  <a:lnTo>
                    <a:pt x="1164466" y="1045841"/>
                  </a:lnTo>
                  <a:lnTo>
                    <a:pt x="1103137" y="1053203"/>
                  </a:lnTo>
                  <a:lnTo>
                    <a:pt x="1039630" y="1059049"/>
                  </a:lnTo>
                  <a:lnTo>
                    <a:pt x="974161" y="1063309"/>
                  </a:lnTo>
                  <a:lnTo>
                    <a:pt x="906945" y="1065915"/>
                  </a:lnTo>
                  <a:lnTo>
                    <a:pt x="838200" y="1066800"/>
                  </a:lnTo>
                  <a:lnTo>
                    <a:pt x="769454" y="1065915"/>
                  </a:lnTo>
                  <a:lnTo>
                    <a:pt x="702238" y="1063309"/>
                  </a:lnTo>
                  <a:lnTo>
                    <a:pt x="636769" y="1059049"/>
                  </a:lnTo>
                  <a:lnTo>
                    <a:pt x="573262" y="1053203"/>
                  </a:lnTo>
                  <a:lnTo>
                    <a:pt x="511933" y="1045841"/>
                  </a:lnTo>
                  <a:lnTo>
                    <a:pt x="452997" y="1037031"/>
                  </a:lnTo>
                  <a:lnTo>
                    <a:pt x="396670" y="1026842"/>
                  </a:lnTo>
                  <a:lnTo>
                    <a:pt x="343168" y="1015342"/>
                  </a:lnTo>
                  <a:lnTo>
                    <a:pt x="292707" y="1002600"/>
                  </a:lnTo>
                  <a:lnTo>
                    <a:pt x="245502" y="988685"/>
                  </a:lnTo>
                  <a:lnTo>
                    <a:pt x="201768" y="973665"/>
                  </a:lnTo>
                  <a:lnTo>
                    <a:pt x="161723" y="957609"/>
                  </a:lnTo>
                  <a:lnTo>
                    <a:pt x="125580" y="940586"/>
                  </a:lnTo>
                  <a:lnTo>
                    <a:pt x="65869" y="903911"/>
                  </a:lnTo>
                  <a:lnTo>
                    <a:pt x="24360" y="864191"/>
                  </a:lnTo>
                  <a:lnTo>
                    <a:pt x="2778" y="821973"/>
                  </a:lnTo>
                  <a:lnTo>
                    <a:pt x="0" y="8001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639561" y="3582161"/>
              <a:ext cx="533400" cy="1600200"/>
            </a:xfrm>
            <a:custGeom>
              <a:avLst/>
              <a:gdLst/>
              <a:ahLst/>
              <a:cxnLst/>
              <a:rect l="l" t="t" r="r" b="b"/>
              <a:pathLst>
                <a:path w="533400" h="1600200">
                  <a:moveTo>
                    <a:pt x="0" y="800100"/>
                  </a:moveTo>
                  <a:lnTo>
                    <a:pt x="978" y="731064"/>
                  </a:lnTo>
                  <a:lnTo>
                    <a:pt x="3862" y="663659"/>
                  </a:lnTo>
                  <a:lnTo>
                    <a:pt x="8570" y="598125"/>
                  </a:lnTo>
                  <a:lnTo>
                    <a:pt x="15022" y="534702"/>
                  </a:lnTo>
                  <a:lnTo>
                    <a:pt x="23139" y="473630"/>
                  </a:lnTo>
                  <a:lnTo>
                    <a:pt x="32840" y="415149"/>
                  </a:lnTo>
                  <a:lnTo>
                    <a:pt x="44045" y="359501"/>
                  </a:lnTo>
                  <a:lnTo>
                    <a:pt x="56675" y="306924"/>
                  </a:lnTo>
                  <a:lnTo>
                    <a:pt x="70648" y="257659"/>
                  </a:lnTo>
                  <a:lnTo>
                    <a:pt x="85886" y="211946"/>
                  </a:lnTo>
                  <a:lnTo>
                    <a:pt x="102308" y="170025"/>
                  </a:lnTo>
                  <a:lnTo>
                    <a:pt x="119833" y="132136"/>
                  </a:lnTo>
                  <a:lnTo>
                    <a:pt x="138383" y="98521"/>
                  </a:lnTo>
                  <a:lnTo>
                    <a:pt x="178234" y="45068"/>
                  </a:lnTo>
                  <a:lnTo>
                    <a:pt x="221219" y="11587"/>
                  </a:lnTo>
                  <a:lnTo>
                    <a:pt x="266700" y="0"/>
                  </a:lnTo>
                  <a:lnTo>
                    <a:pt x="289711" y="2936"/>
                  </a:lnTo>
                  <a:lnTo>
                    <a:pt x="334024" y="25711"/>
                  </a:lnTo>
                  <a:lnTo>
                    <a:pt x="375523" y="69418"/>
                  </a:lnTo>
                  <a:lnTo>
                    <a:pt x="413566" y="132136"/>
                  </a:lnTo>
                  <a:lnTo>
                    <a:pt x="431091" y="170025"/>
                  </a:lnTo>
                  <a:lnTo>
                    <a:pt x="447513" y="211946"/>
                  </a:lnTo>
                  <a:lnTo>
                    <a:pt x="462751" y="257659"/>
                  </a:lnTo>
                  <a:lnTo>
                    <a:pt x="476724" y="306924"/>
                  </a:lnTo>
                  <a:lnTo>
                    <a:pt x="489354" y="359501"/>
                  </a:lnTo>
                  <a:lnTo>
                    <a:pt x="500559" y="415149"/>
                  </a:lnTo>
                  <a:lnTo>
                    <a:pt x="510260" y="473630"/>
                  </a:lnTo>
                  <a:lnTo>
                    <a:pt x="518377" y="534702"/>
                  </a:lnTo>
                  <a:lnTo>
                    <a:pt x="524829" y="598125"/>
                  </a:lnTo>
                  <a:lnTo>
                    <a:pt x="529537" y="663659"/>
                  </a:lnTo>
                  <a:lnTo>
                    <a:pt x="532421" y="731064"/>
                  </a:lnTo>
                  <a:lnTo>
                    <a:pt x="533400" y="800100"/>
                  </a:lnTo>
                  <a:lnTo>
                    <a:pt x="532421" y="869135"/>
                  </a:lnTo>
                  <a:lnTo>
                    <a:pt x="529537" y="936540"/>
                  </a:lnTo>
                  <a:lnTo>
                    <a:pt x="524829" y="1002074"/>
                  </a:lnTo>
                  <a:lnTo>
                    <a:pt x="518377" y="1065497"/>
                  </a:lnTo>
                  <a:lnTo>
                    <a:pt x="510260" y="1126569"/>
                  </a:lnTo>
                  <a:lnTo>
                    <a:pt x="500559" y="1185050"/>
                  </a:lnTo>
                  <a:lnTo>
                    <a:pt x="489354" y="1240698"/>
                  </a:lnTo>
                  <a:lnTo>
                    <a:pt x="476724" y="1293275"/>
                  </a:lnTo>
                  <a:lnTo>
                    <a:pt x="462751" y="1342540"/>
                  </a:lnTo>
                  <a:lnTo>
                    <a:pt x="447513" y="1388253"/>
                  </a:lnTo>
                  <a:lnTo>
                    <a:pt x="431091" y="1430174"/>
                  </a:lnTo>
                  <a:lnTo>
                    <a:pt x="413566" y="1468063"/>
                  </a:lnTo>
                  <a:lnTo>
                    <a:pt x="395016" y="1501678"/>
                  </a:lnTo>
                  <a:lnTo>
                    <a:pt x="355165" y="1555131"/>
                  </a:lnTo>
                  <a:lnTo>
                    <a:pt x="312180" y="1588612"/>
                  </a:lnTo>
                  <a:lnTo>
                    <a:pt x="266700" y="1600200"/>
                  </a:lnTo>
                  <a:lnTo>
                    <a:pt x="243688" y="1597263"/>
                  </a:lnTo>
                  <a:lnTo>
                    <a:pt x="199375" y="1574488"/>
                  </a:lnTo>
                  <a:lnTo>
                    <a:pt x="157876" y="1530781"/>
                  </a:lnTo>
                  <a:lnTo>
                    <a:pt x="119833" y="1468063"/>
                  </a:lnTo>
                  <a:lnTo>
                    <a:pt x="102308" y="1430174"/>
                  </a:lnTo>
                  <a:lnTo>
                    <a:pt x="85886" y="1388253"/>
                  </a:lnTo>
                  <a:lnTo>
                    <a:pt x="70648" y="1342540"/>
                  </a:lnTo>
                  <a:lnTo>
                    <a:pt x="56675" y="1293275"/>
                  </a:lnTo>
                  <a:lnTo>
                    <a:pt x="44045" y="1240698"/>
                  </a:lnTo>
                  <a:lnTo>
                    <a:pt x="32840" y="1185050"/>
                  </a:lnTo>
                  <a:lnTo>
                    <a:pt x="23139" y="1126569"/>
                  </a:lnTo>
                  <a:lnTo>
                    <a:pt x="15022" y="1065497"/>
                  </a:lnTo>
                  <a:lnTo>
                    <a:pt x="8570" y="1002074"/>
                  </a:lnTo>
                  <a:lnTo>
                    <a:pt x="3862" y="936540"/>
                  </a:lnTo>
                  <a:lnTo>
                    <a:pt x="978" y="869135"/>
                  </a:lnTo>
                  <a:lnTo>
                    <a:pt x="0" y="8001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639561" y="411556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533400"/>
                  </a:moveTo>
                  <a:lnTo>
                    <a:pt x="533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29961" y="4344161"/>
              <a:ext cx="1676400" cy="0"/>
            </a:xfrm>
            <a:custGeom>
              <a:avLst/>
              <a:gdLst/>
              <a:ahLst/>
              <a:cxnLst/>
              <a:rect l="l" t="t" r="r" b="b"/>
              <a:pathLst>
                <a:path w="1676400" h="0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944361" y="3582161"/>
              <a:ext cx="0" cy="1600200"/>
            </a:xfrm>
            <a:custGeom>
              <a:avLst/>
              <a:gdLst/>
              <a:ahLst/>
              <a:cxnLst/>
              <a:rect l="l" t="t" r="r" b="b"/>
              <a:pathLst>
                <a:path w="0" h="1600200">
                  <a:moveTo>
                    <a:pt x="0" y="160020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53874" y="3491674"/>
              <a:ext cx="180975" cy="18097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810761" y="5182361"/>
              <a:ext cx="3505200" cy="685800"/>
            </a:xfrm>
            <a:custGeom>
              <a:avLst/>
              <a:gdLst/>
              <a:ahLst/>
              <a:cxnLst/>
              <a:rect l="l" t="t" r="r" b="b"/>
              <a:pathLst>
                <a:path w="3505200" h="685800">
                  <a:moveTo>
                    <a:pt x="0" y="685800"/>
                  </a:moveTo>
                  <a:lnTo>
                    <a:pt x="876300" y="0"/>
                  </a:lnTo>
                  <a:lnTo>
                    <a:pt x="3505200" y="0"/>
                  </a:lnTo>
                  <a:lnTo>
                    <a:pt x="2628900" y="685800"/>
                  </a:lnTo>
                  <a:lnTo>
                    <a:pt x="0" y="6858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48961" y="3582161"/>
              <a:ext cx="1295400" cy="2057400"/>
            </a:xfrm>
            <a:custGeom>
              <a:avLst/>
              <a:gdLst/>
              <a:ahLst/>
              <a:cxnLst/>
              <a:rect l="l" t="t" r="r" b="b"/>
              <a:pathLst>
                <a:path w="1295400" h="2057400">
                  <a:moveTo>
                    <a:pt x="1295400" y="0"/>
                  </a:moveTo>
                  <a:lnTo>
                    <a:pt x="0" y="20574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8474" y="5549074"/>
              <a:ext cx="180975" cy="18097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20474" y="4329874"/>
              <a:ext cx="180975" cy="180975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762762" y="4253674"/>
            <a:ext cx="2667000" cy="790575"/>
            <a:chOff x="762762" y="4253674"/>
            <a:chExt cx="2667000" cy="790575"/>
          </a:xfrm>
        </p:grpSpPr>
        <p:sp>
          <p:nvSpPr>
            <p:cNvPr id="16" name="object 16" descr=""/>
            <p:cNvSpPr/>
            <p:nvPr/>
          </p:nvSpPr>
          <p:spPr>
            <a:xfrm>
              <a:off x="1677162" y="4267961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7"/>
                  </a:lnTo>
                  <a:lnTo>
                    <a:pt x="11635" y="287185"/>
                  </a:lnTo>
                  <a:lnTo>
                    <a:pt x="25644" y="243293"/>
                  </a:lnTo>
                  <a:lnTo>
                    <a:pt x="44638" y="201887"/>
                  </a:lnTo>
                  <a:lnTo>
                    <a:pt x="68260" y="163323"/>
                  </a:lnTo>
                  <a:lnTo>
                    <a:pt x="96153" y="127960"/>
                  </a:lnTo>
                  <a:lnTo>
                    <a:pt x="127960" y="96153"/>
                  </a:lnTo>
                  <a:lnTo>
                    <a:pt x="163323" y="68260"/>
                  </a:lnTo>
                  <a:lnTo>
                    <a:pt x="201887" y="44638"/>
                  </a:lnTo>
                  <a:lnTo>
                    <a:pt x="243293" y="25644"/>
                  </a:lnTo>
                  <a:lnTo>
                    <a:pt x="287185" y="11635"/>
                  </a:lnTo>
                  <a:lnTo>
                    <a:pt x="333207" y="2968"/>
                  </a:lnTo>
                  <a:lnTo>
                    <a:pt x="381000" y="0"/>
                  </a:lnTo>
                  <a:lnTo>
                    <a:pt x="428792" y="2968"/>
                  </a:lnTo>
                  <a:lnTo>
                    <a:pt x="474814" y="11635"/>
                  </a:lnTo>
                  <a:lnTo>
                    <a:pt x="518706" y="25644"/>
                  </a:lnTo>
                  <a:lnTo>
                    <a:pt x="560112" y="44638"/>
                  </a:lnTo>
                  <a:lnTo>
                    <a:pt x="598676" y="68260"/>
                  </a:lnTo>
                  <a:lnTo>
                    <a:pt x="634039" y="96153"/>
                  </a:lnTo>
                  <a:lnTo>
                    <a:pt x="665846" y="127960"/>
                  </a:lnTo>
                  <a:lnTo>
                    <a:pt x="693739" y="163323"/>
                  </a:lnTo>
                  <a:lnTo>
                    <a:pt x="717361" y="201887"/>
                  </a:lnTo>
                  <a:lnTo>
                    <a:pt x="736355" y="243293"/>
                  </a:lnTo>
                  <a:lnTo>
                    <a:pt x="750364" y="287185"/>
                  </a:lnTo>
                  <a:lnTo>
                    <a:pt x="759031" y="333207"/>
                  </a:lnTo>
                  <a:lnTo>
                    <a:pt x="762000" y="381000"/>
                  </a:lnTo>
                  <a:lnTo>
                    <a:pt x="759031" y="428792"/>
                  </a:lnTo>
                  <a:lnTo>
                    <a:pt x="750364" y="474814"/>
                  </a:lnTo>
                  <a:lnTo>
                    <a:pt x="736355" y="518706"/>
                  </a:lnTo>
                  <a:lnTo>
                    <a:pt x="717361" y="560112"/>
                  </a:lnTo>
                  <a:lnTo>
                    <a:pt x="693739" y="598676"/>
                  </a:lnTo>
                  <a:lnTo>
                    <a:pt x="665846" y="634039"/>
                  </a:lnTo>
                  <a:lnTo>
                    <a:pt x="634039" y="665846"/>
                  </a:lnTo>
                  <a:lnTo>
                    <a:pt x="598676" y="693739"/>
                  </a:lnTo>
                  <a:lnTo>
                    <a:pt x="560112" y="717361"/>
                  </a:lnTo>
                  <a:lnTo>
                    <a:pt x="518706" y="736355"/>
                  </a:lnTo>
                  <a:lnTo>
                    <a:pt x="474814" y="750364"/>
                  </a:lnTo>
                  <a:lnTo>
                    <a:pt x="428792" y="759031"/>
                  </a:lnTo>
                  <a:lnTo>
                    <a:pt x="381000" y="762000"/>
                  </a:lnTo>
                  <a:lnTo>
                    <a:pt x="333207" y="759031"/>
                  </a:lnTo>
                  <a:lnTo>
                    <a:pt x="287185" y="750364"/>
                  </a:lnTo>
                  <a:lnTo>
                    <a:pt x="243293" y="736355"/>
                  </a:lnTo>
                  <a:lnTo>
                    <a:pt x="201887" y="717361"/>
                  </a:lnTo>
                  <a:lnTo>
                    <a:pt x="163323" y="693739"/>
                  </a:lnTo>
                  <a:lnTo>
                    <a:pt x="127960" y="665846"/>
                  </a:lnTo>
                  <a:lnTo>
                    <a:pt x="96153" y="634039"/>
                  </a:lnTo>
                  <a:lnTo>
                    <a:pt x="68260" y="598676"/>
                  </a:lnTo>
                  <a:lnTo>
                    <a:pt x="44638" y="560112"/>
                  </a:lnTo>
                  <a:lnTo>
                    <a:pt x="25644" y="518706"/>
                  </a:lnTo>
                  <a:lnTo>
                    <a:pt x="11635" y="474814"/>
                  </a:lnTo>
                  <a:lnTo>
                    <a:pt x="2968" y="428792"/>
                  </a:lnTo>
                  <a:lnTo>
                    <a:pt x="0" y="38100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62762" y="5029961"/>
              <a:ext cx="2667000" cy="0"/>
            </a:xfrm>
            <a:custGeom>
              <a:avLst/>
              <a:gdLst/>
              <a:ahLst/>
              <a:cxnLst/>
              <a:rect l="l" t="t" r="r" b="b"/>
              <a:pathLst>
                <a:path w="2667000" h="0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91362" y="4267961"/>
              <a:ext cx="1066800" cy="762000"/>
            </a:xfrm>
            <a:custGeom>
              <a:avLst/>
              <a:gdLst/>
              <a:ahLst/>
              <a:cxnLst/>
              <a:rect l="l" t="t" r="r" b="b"/>
              <a:pathLst>
                <a:path w="1066800" h="762000">
                  <a:moveTo>
                    <a:pt x="0" y="762000"/>
                  </a:moveTo>
                  <a:lnTo>
                    <a:pt x="10668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600962" y="4267961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457200" y="0"/>
                  </a:moveTo>
                  <a:lnTo>
                    <a:pt x="0" y="76200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8026" y="472249"/>
            <a:ext cx="58483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"/>
              <a:t>面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5560" rIns="0" bIns="0" rtlCol="0" vert="horz">
            <a:spAutoFit/>
          </a:bodyPr>
          <a:lstStyle/>
          <a:p>
            <a:pPr marL="381000" marR="30480" indent="-342900">
              <a:lnSpc>
                <a:spcPts val="3779"/>
              </a:lnSpc>
              <a:spcBef>
                <a:spcPts val="280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dirty="0" spc="-30">
                <a:solidFill>
                  <a:srgbClr val="800080"/>
                </a:solidFill>
              </a:rPr>
              <a:t>区</a:t>
            </a:r>
            <a:r>
              <a:rPr dirty="0" spc="-30">
                <a:solidFill>
                  <a:srgbClr val="800080"/>
                </a:solidFill>
              </a:rPr>
              <a:t>域</a:t>
            </a:r>
            <a:r>
              <a:rPr dirty="0" spc="-10">
                <a:latin typeface="Calibri"/>
                <a:cs typeface="Calibri"/>
              </a:rPr>
              <a:t>(region):</a:t>
            </a:r>
            <a:r>
              <a:rPr dirty="0" spc="-30"/>
              <a:t>不</a:t>
            </a:r>
            <a:r>
              <a:rPr dirty="0" spc="-30"/>
              <a:t>含</a:t>
            </a:r>
            <a:r>
              <a:rPr dirty="0" spc="-30"/>
              <a:t>顶</a:t>
            </a:r>
            <a:r>
              <a:rPr dirty="0" spc="-30"/>
              <a:t>点</a:t>
            </a:r>
            <a:r>
              <a:rPr dirty="0" spc="-30"/>
              <a:t>与</a:t>
            </a:r>
            <a:r>
              <a:rPr dirty="0" spc="-30"/>
              <a:t>边</a:t>
            </a:r>
            <a:r>
              <a:rPr dirty="0" spc="-40"/>
              <a:t>的</a:t>
            </a:r>
            <a:r>
              <a:rPr dirty="0" spc="-30"/>
              <a:t>极</a:t>
            </a:r>
            <a:r>
              <a:rPr dirty="0" spc="-30"/>
              <a:t>大</a:t>
            </a:r>
            <a:r>
              <a:rPr dirty="0" spc="-40"/>
              <a:t>连</a:t>
            </a:r>
            <a:r>
              <a:rPr dirty="0" spc="-30"/>
              <a:t>通</a:t>
            </a:r>
            <a:r>
              <a:rPr dirty="0" spc="-30"/>
              <a:t>曲</a:t>
            </a:r>
            <a:r>
              <a:rPr dirty="0" spc="-40"/>
              <a:t>面</a:t>
            </a:r>
            <a:r>
              <a:rPr dirty="0" spc="-50">
                <a:latin typeface="Calibri"/>
                <a:cs typeface="Calibri"/>
              </a:rPr>
              <a:t>, R</a:t>
            </a:r>
          </a:p>
          <a:p>
            <a:pPr marL="381000" marR="144780" indent="-342900">
              <a:lnSpc>
                <a:spcPts val="3779"/>
              </a:lnSpc>
              <a:spcBef>
                <a:spcPts val="88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dirty="0" spc="-30">
                <a:solidFill>
                  <a:srgbClr val="800080"/>
                </a:solidFill>
              </a:rPr>
              <a:t>外</a:t>
            </a:r>
            <a:r>
              <a:rPr dirty="0" spc="-30">
                <a:solidFill>
                  <a:srgbClr val="800080"/>
                </a:solidFill>
              </a:rPr>
              <a:t>部</a:t>
            </a:r>
            <a:r>
              <a:rPr dirty="0" spc="-30">
                <a:solidFill>
                  <a:srgbClr val="800080"/>
                </a:solidFill>
              </a:rPr>
              <a:t>区</a:t>
            </a:r>
            <a:r>
              <a:rPr dirty="0" spc="-35">
                <a:solidFill>
                  <a:srgbClr val="800080"/>
                </a:solidFill>
              </a:rPr>
              <a:t>域</a:t>
            </a:r>
            <a:r>
              <a:rPr dirty="0">
                <a:latin typeface="Calibri"/>
                <a:cs typeface="Calibri"/>
              </a:rPr>
              <a:t>(exterior</a:t>
            </a:r>
            <a:r>
              <a:rPr dirty="0" spc="-4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</a:t>
            </a:r>
            <a:r>
              <a:rPr dirty="0" spc="-10">
                <a:latin typeface="Calibri"/>
                <a:cs typeface="Calibri"/>
              </a:rPr>
              <a:t>): </a:t>
            </a:r>
            <a:r>
              <a:rPr dirty="0" spc="-30"/>
              <a:t>面</a:t>
            </a:r>
            <a:r>
              <a:rPr dirty="0" spc="-30"/>
              <a:t>积</a:t>
            </a:r>
            <a:r>
              <a:rPr dirty="0" spc="-30"/>
              <a:t>无</a:t>
            </a:r>
            <a:r>
              <a:rPr dirty="0" spc="-30"/>
              <a:t>限</a:t>
            </a:r>
            <a:r>
              <a:rPr dirty="0" spc="-30"/>
              <a:t>的</a:t>
            </a:r>
            <a:r>
              <a:rPr dirty="0" spc="-30"/>
              <a:t>区</a:t>
            </a:r>
            <a:r>
              <a:rPr dirty="0" spc="-35"/>
              <a:t>域</a:t>
            </a:r>
            <a:r>
              <a:rPr dirty="0" spc="-50">
                <a:latin typeface="Calibri"/>
                <a:cs typeface="Calibri"/>
              </a:rPr>
              <a:t>, </a:t>
            </a:r>
            <a:r>
              <a:rPr dirty="0" spc="-25">
                <a:latin typeface="Calibri"/>
                <a:cs typeface="Calibri"/>
              </a:rPr>
              <a:t>R</a:t>
            </a:r>
            <a:r>
              <a:rPr dirty="0" baseline="-21164" sz="3150" spc="-37">
                <a:latin typeface="Calibri"/>
                <a:cs typeface="Calibri"/>
              </a:rPr>
              <a:t>0</a:t>
            </a:r>
            <a:endParaRPr baseline="-21164" sz="3150">
              <a:latin typeface="Calibri"/>
              <a:cs typeface="Calibri"/>
            </a:endParaRPr>
          </a:p>
          <a:p>
            <a:pPr marL="381000" indent="-342900">
              <a:lnSpc>
                <a:spcPct val="100000"/>
              </a:lnSpc>
              <a:spcBef>
                <a:spcPts val="71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dirty="0" spc="-30">
                <a:solidFill>
                  <a:srgbClr val="800080"/>
                </a:solidFill>
              </a:rPr>
              <a:t>区</a:t>
            </a:r>
            <a:r>
              <a:rPr dirty="0" spc="-30">
                <a:solidFill>
                  <a:srgbClr val="800080"/>
                </a:solidFill>
              </a:rPr>
              <a:t>域</a:t>
            </a:r>
            <a:r>
              <a:rPr dirty="0" spc="-30">
                <a:solidFill>
                  <a:srgbClr val="800080"/>
                </a:solidFill>
              </a:rPr>
              <a:t>边</a:t>
            </a:r>
            <a:r>
              <a:rPr dirty="0" spc="-35">
                <a:solidFill>
                  <a:srgbClr val="800080"/>
                </a:solidFill>
              </a:rPr>
              <a:t>界</a:t>
            </a:r>
            <a:r>
              <a:rPr dirty="0">
                <a:latin typeface="Calibri"/>
                <a:cs typeface="Calibri"/>
              </a:rPr>
              <a:t>(boundary</a:t>
            </a:r>
            <a:r>
              <a:rPr dirty="0" spc="-45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dirty="0" spc="1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region)</a:t>
            </a:r>
            <a:r>
              <a:rPr dirty="0" spc="-10">
                <a:latin typeface="Calibri"/>
                <a:cs typeface="Calibri"/>
              </a:rPr>
              <a:t>: </a:t>
            </a:r>
            <a:r>
              <a:rPr dirty="0" spc="-30"/>
              <a:t>与</a:t>
            </a:r>
            <a:r>
              <a:rPr dirty="0" spc="-10">
                <a:latin typeface="Calibri"/>
                <a:cs typeface="Calibri"/>
              </a:rPr>
              <a:t>R</a:t>
            </a:r>
            <a:r>
              <a:rPr dirty="0" spc="-30"/>
              <a:t>关</a:t>
            </a:r>
            <a:r>
              <a:rPr dirty="0" spc="-30"/>
              <a:t>联</a:t>
            </a:r>
            <a:r>
              <a:rPr dirty="0" spc="-30"/>
              <a:t>的</a:t>
            </a:r>
            <a:r>
              <a:rPr dirty="0" spc="-50"/>
              <a:t>边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12140" y="4227677"/>
            <a:ext cx="4383405" cy="1196340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865"/>
              </a:spcBef>
            </a:pPr>
            <a:r>
              <a:rPr dirty="0" sz="3200" spc="-30" b="1">
                <a:latin typeface="宋体"/>
                <a:cs typeface="宋体"/>
              </a:rPr>
              <a:t>和</a:t>
            </a:r>
            <a:r>
              <a:rPr dirty="0" sz="3200" spc="-30" b="1">
                <a:latin typeface="宋体"/>
                <a:cs typeface="宋体"/>
              </a:rPr>
              <a:t>顶</a:t>
            </a:r>
            <a:r>
              <a:rPr dirty="0" sz="3200" spc="-30" b="1">
                <a:latin typeface="宋体"/>
                <a:cs typeface="宋体"/>
              </a:rPr>
              <a:t>点</a:t>
            </a:r>
            <a:r>
              <a:rPr dirty="0" sz="3200" spc="-30" b="1">
                <a:latin typeface="宋体"/>
                <a:cs typeface="宋体"/>
              </a:rPr>
              <a:t>构</a:t>
            </a:r>
            <a:r>
              <a:rPr dirty="0" sz="3200" spc="-30" b="1">
                <a:latin typeface="宋体"/>
                <a:cs typeface="宋体"/>
              </a:rPr>
              <a:t>成</a:t>
            </a:r>
            <a:r>
              <a:rPr dirty="0" sz="3200" spc="-30" b="1">
                <a:latin typeface="宋体"/>
                <a:cs typeface="宋体"/>
              </a:rPr>
              <a:t>的</a:t>
            </a:r>
            <a:r>
              <a:rPr dirty="0" sz="3200" spc="-30" b="1">
                <a:latin typeface="宋体"/>
                <a:cs typeface="宋体"/>
              </a:rPr>
              <a:t>子</a:t>
            </a:r>
            <a:r>
              <a:rPr dirty="0" sz="3200" spc="-35" b="1">
                <a:latin typeface="宋体"/>
                <a:cs typeface="宋体"/>
              </a:rPr>
              <a:t>图</a:t>
            </a:r>
            <a:r>
              <a:rPr dirty="0" sz="3200" spc="-60" b="1">
                <a:latin typeface="Calibri"/>
                <a:cs typeface="Calibri"/>
              </a:rPr>
              <a:t>,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面</a:t>
            </a:r>
            <a:r>
              <a:rPr dirty="0" sz="3200" b="1">
                <a:latin typeface="Calibri"/>
                <a:cs typeface="Calibri"/>
              </a:rPr>
              <a:t>(face</a:t>
            </a:r>
            <a:r>
              <a:rPr dirty="0" sz="3200" spc="-10" b="1">
                <a:latin typeface="Calibri"/>
                <a:cs typeface="Calibri"/>
              </a:rPr>
              <a:t>): </a:t>
            </a:r>
            <a:r>
              <a:rPr dirty="0" sz="3200" spc="-30" b="1">
                <a:latin typeface="宋体"/>
                <a:cs typeface="宋体"/>
              </a:rPr>
              <a:t>区</a:t>
            </a:r>
            <a:r>
              <a:rPr dirty="0" sz="3200" spc="-30" b="1">
                <a:latin typeface="宋体"/>
                <a:cs typeface="宋体"/>
              </a:rPr>
              <a:t>域</a:t>
            </a:r>
            <a:r>
              <a:rPr dirty="0" sz="3200" spc="-30" b="1">
                <a:latin typeface="宋体"/>
                <a:cs typeface="宋体"/>
              </a:rPr>
              <a:t>及</a:t>
            </a:r>
            <a:r>
              <a:rPr dirty="0" sz="3200" spc="-30" b="1">
                <a:latin typeface="宋体"/>
                <a:cs typeface="宋体"/>
              </a:rPr>
              <a:t>其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50" b="1">
                <a:latin typeface="宋体"/>
                <a:cs typeface="宋体"/>
              </a:rPr>
              <a:t>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12140" y="5495035"/>
            <a:ext cx="6741159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面</a:t>
            </a: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的</a:t>
            </a: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次</a:t>
            </a:r>
            <a:r>
              <a:rPr dirty="0" sz="3200" spc="-35" b="1">
                <a:solidFill>
                  <a:srgbClr val="800080"/>
                </a:solidFill>
                <a:latin typeface="宋体"/>
                <a:cs typeface="宋体"/>
              </a:rPr>
              <a:t>数</a:t>
            </a:r>
            <a:r>
              <a:rPr dirty="0" sz="3200" b="1">
                <a:latin typeface="Calibri"/>
                <a:cs typeface="Calibri"/>
              </a:rPr>
              <a:t>(degree)</a:t>
            </a:r>
            <a:r>
              <a:rPr dirty="0" sz="3200" spc="-5" b="1">
                <a:latin typeface="Calibri"/>
                <a:cs typeface="Calibri"/>
              </a:rPr>
              <a:t>: </a:t>
            </a:r>
            <a:r>
              <a:rPr dirty="0" sz="3200" b="1">
                <a:latin typeface="Calibri"/>
                <a:cs typeface="Calibri"/>
              </a:rPr>
              <a:t>deg</a:t>
            </a:r>
            <a:r>
              <a:rPr dirty="0" sz="3200" spc="-15" b="1">
                <a:latin typeface="Calibri"/>
                <a:cs typeface="Calibri"/>
              </a:rPr>
              <a:t>( </a:t>
            </a:r>
            <a:r>
              <a:rPr dirty="0" sz="3200" b="1">
                <a:latin typeface="Calibri"/>
                <a:cs typeface="Calibri"/>
              </a:rPr>
              <a:t>R</a:t>
            </a:r>
            <a:r>
              <a:rPr dirty="0" sz="3200" spc="-10" b="1">
                <a:latin typeface="Calibri"/>
                <a:cs typeface="Calibri"/>
              </a:rPr>
              <a:t> )=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界</a:t>
            </a:r>
            <a:r>
              <a:rPr dirty="0" sz="3200" spc="-30" b="1">
                <a:latin typeface="宋体"/>
                <a:cs typeface="宋体"/>
              </a:rPr>
              <a:t>长</a:t>
            </a:r>
            <a:r>
              <a:rPr dirty="0" sz="3200" spc="-50" b="1">
                <a:latin typeface="宋体"/>
                <a:cs typeface="宋体"/>
              </a:rPr>
              <a:t>度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13360" y="4292784"/>
            <a:ext cx="645160" cy="571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50" spc="340">
                <a:latin typeface="Symbol"/>
                <a:cs typeface="Symbol"/>
              </a:rPr>
              <a:t></a:t>
            </a:r>
            <a:r>
              <a:rPr dirty="0" sz="3550" spc="340">
                <a:latin typeface="Times New Roman"/>
                <a:cs typeface="Times New Roman"/>
              </a:rPr>
              <a:t>R</a:t>
            </a:r>
            <a:endParaRPr sz="355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929437" y="4567237"/>
            <a:ext cx="1533525" cy="695325"/>
            <a:chOff x="6929437" y="4567237"/>
            <a:chExt cx="1533525" cy="69532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2837" y="4567237"/>
              <a:ext cx="161925" cy="16192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2837" y="5100637"/>
              <a:ext cx="161925" cy="16192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543800" y="4648200"/>
              <a:ext cx="0" cy="533400"/>
            </a:xfrm>
            <a:custGeom>
              <a:avLst/>
              <a:gdLst/>
              <a:ahLst/>
              <a:cxnLst/>
              <a:rect l="l" t="t" r="r" b="b"/>
              <a:pathLst>
                <a:path w="0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237" y="4872037"/>
              <a:ext cx="161925" cy="16192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7543800" y="4648200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0"/>
                  </a:moveTo>
                  <a:lnTo>
                    <a:pt x="533400" y="3048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543800" y="495300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0" y="228600"/>
                  </a:moveTo>
                  <a:lnTo>
                    <a:pt x="457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077200" y="47244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5031" y="146821"/>
                  </a:lnTo>
                  <a:lnTo>
                    <a:pt x="19363" y="106724"/>
                  </a:lnTo>
                  <a:lnTo>
                    <a:pt x="41851" y="71353"/>
                  </a:lnTo>
                  <a:lnTo>
                    <a:pt x="71353" y="41851"/>
                  </a:lnTo>
                  <a:lnTo>
                    <a:pt x="106724" y="19363"/>
                  </a:lnTo>
                  <a:lnTo>
                    <a:pt x="146821" y="5031"/>
                  </a:lnTo>
                  <a:lnTo>
                    <a:pt x="190500" y="0"/>
                  </a:lnTo>
                  <a:lnTo>
                    <a:pt x="234178" y="5031"/>
                  </a:lnTo>
                  <a:lnTo>
                    <a:pt x="274275" y="19363"/>
                  </a:lnTo>
                  <a:lnTo>
                    <a:pt x="309646" y="41851"/>
                  </a:lnTo>
                  <a:lnTo>
                    <a:pt x="339148" y="71353"/>
                  </a:lnTo>
                  <a:lnTo>
                    <a:pt x="361636" y="106724"/>
                  </a:lnTo>
                  <a:lnTo>
                    <a:pt x="375968" y="146821"/>
                  </a:lnTo>
                  <a:lnTo>
                    <a:pt x="381000" y="190500"/>
                  </a:lnTo>
                  <a:lnTo>
                    <a:pt x="375968" y="234178"/>
                  </a:lnTo>
                  <a:lnTo>
                    <a:pt x="361636" y="274275"/>
                  </a:lnTo>
                  <a:lnTo>
                    <a:pt x="339148" y="309646"/>
                  </a:lnTo>
                  <a:lnTo>
                    <a:pt x="309646" y="339148"/>
                  </a:lnTo>
                  <a:lnTo>
                    <a:pt x="274275" y="361636"/>
                  </a:lnTo>
                  <a:lnTo>
                    <a:pt x="234178" y="375968"/>
                  </a:lnTo>
                  <a:lnTo>
                    <a:pt x="190500" y="381000"/>
                  </a:lnTo>
                  <a:lnTo>
                    <a:pt x="146821" y="375968"/>
                  </a:lnTo>
                  <a:lnTo>
                    <a:pt x="106724" y="361636"/>
                  </a:lnTo>
                  <a:lnTo>
                    <a:pt x="71353" y="339148"/>
                  </a:lnTo>
                  <a:lnTo>
                    <a:pt x="41851" y="309646"/>
                  </a:lnTo>
                  <a:lnTo>
                    <a:pt x="19363" y="274275"/>
                  </a:lnTo>
                  <a:lnTo>
                    <a:pt x="5031" y="234178"/>
                  </a:lnTo>
                  <a:lnTo>
                    <a:pt x="0" y="1905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29437" y="4795837"/>
              <a:ext cx="161925" cy="16192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010400" y="4648200"/>
              <a:ext cx="533400" cy="228600"/>
            </a:xfrm>
            <a:custGeom>
              <a:avLst/>
              <a:gdLst/>
              <a:ahLst/>
              <a:cxnLst/>
              <a:rect l="l" t="t" r="r" b="b"/>
              <a:pathLst>
                <a:path w="533400" h="228600">
                  <a:moveTo>
                    <a:pt x="0" y="228600"/>
                  </a:moveTo>
                  <a:lnTo>
                    <a:pt x="5334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7705" y="472249"/>
            <a:ext cx="21475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定</a:t>
            </a:r>
            <a:r>
              <a:rPr dirty="0" spc="-40"/>
              <a:t>理</a:t>
            </a:r>
            <a:r>
              <a:rPr dirty="0" spc="-20">
                <a:latin typeface="Calibri"/>
                <a:cs typeface="Calibri"/>
              </a:rPr>
              <a:t>11.2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84195" y="2654300"/>
            <a:ext cx="396240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2700"/>
              </a:lnSpc>
              <a:spcBef>
                <a:spcPts val="100"/>
              </a:spcBef>
            </a:pPr>
            <a:r>
              <a:rPr dirty="0" baseline="-16975" sz="5400" spc="-37" b="1">
                <a:latin typeface="Symbol"/>
                <a:cs typeface="Symbol"/>
              </a:rPr>
              <a:t></a:t>
            </a:r>
            <a:r>
              <a:rPr dirty="0" sz="2400" spc="-25" b="1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  <a:p>
            <a:pPr marL="431800">
              <a:lnSpc>
                <a:spcPts val="2700"/>
              </a:lnSpc>
              <a:tabLst>
                <a:tab pos="3695700" algn="l"/>
              </a:tabLst>
            </a:pPr>
            <a:r>
              <a:rPr dirty="0" baseline="-20833" sz="3600" b="1">
                <a:latin typeface="Calibri"/>
                <a:cs typeface="Calibri"/>
              </a:rPr>
              <a:t>i=1</a:t>
            </a:r>
            <a:r>
              <a:rPr dirty="0" sz="3600" b="1">
                <a:latin typeface="Calibri"/>
                <a:cs typeface="Calibri"/>
              </a:rPr>
              <a:t>deg(R</a:t>
            </a:r>
            <a:r>
              <a:rPr dirty="0" baseline="-20833" sz="3600" b="1">
                <a:latin typeface="Calibri"/>
                <a:cs typeface="Calibri"/>
              </a:rPr>
              <a:t>i</a:t>
            </a:r>
            <a:r>
              <a:rPr dirty="0" sz="3600" b="1">
                <a:latin typeface="Calibri"/>
                <a:cs typeface="Calibri"/>
              </a:rPr>
              <a:t>)</a:t>
            </a:r>
            <a:r>
              <a:rPr dirty="0" sz="3600" spc="-15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=</a:t>
            </a:r>
            <a:r>
              <a:rPr dirty="0" sz="3600" spc="-20" b="1">
                <a:latin typeface="Calibri"/>
                <a:cs typeface="Calibri"/>
              </a:rPr>
              <a:t> </a:t>
            </a:r>
            <a:r>
              <a:rPr dirty="0" sz="3600" spc="-25" b="1">
                <a:latin typeface="Calibri"/>
                <a:cs typeface="Calibri"/>
              </a:rPr>
              <a:t>2m.</a:t>
            </a:r>
            <a:r>
              <a:rPr dirty="0" sz="3600" b="1">
                <a:latin typeface="Calibri"/>
                <a:cs typeface="Calibri"/>
              </a:rPr>
              <a:t>	</a:t>
            </a:r>
            <a:r>
              <a:rPr dirty="0" sz="3600" spc="-50" b="1">
                <a:latin typeface="Calibri"/>
                <a:cs typeface="Calibri"/>
              </a:rPr>
              <a:t>#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7705" y="472249"/>
            <a:ext cx="21475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定</a:t>
            </a:r>
            <a:r>
              <a:rPr dirty="0" spc="-40"/>
              <a:t>理</a:t>
            </a:r>
            <a:r>
              <a:rPr dirty="0" spc="-20">
                <a:latin typeface="Calibri"/>
                <a:cs typeface="Calibri"/>
              </a:rPr>
              <a:t>11.3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645412"/>
            <a:ext cx="7719059" cy="262953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55600" marR="5080" indent="-342900">
              <a:lnSpc>
                <a:spcPts val="3600"/>
              </a:lnSpc>
              <a:spcBef>
                <a:spcPts val="4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latin typeface="宋体"/>
                <a:cs typeface="宋体"/>
              </a:rPr>
              <a:t>任</a:t>
            </a:r>
            <a:r>
              <a:rPr dirty="0" sz="3200" spc="-30" b="1">
                <a:latin typeface="宋体"/>
                <a:cs typeface="宋体"/>
              </a:rPr>
              <a:t>何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嵌</a:t>
            </a:r>
            <a:r>
              <a:rPr dirty="0" sz="3200" spc="-30" b="1">
                <a:latin typeface="宋体"/>
                <a:cs typeface="宋体"/>
              </a:rPr>
              <a:t>入</a:t>
            </a:r>
            <a:r>
              <a:rPr dirty="0" sz="3200" spc="-30" b="1">
                <a:latin typeface="宋体"/>
                <a:cs typeface="宋体"/>
              </a:rPr>
              <a:t>的</a:t>
            </a:r>
            <a:r>
              <a:rPr dirty="0" sz="3200" spc="-30" b="1">
                <a:latin typeface="宋体"/>
                <a:cs typeface="宋体"/>
              </a:rPr>
              <a:t>内</a:t>
            </a:r>
            <a:r>
              <a:rPr dirty="0" sz="3200" spc="-30" b="1">
                <a:latin typeface="宋体"/>
                <a:cs typeface="宋体"/>
              </a:rPr>
              <a:t>部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都</a:t>
            </a:r>
            <a:r>
              <a:rPr dirty="0" sz="3200" spc="-30" b="1">
                <a:latin typeface="宋体"/>
                <a:cs typeface="宋体"/>
              </a:rPr>
              <a:t>可</a:t>
            </a:r>
            <a:r>
              <a:rPr dirty="0" sz="3200" spc="-40" b="1">
                <a:latin typeface="宋体"/>
                <a:cs typeface="宋体"/>
              </a:rPr>
              <a:t>以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30" b="1">
                <a:latin typeface="宋体"/>
                <a:cs typeface="宋体"/>
              </a:rPr>
              <a:t>另</a:t>
            </a:r>
            <a:r>
              <a:rPr dirty="0" sz="3200" spc="-40" b="1">
                <a:latin typeface="宋体"/>
                <a:cs typeface="宋体"/>
              </a:rPr>
              <a:t>一</a:t>
            </a:r>
            <a:r>
              <a:rPr dirty="0" sz="3200" spc="-30" b="1">
                <a:latin typeface="宋体"/>
                <a:cs typeface="宋体"/>
              </a:rPr>
              <a:t>种</a:t>
            </a:r>
            <a:r>
              <a:rPr dirty="0" sz="3200" spc="-5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嵌</a:t>
            </a:r>
            <a:r>
              <a:rPr dirty="0" sz="3200" spc="-30" b="1">
                <a:latin typeface="宋体"/>
                <a:cs typeface="宋体"/>
              </a:rPr>
              <a:t>入</a:t>
            </a:r>
            <a:r>
              <a:rPr dirty="0" sz="3200" spc="-30" b="1">
                <a:latin typeface="宋体"/>
                <a:cs typeface="宋体"/>
              </a:rPr>
              <a:t>下</a:t>
            </a:r>
            <a:r>
              <a:rPr dirty="0" sz="3200" spc="-30" b="1">
                <a:latin typeface="宋体"/>
                <a:cs typeface="宋体"/>
              </a:rPr>
              <a:t>成</a:t>
            </a:r>
            <a:r>
              <a:rPr dirty="0" sz="3200" spc="-30" b="1">
                <a:latin typeface="宋体"/>
                <a:cs typeface="宋体"/>
              </a:rPr>
              <a:t>为</a:t>
            </a:r>
            <a:r>
              <a:rPr dirty="0" sz="3200" spc="-30" b="1">
                <a:latin typeface="宋体"/>
                <a:cs typeface="宋体"/>
              </a:rPr>
              <a:t>外</a:t>
            </a:r>
            <a:r>
              <a:rPr dirty="0" sz="3200" spc="-30" b="1">
                <a:latin typeface="宋体"/>
                <a:cs typeface="宋体"/>
              </a:rPr>
              <a:t>部</a:t>
            </a:r>
            <a:r>
              <a:rPr dirty="0" sz="3200" spc="-50" b="1">
                <a:latin typeface="宋体"/>
                <a:cs typeface="宋体"/>
              </a:rPr>
              <a:t>面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4100">
              <a:latin typeface="宋体"/>
              <a:cs typeface="宋体"/>
            </a:endParaRPr>
          </a:p>
          <a:p>
            <a:pPr marL="355600" marR="4699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  <a:tab pos="4731385" algn="l"/>
              </a:tabLst>
            </a:pP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证</a:t>
            </a: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明</a:t>
            </a:r>
            <a:r>
              <a:rPr dirty="0" sz="3200" b="1">
                <a:latin typeface="Calibri"/>
                <a:cs typeface="Calibri"/>
              </a:rPr>
              <a:t>: 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嵌</a:t>
            </a:r>
            <a:r>
              <a:rPr dirty="0" sz="3200" spc="-35" b="1">
                <a:latin typeface="宋体"/>
                <a:cs typeface="宋体"/>
              </a:rPr>
              <a:t>入</a:t>
            </a:r>
            <a:r>
              <a:rPr dirty="0" sz="3200">
                <a:latin typeface="Wingdings"/>
                <a:cs typeface="Wingdings"/>
              </a:rPr>
              <a:t></a:t>
            </a:r>
            <a:r>
              <a:rPr dirty="0" sz="3200" spc="-55">
                <a:latin typeface="Times New Roman"/>
                <a:cs typeface="Times New Roman"/>
              </a:rPr>
              <a:t> </a:t>
            </a:r>
            <a:r>
              <a:rPr dirty="0" sz="3200" spc="-30" b="1">
                <a:latin typeface="宋体"/>
                <a:cs typeface="宋体"/>
              </a:rPr>
              <a:t>球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嵌</a:t>
            </a:r>
            <a:r>
              <a:rPr dirty="0" sz="3200" spc="-35" b="1">
                <a:latin typeface="宋体"/>
                <a:cs typeface="宋体"/>
              </a:rPr>
              <a:t>入</a:t>
            </a:r>
            <a:r>
              <a:rPr dirty="0" sz="3200">
                <a:latin typeface="Wingdings"/>
                <a:cs typeface="Wingdings"/>
              </a:rPr>
              <a:t></a:t>
            </a:r>
            <a:r>
              <a:rPr dirty="0" sz="3200" spc="-65">
                <a:latin typeface="Times New Roman"/>
                <a:cs typeface="Times New Roman"/>
              </a:rPr>
              <a:t> </a:t>
            </a:r>
            <a:r>
              <a:rPr dirty="0" sz="3200" spc="-30" b="1">
                <a:latin typeface="宋体"/>
                <a:cs typeface="宋体"/>
              </a:rPr>
              <a:t>把</a:t>
            </a:r>
            <a:r>
              <a:rPr dirty="0" sz="3200" spc="-30" b="1">
                <a:latin typeface="宋体"/>
                <a:cs typeface="宋体"/>
              </a:rPr>
              <a:t>该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旋</a:t>
            </a:r>
            <a:r>
              <a:rPr dirty="0" sz="3200" spc="-50" b="1">
                <a:latin typeface="宋体"/>
                <a:cs typeface="宋体"/>
              </a:rPr>
              <a:t>转</a:t>
            </a:r>
            <a:r>
              <a:rPr dirty="0" sz="3200" spc="-30" b="1">
                <a:latin typeface="宋体"/>
                <a:cs typeface="宋体"/>
              </a:rPr>
              <a:t>到</a:t>
            </a:r>
            <a:r>
              <a:rPr dirty="0" sz="3200" spc="-30" b="1">
                <a:latin typeface="宋体"/>
                <a:cs typeface="宋体"/>
              </a:rPr>
              <a:t>北</a:t>
            </a:r>
            <a:r>
              <a:rPr dirty="0" sz="3200" spc="-40" b="1">
                <a:latin typeface="宋体"/>
                <a:cs typeface="宋体"/>
              </a:rPr>
              <a:t>极</a:t>
            </a:r>
            <a:r>
              <a:rPr dirty="0" sz="3200" spc="-860" b="1">
                <a:latin typeface="宋体"/>
                <a:cs typeface="宋体"/>
              </a:rPr>
              <a:t> </a:t>
            </a:r>
            <a:r>
              <a:rPr dirty="0" sz="3200">
                <a:latin typeface="Wingdings"/>
                <a:cs typeface="Wingdings"/>
              </a:rPr>
              <a:t></a:t>
            </a:r>
            <a:r>
              <a:rPr dirty="0" sz="3200" spc="-60">
                <a:latin typeface="Times New Roman"/>
                <a:cs typeface="Times New Roman"/>
              </a:rPr>
              <a:t> 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嵌</a:t>
            </a:r>
            <a:r>
              <a:rPr dirty="0" sz="3200" spc="-35" b="1">
                <a:latin typeface="宋体"/>
                <a:cs typeface="宋体"/>
              </a:rPr>
              <a:t>入</a:t>
            </a:r>
            <a:r>
              <a:rPr dirty="0" sz="3200" spc="-50" b="1">
                <a:latin typeface="Calibri"/>
                <a:cs typeface="Calibri"/>
              </a:rPr>
              <a:t>.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50" b="1">
                <a:latin typeface="Calibri"/>
                <a:cs typeface="Calibri"/>
              </a:rPr>
              <a:t>#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7454" y="472249"/>
            <a:ext cx="516826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极</a:t>
            </a:r>
            <a:r>
              <a:rPr dirty="0" spc="-40"/>
              <a:t>大</a:t>
            </a:r>
            <a:r>
              <a:rPr dirty="0" spc="-10">
                <a:latin typeface="Calibri"/>
                <a:cs typeface="Calibri"/>
              </a:rPr>
              <a:t>(maximal)</a:t>
            </a:r>
            <a:r>
              <a:rPr dirty="0" spc="-40"/>
              <a:t>平</a:t>
            </a:r>
            <a:r>
              <a:rPr dirty="0" spc="-40"/>
              <a:t>面</a:t>
            </a:r>
            <a:r>
              <a:rPr dirty="0" spc="-50"/>
              <a:t>图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0240" y="1691132"/>
            <a:ext cx="7964170" cy="21723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3700" marR="177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dirty="0" sz="3200" spc="-30" b="1">
                <a:latin typeface="宋体"/>
                <a:cs typeface="宋体"/>
              </a:rPr>
              <a:t>是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5" b="1">
                <a:latin typeface="宋体"/>
                <a:cs typeface="宋体"/>
              </a:rPr>
              <a:t>图</a:t>
            </a:r>
            <a:r>
              <a:rPr dirty="0" sz="3200" b="1">
                <a:latin typeface="Calibri"/>
                <a:cs typeface="Calibri"/>
              </a:rPr>
              <a:t>, </a:t>
            </a:r>
            <a:r>
              <a:rPr dirty="0" sz="3200" spc="-30" b="1">
                <a:latin typeface="宋体"/>
                <a:cs typeface="宋体"/>
              </a:rPr>
              <a:t>但</a:t>
            </a:r>
            <a:r>
              <a:rPr dirty="0" sz="3200" spc="-30" b="1">
                <a:latin typeface="宋体"/>
                <a:cs typeface="宋体"/>
              </a:rPr>
              <a:t>是</a:t>
            </a:r>
            <a:r>
              <a:rPr dirty="0" sz="3200" spc="-30" b="1">
                <a:latin typeface="宋体"/>
                <a:cs typeface="宋体"/>
              </a:rPr>
              <a:t>在</a:t>
            </a:r>
            <a:r>
              <a:rPr dirty="0" sz="3200" spc="-30" b="1">
                <a:latin typeface="宋体"/>
                <a:cs typeface="宋体"/>
              </a:rPr>
              <a:t>任</a:t>
            </a:r>
            <a:r>
              <a:rPr dirty="0" sz="3200" spc="-30" b="1">
                <a:latin typeface="宋体"/>
                <a:cs typeface="宋体"/>
              </a:rPr>
              <a:t>意</a:t>
            </a:r>
            <a:r>
              <a:rPr dirty="0" sz="3200" spc="-30" b="1">
                <a:latin typeface="宋体"/>
                <a:cs typeface="宋体"/>
              </a:rPr>
              <a:t>两</a:t>
            </a:r>
            <a:r>
              <a:rPr dirty="0" sz="3200" spc="-30" b="1">
                <a:latin typeface="宋体"/>
                <a:cs typeface="宋体"/>
              </a:rPr>
              <a:t>个</a:t>
            </a:r>
            <a:r>
              <a:rPr dirty="0" sz="3200" spc="-30" b="1">
                <a:latin typeface="宋体"/>
                <a:cs typeface="宋体"/>
              </a:rPr>
              <a:t>不</a:t>
            </a:r>
            <a:r>
              <a:rPr dirty="0" sz="3200" spc="-30" b="1">
                <a:latin typeface="宋体"/>
                <a:cs typeface="宋体"/>
              </a:rPr>
              <a:t>相</a:t>
            </a:r>
            <a:r>
              <a:rPr dirty="0" sz="3200" spc="-30" b="1">
                <a:latin typeface="宋体"/>
                <a:cs typeface="宋体"/>
              </a:rPr>
              <a:t>邻</a:t>
            </a:r>
            <a:r>
              <a:rPr dirty="0" sz="3200" spc="-30" b="1">
                <a:latin typeface="宋体"/>
                <a:cs typeface="宋体"/>
              </a:rPr>
              <a:t>顶</a:t>
            </a:r>
            <a:r>
              <a:rPr dirty="0" sz="3200" spc="-30" b="1">
                <a:latin typeface="宋体"/>
                <a:cs typeface="宋体"/>
              </a:rPr>
              <a:t>点</a:t>
            </a:r>
            <a:r>
              <a:rPr dirty="0" sz="3200" spc="-40" b="1">
                <a:latin typeface="宋体"/>
                <a:cs typeface="宋体"/>
              </a:rPr>
              <a:t>之</a:t>
            </a:r>
            <a:r>
              <a:rPr dirty="0" sz="3200" spc="-50" b="1">
                <a:latin typeface="宋体"/>
                <a:cs typeface="宋体"/>
              </a:rPr>
              <a:t>间</a:t>
            </a:r>
            <a:r>
              <a:rPr dirty="0" sz="3200" spc="-30" b="1">
                <a:latin typeface="宋体"/>
                <a:cs typeface="宋体"/>
              </a:rPr>
              <a:t>加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就</a:t>
            </a:r>
            <a:r>
              <a:rPr dirty="0" sz="3200" spc="-30" b="1">
                <a:latin typeface="宋体"/>
                <a:cs typeface="宋体"/>
              </a:rPr>
              <a:t>是</a:t>
            </a:r>
            <a:r>
              <a:rPr dirty="0" sz="3200" spc="-30" b="1">
                <a:latin typeface="宋体"/>
                <a:cs typeface="宋体"/>
              </a:rPr>
              <a:t>非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50" b="1"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4150">
              <a:latin typeface="宋体"/>
              <a:cs typeface="宋体"/>
            </a:endParaRPr>
          </a:p>
          <a:p>
            <a:pPr marL="393700" indent="-342900">
              <a:lnSpc>
                <a:spcPct val="100000"/>
              </a:lnSpc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dirty="0" sz="3200" spc="-30" b="1">
                <a:latin typeface="宋体"/>
                <a:cs typeface="宋体"/>
              </a:rPr>
              <a:t>例</a:t>
            </a:r>
            <a:r>
              <a:rPr dirty="0" sz="3200" spc="-30" b="1">
                <a:latin typeface="宋体"/>
                <a:cs typeface="宋体"/>
              </a:rPr>
              <a:t>如</a:t>
            </a:r>
            <a:r>
              <a:rPr dirty="0" sz="3200" spc="25" b="1">
                <a:latin typeface="Calibri"/>
                <a:cs typeface="Calibri"/>
              </a:rPr>
              <a:t>, </a:t>
            </a:r>
            <a:r>
              <a:rPr dirty="0" sz="3200" b="1">
                <a:latin typeface="Calibri"/>
                <a:cs typeface="Calibri"/>
              </a:rPr>
              <a:t>K</a:t>
            </a:r>
            <a:r>
              <a:rPr dirty="0" baseline="-21164" sz="3150" b="1">
                <a:latin typeface="Calibri"/>
                <a:cs typeface="Calibri"/>
              </a:rPr>
              <a:t>5</a:t>
            </a:r>
            <a:r>
              <a:rPr dirty="0" sz="3200" spc="-30" b="1">
                <a:latin typeface="宋体"/>
                <a:cs typeface="宋体"/>
              </a:rPr>
              <a:t>删</a:t>
            </a:r>
            <a:r>
              <a:rPr dirty="0" sz="3200" spc="-30" b="1">
                <a:latin typeface="宋体"/>
                <a:cs typeface="宋体"/>
              </a:rPr>
              <a:t>除</a:t>
            </a:r>
            <a:r>
              <a:rPr dirty="0" sz="3200" spc="-30" b="1">
                <a:latin typeface="宋体"/>
                <a:cs typeface="宋体"/>
              </a:rPr>
              <a:t>任</a:t>
            </a:r>
            <a:r>
              <a:rPr dirty="0" sz="3200" spc="-30" b="1">
                <a:latin typeface="宋体"/>
                <a:cs typeface="宋体"/>
              </a:rPr>
              <a:t>意</a:t>
            </a:r>
            <a:r>
              <a:rPr dirty="0" sz="3200" spc="-30" b="1">
                <a:latin typeface="宋体"/>
                <a:cs typeface="宋体"/>
              </a:rPr>
              <a:t>一</a:t>
            </a:r>
            <a:r>
              <a:rPr dirty="0" sz="3200" spc="-50" b="1">
                <a:latin typeface="宋体"/>
                <a:cs typeface="宋体"/>
              </a:rPr>
              <a:t>边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7705" y="472249"/>
            <a:ext cx="21475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定</a:t>
            </a:r>
            <a:r>
              <a:rPr dirty="0" spc="-40"/>
              <a:t>理</a:t>
            </a:r>
            <a:r>
              <a:rPr dirty="0" spc="-20">
                <a:latin typeface="Calibri"/>
                <a:cs typeface="Calibri"/>
              </a:rPr>
              <a:t>11.4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64540" y="1598777"/>
            <a:ext cx="7432040" cy="3532504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10" b="1">
                <a:latin typeface="Calibri"/>
                <a:cs typeface="Calibri"/>
              </a:rPr>
              <a:t>n(</a:t>
            </a:r>
            <a:r>
              <a:rPr dirty="0" sz="3200" spc="-10" b="1">
                <a:latin typeface="Symbol"/>
                <a:cs typeface="Symbol"/>
              </a:rPr>
              <a:t></a:t>
            </a:r>
            <a:r>
              <a:rPr dirty="0" sz="3200" spc="-10" b="1">
                <a:latin typeface="Calibri"/>
                <a:cs typeface="Calibri"/>
              </a:rPr>
              <a:t>3)</a:t>
            </a:r>
            <a:r>
              <a:rPr dirty="0" sz="3200" spc="-30" b="1">
                <a:latin typeface="宋体"/>
                <a:cs typeface="宋体"/>
              </a:rPr>
              <a:t>阶</a:t>
            </a:r>
            <a:r>
              <a:rPr dirty="0" sz="3200" spc="-30" b="1">
                <a:latin typeface="宋体"/>
                <a:cs typeface="宋体"/>
              </a:rPr>
              <a:t>简</a:t>
            </a:r>
            <a:r>
              <a:rPr dirty="0" sz="3200" spc="-30" b="1">
                <a:latin typeface="宋体"/>
                <a:cs typeface="宋体"/>
              </a:rPr>
              <a:t>单</a:t>
            </a:r>
            <a:r>
              <a:rPr dirty="0" sz="3200" spc="-30" b="1">
                <a:latin typeface="宋体"/>
                <a:cs typeface="宋体"/>
              </a:rPr>
              <a:t>连</a:t>
            </a:r>
            <a:r>
              <a:rPr dirty="0" sz="3200" spc="-30" b="1">
                <a:latin typeface="宋体"/>
                <a:cs typeface="宋体"/>
              </a:rPr>
              <a:t>通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0" b="1">
                <a:latin typeface="宋体"/>
                <a:cs typeface="宋体"/>
              </a:rPr>
              <a:t>图</a:t>
            </a:r>
            <a:r>
              <a:rPr dirty="0" sz="3200" spc="-30" b="1">
                <a:latin typeface="宋体"/>
                <a:cs typeface="宋体"/>
              </a:rPr>
              <a:t>是</a:t>
            </a:r>
            <a:r>
              <a:rPr dirty="0" sz="3200" spc="-30" b="1">
                <a:latin typeface="宋体"/>
                <a:cs typeface="宋体"/>
              </a:rPr>
              <a:t>极</a:t>
            </a:r>
            <a:r>
              <a:rPr dirty="0" sz="3200" spc="-40" b="1">
                <a:latin typeface="宋体"/>
                <a:cs typeface="宋体"/>
              </a:rPr>
              <a:t>大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60" b="1"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  <a:p>
            <a:pPr marL="381000">
              <a:lnSpc>
                <a:spcPct val="100000"/>
              </a:lnSpc>
              <a:spcBef>
                <a:spcPts val="730"/>
              </a:spcBef>
            </a:pPr>
            <a:r>
              <a:rPr dirty="0" sz="3200" b="1">
                <a:latin typeface="Symbol"/>
                <a:cs typeface="Symbol"/>
              </a:rPr>
              <a:t></a:t>
            </a:r>
            <a:r>
              <a:rPr dirty="0" sz="3200" spc="-100">
                <a:latin typeface="Times New Roman"/>
                <a:cs typeface="Times New Roman"/>
              </a:rPr>
              <a:t> </a:t>
            </a:r>
            <a:r>
              <a:rPr dirty="0" sz="3200" b="1">
                <a:latin typeface="Symbol"/>
                <a:cs typeface="Symbol"/>
              </a:rPr>
              <a:t></a:t>
            </a:r>
            <a:r>
              <a:rPr dirty="0" sz="3200" b="1">
                <a:latin typeface="Calibri"/>
                <a:cs typeface="Calibri"/>
              </a:rPr>
              <a:t>R,</a:t>
            </a:r>
            <a:r>
              <a:rPr dirty="0" sz="3200" spc="-5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deg(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R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spc="-25" b="1">
                <a:latin typeface="Calibri"/>
                <a:cs typeface="Calibri"/>
              </a:rPr>
              <a:t>)=3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证</a:t>
            </a:r>
            <a:r>
              <a:rPr dirty="0" sz="3200" spc="-30" b="1">
                <a:solidFill>
                  <a:srgbClr val="800080"/>
                </a:solidFill>
                <a:latin typeface="宋体"/>
                <a:cs typeface="宋体"/>
              </a:rPr>
              <a:t>明</a:t>
            </a:r>
            <a:r>
              <a:rPr dirty="0" sz="3200" b="1">
                <a:latin typeface="Calibri"/>
                <a:cs typeface="Calibri"/>
              </a:rPr>
              <a:t>: (</a:t>
            </a:r>
            <a:r>
              <a:rPr dirty="0" sz="3200" spc="-10" b="1">
                <a:latin typeface="Symbol"/>
                <a:cs typeface="Symbol"/>
              </a:rPr>
              <a:t></a:t>
            </a:r>
            <a:r>
              <a:rPr dirty="0" sz="3200" spc="-10" b="1">
                <a:latin typeface="Calibri"/>
                <a:cs typeface="Calibri"/>
              </a:rPr>
              <a:t>)</a:t>
            </a:r>
            <a:r>
              <a:rPr dirty="0" sz="3200" spc="-30" b="1">
                <a:latin typeface="宋体"/>
                <a:cs typeface="宋体"/>
              </a:rPr>
              <a:t>简</a:t>
            </a:r>
            <a:r>
              <a:rPr dirty="0" sz="3200" spc="-30" b="1">
                <a:latin typeface="宋体"/>
                <a:cs typeface="宋体"/>
              </a:rPr>
              <a:t>单</a:t>
            </a:r>
            <a:r>
              <a:rPr dirty="0" sz="3200" spc="-30" b="1">
                <a:latin typeface="宋体"/>
                <a:cs typeface="宋体"/>
              </a:rPr>
              <a:t>图</a:t>
            </a:r>
            <a:r>
              <a:rPr dirty="0" sz="3200" b="1">
                <a:latin typeface="Symbol"/>
                <a:cs typeface="Symbol"/>
              </a:rPr>
              <a:t></a:t>
            </a:r>
            <a:r>
              <a:rPr dirty="0" sz="3200" b="1">
                <a:latin typeface="Calibri"/>
                <a:cs typeface="Calibri"/>
              </a:rPr>
              <a:t>deg( R</a:t>
            </a:r>
            <a:r>
              <a:rPr dirty="0" sz="3200" spc="-5" b="1">
                <a:latin typeface="Calibri"/>
                <a:cs typeface="Calibri"/>
              </a:rPr>
              <a:t> )</a:t>
            </a:r>
            <a:r>
              <a:rPr dirty="0" sz="3200" spc="-20" b="1">
                <a:latin typeface="Symbol"/>
                <a:cs typeface="Symbol"/>
              </a:rPr>
              <a:t></a:t>
            </a:r>
            <a:r>
              <a:rPr dirty="0" sz="3200" spc="-20" b="1">
                <a:latin typeface="Calibri"/>
                <a:cs typeface="Calibri"/>
              </a:rPr>
              <a:t>3,</a:t>
            </a:r>
            <a:endParaRPr sz="32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  <a:spcBef>
                <a:spcPts val="765"/>
              </a:spcBef>
            </a:pPr>
            <a:r>
              <a:rPr dirty="0" sz="3200" spc="-30" b="1">
                <a:latin typeface="宋体"/>
                <a:cs typeface="宋体"/>
              </a:rPr>
              <a:t>极</a:t>
            </a:r>
            <a:r>
              <a:rPr dirty="0" sz="3200" spc="-30" b="1">
                <a:latin typeface="宋体"/>
                <a:cs typeface="宋体"/>
              </a:rPr>
              <a:t>大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5" b="1">
                <a:latin typeface="宋体"/>
                <a:cs typeface="宋体"/>
              </a:rPr>
              <a:t>图</a:t>
            </a:r>
            <a:r>
              <a:rPr dirty="0" sz="3200" b="1">
                <a:latin typeface="Symbol"/>
                <a:cs typeface="Symbol"/>
              </a:rPr>
              <a:t></a:t>
            </a:r>
            <a:r>
              <a:rPr dirty="0" sz="3200" b="1">
                <a:latin typeface="Calibri"/>
                <a:cs typeface="Calibri"/>
              </a:rPr>
              <a:t>deg</a:t>
            </a:r>
            <a:r>
              <a:rPr dirty="0" sz="3200" spc="-10" b="1">
                <a:latin typeface="Calibri"/>
                <a:cs typeface="Calibri"/>
              </a:rPr>
              <a:t>( </a:t>
            </a:r>
            <a:r>
              <a:rPr dirty="0" sz="3200" b="1">
                <a:latin typeface="Calibri"/>
                <a:cs typeface="Calibri"/>
              </a:rPr>
              <a:t>R</a:t>
            </a:r>
            <a:r>
              <a:rPr dirty="0" sz="3200" spc="-10" b="1">
                <a:latin typeface="Calibri"/>
                <a:cs typeface="Calibri"/>
              </a:rPr>
              <a:t> )</a:t>
            </a:r>
            <a:r>
              <a:rPr dirty="0" sz="3200" spc="-25" b="1">
                <a:latin typeface="Symbol"/>
                <a:cs typeface="Symbol"/>
              </a:rPr>
              <a:t></a:t>
            </a:r>
            <a:r>
              <a:rPr dirty="0" sz="3200" spc="-25" b="1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  <a:p>
            <a:pPr marL="104139">
              <a:lnSpc>
                <a:spcPct val="100000"/>
              </a:lnSpc>
              <a:spcBef>
                <a:spcPts val="770"/>
              </a:spcBef>
              <a:tabLst>
                <a:tab pos="7216140" algn="l"/>
              </a:tabLst>
            </a:pPr>
            <a:r>
              <a:rPr dirty="0" sz="3200" b="1">
                <a:latin typeface="Calibri"/>
                <a:cs typeface="Calibri"/>
              </a:rPr>
              <a:t>(</a:t>
            </a:r>
            <a:r>
              <a:rPr dirty="0" sz="3200" b="1">
                <a:latin typeface="Symbol"/>
                <a:cs typeface="Symbol"/>
              </a:rPr>
              <a:t></a:t>
            </a:r>
            <a:r>
              <a:rPr dirty="0" sz="3200" b="1">
                <a:latin typeface="Calibri"/>
                <a:cs typeface="Calibri"/>
              </a:rPr>
              <a:t>)</a:t>
            </a:r>
            <a:r>
              <a:rPr dirty="0" sz="3200" spc="15" b="1">
                <a:latin typeface="Calibri"/>
                <a:cs typeface="Calibri"/>
              </a:rPr>
              <a:t> </a:t>
            </a:r>
            <a:r>
              <a:rPr dirty="0" sz="3200" b="1">
                <a:latin typeface="Symbol"/>
                <a:cs typeface="Symbol"/>
              </a:rPr>
              <a:t></a:t>
            </a:r>
            <a:r>
              <a:rPr dirty="0" sz="3200" b="1">
                <a:latin typeface="Calibri"/>
                <a:cs typeface="Calibri"/>
              </a:rPr>
              <a:t>R,deg(R</a:t>
            </a:r>
            <a:r>
              <a:rPr dirty="0" sz="3200" spc="-10" b="1">
                <a:latin typeface="Calibri"/>
                <a:cs typeface="Calibri"/>
              </a:rPr>
              <a:t> </a:t>
            </a:r>
            <a:r>
              <a:rPr dirty="0" sz="3200" b="1">
                <a:latin typeface="Calibri"/>
                <a:cs typeface="Calibri"/>
              </a:rPr>
              <a:t>)=3</a:t>
            </a:r>
            <a:r>
              <a:rPr dirty="0" sz="3200" spc="15" b="1">
                <a:latin typeface="Calibri"/>
                <a:cs typeface="Calibri"/>
              </a:rPr>
              <a:t> </a:t>
            </a:r>
            <a:r>
              <a:rPr dirty="0" sz="3200" b="1">
                <a:latin typeface="Symbol"/>
                <a:cs typeface="Symbol"/>
              </a:rPr>
              <a:t></a:t>
            </a:r>
            <a:r>
              <a:rPr dirty="0" sz="3200" spc="-65">
                <a:latin typeface="Times New Roman"/>
                <a:cs typeface="Times New Roman"/>
              </a:rPr>
              <a:t> </a:t>
            </a:r>
            <a:r>
              <a:rPr dirty="0" sz="3200" spc="-30" b="1">
                <a:latin typeface="宋体"/>
                <a:cs typeface="宋体"/>
              </a:rPr>
              <a:t>不</a:t>
            </a:r>
            <a:r>
              <a:rPr dirty="0" sz="3200" spc="-30" b="1">
                <a:latin typeface="宋体"/>
                <a:cs typeface="宋体"/>
              </a:rPr>
              <a:t>能</a:t>
            </a:r>
            <a:r>
              <a:rPr dirty="0" sz="3200" spc="-30" b="1">
                <a:latin typeface="宋体"/>
                <a:cs typeface="宋体"/>
              </a:rPr>
              <a:t>加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而</a:t>
            </a:r>
            <a:r>
              <a:rPr dirty="0" sz="3200" spc="-30" b="1">
                <a:latin typeface="宋体"/>
                <a:cs typeface="宋体"/>
              </a:rPr>
              <a:t>不</a:t>
            </a:r>
            <a:r>
              <a:rPr dirty="0" sz="3200" spc="-30" b="1">
                <a:latin typeface="宋体"/>
                <a:cs typeface="宋体"/>
              </a:rPr>
              <a:t>交</a:t>
            </a:r>
            <a:r>
              <a:rPr dirty="0" sz="3200" spc="-35" b="1">
                <a:latin typeface="宋体"/>
                <a:cs typeface="宋体"/>
              </a:rPr>
              <a:t>叉</a:t>
            </a:r>
            <a:r>
              <a:rPr dirty="0" sz="3200" spc="-50" b="1">
                <a:latin typeface="Calibri"/>
                <a:cs typeface="Calibri"/>
              </a:rPr>
              <a:t>.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-50" b="1">
                <a:latin typeface="Calibri"/>
                <a:cs typeface="Calibri"/>
              </a:rPr>
              <a:t>#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296911" y="2724911"/>
            <a:ext cx="1181100" cy="1181100"/>
            <a:chOff x="7296911" y="2724911"/>
            <a:chExt cx="1181100" cy="1181100"/>
          </a:xfrm>
        </p:grpSpPr>
        <p:sp>
          <p:nvSpPr>
            <p:cNvPr id="5" name="object 5" descr=""/>
            <p:cNvSpPr/>
            <p:nvPr/>
          </p:nvSpPr>
          <p:spPr>
            <a:xfrm>
              <a:off x="7315961" y="2743961"/>
              <a:ext cx="609600" cy="533400"/>
            </a:xfrm>
            <a:custGeom>
              <a:avLst/>
              <a:gdLst/>
              <a:ahLst/>
              <a:cxnLst/>
              <a:rect l="l" t="t" r="r" b="b"/>
              <a:pathLst>
                <a:path w="609600" h="533400">
                  <a:moveTo>
                    <a:pt x="609600" y="0"/>
                  </a:moveTo>
                  <a:lnTo>
                    <a:pt x="0" y="5334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315961" y="3277361"/>
              <a:ext cx="533400" cy="609600"/>
            </a:xfrm>
            <a:custGeom>
              <a:avLst/>
              <a:gdLst/>
              <a:ahLst/>
              <a:cxnLst/>
              <a:rect l="l" t="t" r="r" b="b"/>
              <a:pathLst>
                <a:path w="533400" h="609600">
                  <a:moveTo>
                    <a:pt x="0" y="0"/>
                  </a:moveTo>
                  <a:lnTo>
                    <a:pt x="533400" y="6096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925561" y="2743961"/>
              <a:ext cx="533400" cy="457200"/>
            </a:xfrm>
            <a:custGeom>
              <a:avLst/>
              <a:gdLst/>
              <a:ahLst/>
              <a:cxnLst/>
              <a:rect l="l" t="t" r="r" b="b"/>
              <a:pathLst>
                <a:path w="533400" h="457200">
                  <a:moveTo>
                    <a:pt x="0" y="0"/>
                  </a:moveTo>
                  <a:lnTo>
                    <a:pt x="533400" y="4572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849361" y="3201161"/>
              <a:ext cx="609600" cy="685800"/>
            </a:xfrm>
            <a:custGeom>
              <a:avLst/>
              <a:gdLst/>
              <a:ahLst/>
              <a:cxnLst/>
              <a:rect l="l" t="t" r="r" b="b"/>
              <a:pathLst>
                <a:path w="609600" h="685800">
                  <a:moveTo>
                    <a:pt x="609600" y="0"/>
                  </a:moveTo>
                  <a:lnTo>
                    <a:pt x="0" y="68580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49361" y="2743961"/>
              <a:ext cx="76200" cy="1066800"/>
            </a:xfrm>
            <a:custGeom>
              <a:avLst/>
              <a:gdLst/>
              <a:ahLst/>
              <a:cxnLst/>
              <a:rect l="l" t="t" r="r" b="b"/>
              <a:pathLst>
                <a:path w="76200" h="1066800">
                  <a:moveTo>
                    <a:pt x="76200" y="0"/>
                  </a:moveTo>
                  <a:lnTo>
                    <a:pt x="0" y="1066800"/>
                  </a:lnTo>
                </a:path>
              </a:pathLst>
            </a:custGeom>
            <a:ln w="38100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5914" y="472249"/>
            <a:ext cx="339153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极</a:t>
            </a:r>
            <a:r>
              <a:rPr dirty="0" spc="-40"/>
              <a:t>小</a:t>
            </a:r>
            <a:r>
              <a:rPr dirty="0" spc="-40"/>
              <a:t>非</a:t>
            </a:r>
            <a:r>
              <a:rPr dirty="0" spc="-40"/>
              <a:t>平</a:t>
            </a:r>
            <a:r>
              <a:rPr dirty="0" spc="-40"/>
              <a:t>面</a:t>
            </a:r>
            <a:r>
              <a:rPr dirty="0" spc="-50"/>
              <a:t>图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0240" y="1919732"/>
            <a:ext cx="7764145" cy="16846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dirty="0" sz="3200" spc="-30" b="1">
                <a:latin typeface="宋体"/>
                <a:cs typeface="宋体"/>
              </a:rPr>
              <a:t>是</a:t>
            </a:r>
            <a:r>
              <a:rPr dirty="0" sz="3200" spc="-30" b="1">
                <a:latin typeface="宋体"/>
                <a:cs typeface="宋体"/>
              </a:rPr>
              <a:t>非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35" b="1">
                <a:latin typeface="宋体"/>
                <a:cs typeface="宋体"/>
              </a:rPr>
              <a:t>图</a:t>
            </a:r>
            <a:r>
              <a:rPr dirty="0" sz="3200" spc="55" b="1">
                <a:latin typeface="Calibri"/>
                <a:cs typeface="Calibri"/>
              </a:rPr>
              <a:t>, </a:t>
            </a:r>
            <a:r>
              <a:rPr dirty="0" sz="3200" spc="-30" b="1">
                <a:latin typeface="宋体"/>
                <a:cs typeface="宋体"/>
              </a:rPr>
              <a:t>但</a:t>
            </a:r>
            <a:r>
              <a:rPr dirty="0" sz="3200" spc="-30" b="1">
                <a:latin typeface="宋体"/>
                <a:cs typeface="宋体"/>
              </a:rPr>
              <a:t>是</a:t>
            </a:r>
            <a:r>
              <a:rPr dirty="0" sz="3200" spc="-30" b="1">
                <a:latin typeface="宋体"/>
                <a:cs typeface="宋体"/>
              </a:rPr>
              <a:t>删</a:t>
            </a:r>
            <a:r>
              <a:rPr dirty="0" sz="3200" spc="-30" b="1">
                <a:latin typeface="宋体"/>
                <a:cs typeface="宋体"/>
              </a:rPr>
              <a:t>除</a:t>
            </a:r>
            <a:r>
              <a:rPr dirty="0" sz="3200" spc="-30" b="1">
                <a:latin typeface="宋体"/>
                <a:cs typeface="宋体"/>
              </a:rPr>
              <a:t>任</a:t>
            </a:r>
            <a:r>
              <a:rPr dirty="0" sz="3200" spc="-35" b="1">
                <a:latin typeface="宋体"/>
                <a:cs typeface="宋体"/>
              </a:rPr>
              <a:t>意</a:t>
            </a:r>
            <a:r>
              <a:rPr dirty="0" sz="3200" spc="-10" b="1">
                <a:latin typeface="Calibri"/>
                <a:cs typeface="Calibri"/>
              </a:rPr>
              <a:t>1</a:t>
            </a:r>
            <a:r>
              <a:rPr dirty="0" sz="3200" spc="-30" b="1">
                <a:latin typeface="宋体"/>
                <a:cs typeface="宋体"/>
              </a:rPr>
              <a:t>边</a:t>
            </a:r>
            <a:r>
              <a:rPr dirty="0" sz="3200" spc="-30" b="1">
                <a:latin typeface="宋体"/>
                <a:cs typeface="宋体"/>
              </a:rPr>
              <a:t>就</a:t>
            </a:r>
            <a:r>
              <a:rPr dirty="0" sz="3200" spc="-30" b="1">
                <a:latin typeface="宋体"/>
                <a:cs typeface="宋体"/>
              </a:rPr>
              <a:t>是</a:t>
            </a:r>
            <a:r>
              <a:rPr dirty="0" sz="3200" spc="-30" b="1">
                <a:latin typeface="宋体"/>
                <a:cs typeface="宋体"/>
              </a:rPr>
              <a:t>平</a:t>
            </a:r>
            <a:r>
              <a:rPr dirty="0" sz="3200" spc="-30" b="1">
                <a:latin typeface="宋体"/>
                <a:cs typeface="宋体"/>
              </a:rPr>
              <a:t>面</a:t>
            </a:r>
            <a:r>
              <a:rPr dirty="0" sz="3200" spc="-50" b="1"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4150">
              <a:latin typeface="宋体"/>
              <a:cs typeface="宋体"/>
            </a:endParaRPr>
          </a:p>
          <a:p>
            <a:pPr marL="393700" indent="-342900">
              <a:lnSpc>
                <a:spcPct val="100000"/>
              </a:lnSpc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dirty="0" sz="3200" spc="-30" b="1">
                <a:latin typeface="宋体"/>
                <a:cs typeface="宋体"/>
              </a:rPr>
              <a:t>例</a:t>
            </a:r>
            <a:r>
              <a:rPr dirty="0" sz="3200" spc="-30" b="1">
                <a:latin typeface="宋体"/>
                <a:cs typeface="宋体"/>
              </a:rPr>
              <a:t>如</a:t>
            </a:r>
            <a:r>
              <a:rPr dirty="0" sz="3200" b="1">
                <a:latin typeface="Calibri"/>
                <a:cs typeface="Calibri"/>
              </a:rPr>
              <a:t>, K</a:t>
            </a:r>
            <a:r>
              <a:rPr dirty="0" baseline="-21164" sz="3150" b="1">
                <a:latin typeface="Calibri"/>
                <a:cs typeface="Calibri"/>
              </a:rPr>
              <a:t>5</a:t>
            </a:r>
            <a:r>
              <a:rPr dirty="0" sz="3200" b="1">
                <a:latin typeface="Calibri"/>
                <a:cs typeface="Calibri"/>
              </a:rPr>
              <a:t>, </a:t>
            </a:r>
            <a:r>
              <a:rPr dirty="0" sz="3200" spc="-20" b="1">
                <a:latin typeface="Calibri"/>
                <a:cs typeface="Calibri"/>
              </a:rPr>
              <a:t>K</a:t>
            </a:r>
            <a:r>
              <a:rPr dirty="0" baseline="-21164" sz="3150" spc="-30" b="1">
                <a:latin typeface="Calibri"/>
                <a:cs typeface="Calibri"/>
              </a:rPr>
              <a:t>3,3</a:t>
            </a:r>
            <a:endParaRPr baseline="-21164" sz="3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99103" y="472249"/>
            <a:ext cx="114427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25" b="0">
                <a:latin typeface="宋体"/>
                <a:cs typeface="宋体"/>
              </a:rPr>
              <a:t>小结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5940" y="1518005"/>
            <a:ext cx="2809875" cy="178117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20">
                <a:latin typeface="宋体"/>
                <a:cs typeface="宋体"/>
              </a:rPr>
              <a:t>平面图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10">
                <a:latin typeface="宋体"/>
                <a:cs typeface="宋体"/>
              </a:rPr>
              <a:t>极小非平面图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3200" spc="-10">
                <a:latin typeface="宋体"/>
                <a:cs typeface="宋体"/>
              </a:rPr>
              <a:t>极大平面图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liutian</dc:creator>
  <dc:title>PowerPoint 演示文稿</dc:title>
  <dcterms:created xsi:type="dcterms:W3CDTF">2023-02-03T03:05:05Z</dcterms:created>
  <dcterms:modified xsi:type="dcterms:W3CDTF">2023-02-03T03:05:05Z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2023-02-03T00:00:00Z</vt:filetime>
  </property>
  <property fmtid="{D5CDD505-2E9C-101B-9397-08002B2CF9AE}" pid="3" name="Creator">
    <vt:lpwstr>Acrobat PDFMaker 22 PowerPoint 版</vt:lpwstr>
  </property>
  <property fmtid="{D5CDD505-2E9C-101B-9397-08002B2CF9AE}" pid="4" name="LastSaved">
    <vt:filetime>2023-02-03T00:00:00Z</vt:filetime>
  </property>
</Properties>
</file>