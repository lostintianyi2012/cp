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3"/>
  </p:notesMasterIdLst>
  <p:sldIdLst>
    <p:sldId id="308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6600"/>
    <a:srgbClr val="FF9900"/>
    <a:srgbClr val="009900"/>
    <a:srgbClr val="336600"/>
    <a:srgbClr val="FFCC00"/>
    <a:srgbClr val="FFFF99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 varScale="1">
        <p:scale>
          <a:sx n="79" d="100"/>
          <a:sy n="79" d="100"/>
        </p:scale>
        <p:origin x="13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A339AA8-9634-4ABD-B1EF-845BFB1B7D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6A5040-D815-498E-9542-33F0DB668A3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6ED7B1F5-E1BB-4CF2-93AB-7AA6EC350BE9}" type="datetimeFigureOut">
              <a:rPr lang="zh-CN" altLang="en-US"/>
              <a:pPr>
                <a:defRPr/>
              </a:pPr>
              <a:t>2020/8/6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422D3A0-4F9C-48C4-B328-CD455BDF1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84BAEEE-A30B-4F01-AAF0-8280FB9D3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C74F1B-B929-4ABA-8FB1-A8B8937B8E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5C7227-35C6-44A4-AE58-C39610C7F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37164689-1C35-4192-BE96-DB813CC9B8B3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5B7B9395-A2C8-4E03-B725-FD63C6D107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CE8389-41E1-48A9-A145-C882C51C4796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13076752-DFE4-44EF-83B3-D10FECABF37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95C20F3B-8593-49BE-B860-60D381BDD9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3898CC2-1BE0-4051-B149-E6CC46E2A1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C832B5E-9752-4ED5-A56D-48BE3BE41B0C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EFCFF4D-3AB2-42A7-8F4C-F366F92D7C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B3D7180-00BE-4702-9339-CB9BAA2DD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C845F76F-1FEB-4491-A203-FA2F5D8844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81D159-1541-4E2E-B274-C142219BC849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D344535-4677-447A-AB93-8720DD8756B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D109556-29B3-4220-A62E-A461EE7E9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34668C44-F6AE-448C-906F-F359A80161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DD1EDC-F14F-46C7-8F4C-2171DD9389B2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DF41581-61F7-4442-B995-14B4F8F26D0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FF0470D-780C-4B98-9B2C-F37A5B7D5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A4882E0-9F60-4218-B018-07D02EEE9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D3B754-A7B8-47BD-AA44-862AC5781DF2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006C537-259C-4420-B419-EBADDE7501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57C0CB7-5222-4FFB-8382-8C7CB3E70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C126B79D-804A-455C-A4A3-F3DF2E2B11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BBFC71C-69D9-4E54-87A5-2DC3D6239079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D723735B-27E4-4148-9ABB-74FFDEB07F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BE4C768-6573-449A-B1BD-61C755615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95BF425-304F-4127-AB98-06CF96D29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A3B0D8-DCF6-4962-BB1D-B4BE290F0775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A16A1CA-864E-41BF-B81F-3EB2072F6A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716DE27-EB33-47D6-A0CC-EDB31A300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4184C5EB-05BD-450A-B551-5125D7DC90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75CB0B-29F4-4C4F-96C3-717BBB4EE413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2BEE273-C197-4309-9AD7-4CA8558DD7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FA2C0068-E631-49FF-A8A8-639004778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CA090D0-DC86-46B8-985C-16C0188033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A4E460-9251-4445-8BB9-3321C6BF9C97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2CD0744-923A-480F-B2B6-BAD55180900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2CA2315F-9834-4941-8C95-3342F32D5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CB892FA0-9068-45F8-A26F-01E81F585C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96D156-B6A0-4DD9-90F1-267BD059DF8A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AD6C4D3-7C7C-4959-AB2E-3FE9FBD234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5CACF19-5EDD-4549-923E-541DF2D57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2F7BAC9-C17A-4705-B903-21D26657EF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71F967-DC83-43FE-A931-CC8BC716FE93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1BC5849-795E-447A-B23D-92A3CE8E92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6DF8FB93-B77B-4CEC-B320-4121539D4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CA172-E7E8-43A7-B1C6-5C660D1A20A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248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7F28A-F998-4DC5-B86F-9A945C4C74A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142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7B207-406E-4F00-9E6A-A235D0198C8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615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CF2FE5-373A-43FF-9549-728CD7102B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413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91D7E4-E265-42C2-AE19-C7C99AC1454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86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2B6CF5-7E4C-45AA-8A72-33CB69E8C86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554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2E8ED9-2CBF-480A-9ECF-24CA3685731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018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C04AE0-68BA-4AA4-82FD-F59BDE0675A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31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681BC9-78EE-4456-9CD7-97FDD39D13F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067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CC9C7-4E1C-45FD-B5FD-18985B1228F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92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41FEFB-9E81-4611-896F-258E089FD9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851541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41FEFB-9E81-4611-896F-258E089FD9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69981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4041FEFB-9E81-4611-896F-258E089FD9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672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3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>
            <a:extLst>
              <a:ext uri="{FF2B5EF4-FFF2-40B4-BE49-F238E27FC236}">
                <a16:creationId xmlns:a16="http://schemas.microsoft.com/office/drawing/2014/main" id="{B4E9BC3A-5AB0-4484-BF7B-50E19F42D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21.4 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多项式定理</a:t>
            </a:r>
          </a:p>
        </p:txBody>
      </p:sp>
      <p:sp>
        <p:nvSpPr>
          <p:cNvPr id="26627" name="灯片编号占位符 4">
            <a:extLst>
              <a:ext uri="{FF2B5EF4-FFF2-40B4-BE49-F238E27FC236}">
                <a16:creationId xmlns:a16="http://schemas.microsoft.com/office/drawing/2014/main" id="{260BE84B-31A6-4E53-A84F-6BB1785C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39775C-8343-44F0-9E1B-7D59068C697E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7">
            <a:extLst>
              <a:ext uri="{FF2B5EF4-FFF2-40B4-BE49-F238E27FC236}">
                <a16:creationId xmlns:a16="http://schemas.microsoft.com/office/drawing/2014/main" id="{29491CEE-F6ED-45BF-92DC-702083F374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628775"/>
          <a:ext cx="5441950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公式" r:id="rId4" imgW="2425680" imgH="863280" progId="Equation.3">
                  <p:embed/>
                </p:oleObj>
              </mc:Choice>
              <mc:Fallback>
                <p:oleObj name="公式" r:id="rId4" imgW="2425680" imgH="8632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628775"/>
                        <a:ext cx="5441950" cy="194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>
            <a:extLst>
              <a:ext uri="{FF2B5EF4-FFF2-40B4-BE49-F238E27FC236}">
                <a16:creationId xmlns:a16="http://schemas.microsoft.com/office/drawing/2014/main" id="{B0E9E164-1646-4C45-A793-B1DF4297F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187825"/>
          <a:ext cx="31686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公式" r:id="rId6" imgW="1180588" imgH="203112" progId="Equation.3">
                  <p:embed/>
                </p:oleObj>
              </mc:Choice>
              <mc:Fallback>
                <p:oleObj name="公式" r:id="rId6" imgW="1180588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187825"/>
                        <a:ext cx="316865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5">
            <a:extLst>
              <a:ext uri="{FF2B5EF4-FFF2-40B4-BE49-F238E27FC236}">
                <a16:creationId xmlns:a16="http://schemas.microsoft.com/office/drawing/2014/main" id="{670E84FE-6C6C-423A-84A7-32E2AA83C0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5445125"/>
          <a:ext cx="21510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公式" r:id="rId8" imgW="1117115" imgH="444307" progId="Equation.3">
                  <p:embed/>
                </p:oleObj>
              </mc:Choice>
              <mc:Fallback>
                <p:oleObj name="公式" r:id="rId8" imgW="1117115" imgH="44430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445125"/>
                        <a:ext cx="2151062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8">
            <a:extLst>
              <a:ext uri="{FF2B5EF4-FFF2-40B4-BE49-F238E27FC236}">
                <a16:creationId xmlns:a16="http://schemas.microsoft.com/office/drawing/2014/main" id="{EDE775A3-2B55-44CE-A730-0DCEF410E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0925"/>
            <a:ext cx="849630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268288" eaLnBrk="0" hangingPunct="0">
              <a:defRPr/>
            </a:pPr>
            <a:r>
              <a:rPr lang="zh-CN" sz="26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定理 </a:t>
            </a:r>
            <a:r>
              <a:rPr lang="zh-CN" sz="2600" b="1" dirty="0">
                <a:latin typeface="Times New Roman" pitchFamily="18" charset="0"/>
                <a:cs typeface="Times New Roman" pitchFamily="18" charset="0"/>
              </a:rPr>
              <a:t> 设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为正整数，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600" b="1" i="1" baseline="-3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为实数，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=1, 2, </a:t>
            </a:r>
            <a:r>
              <a:rPr lang="en-US" altLang="zh-CN" sz="2600" b="1" dirty="0">
                <a:latin typeface="Arial"/>
                <a:cs typeface="Times New Roman" pitchFamily="18" charset="0"/>
              </a:rPr>
              <a:t>…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altLang="zh-CN" sz="2600" dirty="0"/>
          </a:p>
          <a:p>
            <a:pPr indent="268288" eaLnBrk="0" hangingPunct="0"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altLang="zh-CN" sz="2600" dirty="0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678DFFCA-7ED6-4436-91B8-1D8D2D53F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729038"/>
            <a:ext cx="38687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sz="26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推论</a:t>
            </a:r>
            <a:r>
              <a:rPr lang="en-US" altLang="zh-CN" sz="26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1 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不同的项数为方程</a:t>
            </a:r>
            <a:endParaRPr lang="zh-CN" altLang="en-US" sz="2600" dirty="0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ADCD3A09-F541-4AC3-905A-B110117C0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756150"/>
            <a:ext cx="5472113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304800" eaLnBrk="0" hangingPunct="0">
              <a:defRPr/>
            </a:pPr>
            <a:r>
              <a:rPr lang="zh-CN" sz="2600" b="1" dirty="0"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非负整数</a:t>
            </a:r>
            <a:r>
              <a:rPr lang="zh-CN" sz="2600" b="1" dirty="0">
                <a:latin typeface="Times New Roman" pitchFamily="18" charset="0"/>
                <a:cs typeface="Times New Roman" pitchFamily="18" charset="0"/>
              </a:rPr>
              <a:t>解个数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endParaRPr lang="en-US" altLang="zh-CN" sz="2600" dirty="0">
              <a:sym typeface="Symbol" pitchFamily="18" charset="2"/>
            </a:endParaRPr>
          </a:p>
          <a:p>
            <a:pPr indent="304800" eaLnBrk="0" hangingPunct="0">
              <a:spcBef>
                <a:spcPts val="1800"/>
              </a:spcBef>
              <a:defRPr/>
            </a:pPr>
            <a:r>
              <a:rPr lang="zh-CN" altLang="en-US" sz="26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推论</a:t>
            </a:r>
            <a:r>
              <a:rPr lang="en-US" altLang="zh-CN" sz="26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D8232776-8C61-42F1-B943-0A65E9494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indent="304800" eaLnBrk="0" hangingPunct="0">
              <a:defRPr/>
            </a:pPr>
            <a:r>
              <a:rPr lang="en-US" altLang="zh-CN" sz="1000" b="1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>
            <a:extLst>
              <a:ext uri="{FF2B5EF4-FFF2-40B4-BE49-F238E27FC236}">
                <a16:creationId xmlns:a16="http://schemas.microsoft.com/office/drawing/2014/main" id="{FCEA0CC5-F87B-4B90-8936-59BA6926A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定理证明</a:t>
            </a:r>
          </a:p>
        </p:txBody>
      </p:sp>
      <p:sp>
        <p:nvSpPr>
          <p:cNvPr id="27651" name="灯片编号占位符 4">
            <a:extLst>
              <a:ext uri="{FF2B5EF4-FFF2-40B4-BE49-F238E27FC236}">
                <a16:creationId xmlns:a16="http://schemas.microsoft.com/office/drawing/2014/main" id="{7A847D25-4471-4BBB-9A18-2F3D9EA4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E77D5A-2B9F-4CE5-BD8E-F9BD01D24D8A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F3DFE7D6-6D8F-49C4-B0B3-D3CBEA242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196975"/>
          <a:ext cx="8372475" cy="472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文档" r:id="rId4" imgW="3999655" imgH="2257195" progId="Word.Document.8">
                  <p:embed/>
                </p:oleObj>
              </mc:Choice>
              <mc:Fallback>
                <p:oleObj name="文档" r:id="rId4" imgW="3999655" imgH="225719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96975"/>
                        <a:ext cx="8372475" cy="472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>
            <a:extLst>
              <a:ext uri="{FF2B5EF4-FFF2-40B4-BE49-F238E27FC236}">
                <a16:creationId xmlns:a16="http://schemas.microsoft.com/office/drawing/2014/main" id="{C89061FD-4225-4001-9EC5-681176741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多项式系数</a:t>
            </a:r>
          </a:p>
        </p:txBody>
      </p:sp>
      <p:sp>
        <p:nvSpPr>
          <p:cNvPr id="28675" name="灯片编号占位符 4">
            <a:extLst>
              <a:ext uri="{FF2B5EF4-FFF2-40B4-BE49-F238E27FC236}">
                <a16:creationId xmlns:a16="http://schemas.microsoft.com/office/drawing/2014/main" id="{85C3BA7D-605D-45B2-8AAB-C5831175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12D24B-B69C-4C8B-ACBE-416B772C56AE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13E815A1-E32C-47DF-A77A-8066152CED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6513" y="1412875"/>
          <a:ext cx="8229601" cy="481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文档" r:id="rId4" imgW="3749460" imgH="2201479" progId="Word.Document.8">
                  <p:embed/>
                </p:oleObj>
              </mc:Choice>
              <mc:Fallback>
                <p:oleObj name="文档" r:id="rId4" imgW="3749460" imgH="220147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6513" y="1412875"/>
                        <a:ext cx="8229601" cy="481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3">
            <a:extLst>
              <a:ext uri="{FF2B5EF4-FFF2-40B4-BE49-F238E27FC236}">
                <a16:creationId xmlns:a16="http://schemas.microsoft.com/office/drawing/2014/main" id="{6D8E526A-2530-4CEA-BC23-97F0EAE3F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多项式系数（续）</a:t>
            </a:r>
          </a:p>
        </p:txBody>
      </p:sp>
      <p:sp>
        <p:nvSpPr>
          <p:cNvPr id="29699" name="灯片编号占位符 4">
            <a:extLst>
              <a:ext uri="{FF2B5EF4-FFF2-40B4-BE49-F238E27FC236}">
                <a16:creationId xmlns:a16="http://schemas.microsoft.com/office/drawing/2014/main" id="{C35995C9-D5DA-46D0-A134-F9F8CABA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B5C174-E276-43EF-AE53-FEC01847FA8D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07A71101-A735-4A98-AFDD-ED6FBEC7E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268413"/>
          <a:ext cx="7229475" cy="511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文档" r:id="rId4" imgW="3920758" imgH="2779300" progId="Word.Document.8">
                  <p:embed/>
                </p:oleObj>
              </mc:Choice>
              <mc:Fallback>
                <p:oleObj name="文档" r:id="rId4" imgW="3920758" imgH="27793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268413"/>
                        <a:ext cx="7229475" cy="511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>
            <a:extLst>
              <a:ext uri="{FF2B5EF4-FFF2-40B4-BE49-F238E27FC236}">
                <a16:creationId xmlns:a16="http://schemas.microsoft.com/office/drawing/2014/main" id="{4762E052-B39C-421A-9DEE-3C996ABC8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基本计数的应用</a:t>
            </a:r>
          </a:p>
        </p:txBody>
      </p:sp>
      <p:sp>
        <p:nvSpPr>
          <p:cNvPr id="30723" name="灯片编号占位符 4">
            <a:extLst>
              <a:ext uri="{FF2B5EF4-FFF2-40B4-BE49-F238E27FC236}">
                <a16:creationId xmlns:a16="http://schemas.microsoft.com/office/drawing/2014/main" id="{20D5DDD7-F31F-44CA-A903-5738DB5D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B247AF8-57F3-48F1-90A9-062B1BB8C7C7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AD29163F-9E41-4CEF-B05E-89F1F27C6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341438"/>
          <a:ext cx="7620000" cy="473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文档" r:id="rId4" imgW="3569282" imgH="2222360" progId="Word.Document.8">
                  <p:embed/>
                </p:oleObj>
              </mc:Choice>
              <mc:Fallback>
                <p:oleObj name="文档" r:id="rId4" imgW="3569282" imgH="22223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341438"/>
                        <a:ext cx="7620000" cy="473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>
            <a:extLst>
              <a:ext uri="{FF2B5EF4-FFF2-40B4-BE49-F238E27FC236}">
                <a16:creationId xmlns:a16="http://schemas.microsoft.com/office/drawing/2014/main" id="{A81F0BD8-9FCA-4F56-83E8-55B258F07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07413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基本计数的应用（续）</a:t>
            </a:r>
          </a:p>
        </p:txBody>
      </p:sp>
      <p:sp>
        <p:nvSpPr>
          <p:cNvPr id="31747" name="灯片编号占位符 4">
            <a:extLst>
              <a:ext uri="{FF2B5EF4-FFF2-40B4-BE49-F238E27FC236}">
                <a16:creationId xmlns:a16="http://schemas.microsoft.com/office/drawing/2014/main" id="{69666239-7423-4DA8-8284-24DA0EA0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E8CF01-D325-455E-B24F-F7F408812CE8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146" name="Object 10">
            <a:extLst>
              <a:ext uri="{FF2B5EF4-FFF2-40B4-BE49-F238E27FC236}">
                <a16:creationId xmlns:a16="http://schemas.microsoft.com/office/drawing/2014/main" id="{7E401BED-82D5-4783-A23E-045DF3C838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789363"/>
          <a:ext cx="20129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公式" r:id="rId4" imgW="965200" imgH="444500" progId="Equation.3">
                  <p:embed/>
                </p:oleObj>
              </mc:Choice>
              <mc:Fallback>
                <p:oleObj name="公式" r:id="rId4" imgW="9652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789363"/>
                        <a:ext cx="2012950" cy="935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9">
            <a:extLst>
              <a:ext uri="{FF2B5EF4-FFF2-40B4-BE49-F238E27FC236}">
                <a16:creationId xmlns:a16="http://schemas.microsoft.com/office/drawing/2014/main" id="{FEEF4670-4038-4084-8713-612570EF2E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0988" y="1700213"/>
          <a:ext cx="12985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公式" r:id="rId6" imgW="736280" imgH="444307" progId="Equation.3">
                  <p:embed/>
                </p:oleObj>
              </mc:Choice>
              <mc:Fallback>
                <p:oleObj name="公式" r:id="rId6" imgW="736280" imgH="44430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988" y="1700213"/>
                        <a:ext cx="1298575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8">
            <a:extLst>
              <a:ext uri="{FF2B5EF4-FFF2-40B4-BE49-F238E27FC236}">
                <a16:creationId xmlns:a16="http://schemas.microsoft.com/office/drawing/2014/main" id="{CC0CC7E2-D591-4D1B-9CAB-9E0F45DFA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693988"/>
          <a:ext cx="14414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公式" r:id="rId8" imgW="736280" imgH="444307" progId="Equation.3">
                  <p:embed/>
                </p:oleObj>
              </mc:Choice>
              <mc:Fallback>
                <p:oleObj name="公式" r:id="rId8" imgW="736280" imgH="44430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693988"/>
                        <a:ext cx="1441450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7">
            <a:extLst>
              <a:ext uri="{FF2B5EF4-FFF2-40B4-BE49-F238E27FC236}">
                <a16:creationId xmlns:a16="http://schemas.microsoft.com/office/drawing/2014/main" id="{278FEE86-8893-453A-8537-80FA0E967E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1700213"/>
          <a:ext cx="16176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公式" r:id="rId10" imgW="914400" imgH="444500" progId="Equation.3">
                  <p:embed/>
                </p:oleObj>
              </mc:Choice>
              <mc:Fallback>
                <p:oleObj name="公式" r:id="rId10" imgW="9144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700213"/>
                        <a:ext cx="1617663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>
            <a:extLst>
              <a:ext uri="{FF2B5EF4-FFF2-40B4-BE49-F238E27FC236}">
                <a16:creationId xmlns:a16="http://schemas.microsoft.com/office/drawing/2014/main" id="{DB8D6124-8F7B-498A-98BB-912A6FE24A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3978275"/>
          <a:ext cx="16938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公式" r:id="rId12" imgW="723586" imgH="203112" progId="Equation.3">
                  <p:embed/>
                </p:oleObj>
              </mc:Choice>
              <mc:Fallback>
                <p:oleObj name="公式" r:id="rId12" imgW="723586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978275"/>
                        <a:ext cx="1693863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5">
            <a:extLst>
              <a:ext uri="{FF2B5EF4-FFF2-40B4-BE49-F238E27FC236}">
                <a16:creationId xmlns:a16="http://schemas.microsoft.com/office/drawing/2014/main" id="{0DA55276-4C14-4F17-A1E7-5E9E004AB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787900"/>
          <a:ext cx="18589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公式" r:id="rId14" imgW="723586" imgH="203112" progId="Equation.3">
                  <p:embed/>
                </p:oleObj>
              </mc:Choice>
              <mc:Fallback>
                <p:oleObj name="公式" r:id="rId14" imgW="723586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787900"/>
                        <a:ext cx="1858963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Rectangle 11">
            <a:extLst>
              <a:ext uri="{FF2B5EF4-FFF2-40B4-BE49-F238E27FC236}">
                <a16:creationId xmlns:a16="http://schemas.microsoft.com/office/drawing/2014/main" id="{C3F10D99-D71B-4F73-AAC4-AF1D8DBBE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052513"/>
            <a:ext cx="82804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例  证明</a:t>
            </a:r>
            <a:r>
              <a:rPr lang="en-US" altLang="zh-CN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Fermat</a:t>
            </a:r>
            <a:r>
              <a:rPr lang="zh-CN" altLang="en-US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小定理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为素数，则 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|(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i="1" baseline="30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endParaRPr lang="en-US" altLang="zh-CN" sz="2400" dirty="0">
              <a:sym typeface="Symbol" pitchFamily="18" charset="2"/>
            </a:endParaRPr>
          </a:p>
          <a:p>
            <a:pPr eaLnBrk="0" hangingPunct="0">
              <a:spcBef>
                <a:spcPts val="3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证  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）证明    若</a:t>
            </a:r>
            <a:endParaRPr lang="zh-CN" altLang="en-US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0732" name="Rectangle 12">
            <a:extLst>
              <a:ext uri="{FF2B5EF4-FFF2-40B4-BE49-F238E27FC236}">
                <a16:creationId xmlns:a16="http://schemas.microsoft.com/office/drawing/2014/main" id="{12A47D41-0912-492B-9BB2-4E254BC64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770063"/>
            <a:ext cx="7921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则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endParaRPr lang="en-US" altLang="zh-CN" sz="2400" dirty="0"/>
          </a:p>
        </p:txBody>
      </p:sp>
      <p:sp>
        <p:nvSpPr>
          <p:cNvPr id="30733" name="Rectangle 13">
            <a:extLst>
              <a:ext uri="{FF2B5EF4-FFF2-40B4-BE49-F238E27FC236}">
                <a16:creationId xmlns:a16="http://schemas.microsoft.com/office/drawing/2014/main" id="{9A65B762-1965-4C8D-9B1F-44438F507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09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indent="266700" eaLnBrk="0" hangingPunct="0">
              <a:defRPr/>
            </a:pPr>
            <a:r>
              <a:rPr lang="en-US" altLang="zh-CN" sz="1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altLang="zh-CN" sz="800"/>
          </a:p>
          <a:p>
            <a:pPr indent="266700" eaLnBrk="0" hangingPunct="0">
              <a:defRPr/>
            </a:pPr>
            <a:endParaRPr lang="en-US" altLang="zh-CN"/>
          </a:p>
        </p:txBody>
      </p:sp>
      <p:sp>
        <p:nvSpPr>
          <p:cNvPr id="30736" name="Rectangle 16">
            <a:extLst>
              <a:ext uri="{FF2B5EF4-FFF2-40B4-BE49-F238E27FC236}">
                <a16:creationId xmlns:a16="http://schemas.microsoft.com/office/drawing/2014/main" id="{91F6047C-3B53-45F5-AAAE-3FD066606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005263"/>
            <a:ext cx="35290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中不含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endParaRPr lang="zh-CN" altLang="en-US" sz="2400" dirty="0"/>
          </a:p>
        </p:txBody>
      </p:sp>
      <p:sp>
        <p:nvSpPr>
          <p:cNvPr id="30737" name="Rectangle 17">
            <a:extLst>
              <a:ext uri="{FF2B5EF4-FFF2-40B4-BE49-F238E27FC236}">
                <a16:creationId xmlns:a16="http://schemas.microsoft.com/office/drawing/2014/main" id="{D1A3E493-2644-4246-A08A-25B34B3B6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797425"/>
            <a:ext cx="26638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整除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-1)!   </a:t>
            </a: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sz="2400" dirty="0"/>
          </a:p>
        </p:txBody>
      </p:sp>
      <p:sp>
        <p:nvSpPr>
          <p:cNvPr id="6159" name="矩形 17">
            <a:extLst>
              <a:ext uri="{FF2B5EF4-FFF2-40B4-BE49-F238E27FC236}">
                <a16:creationId xmlns:a16="http://schemas.microsoft.com/office/drawing/2014/main" id="{6AECC5C7-62B3-4469-B833-78C311C05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852738"/>
            <a:ext cx="6121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当且仅当存在 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 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=0,  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 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6160" name="矩形 18">
            <a:extLst>
              <a:ext uri="{FF2B5EF4-FFF2-40B4-BE49-F238E27FC236}">
                <a16:creationId xmlns:a16="http://schemas.microsoft.com/office/drawing/2014/main" id="{2A145860-BBAA-4F8A-83C4-784F1DF26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797425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>
            <a:extLst>
              <a:ext uri="{FF2B5EF4-FFF2-40B4-BE49-F238E27FC236}">
                <a16:creationId xmlns:a16="http://schemas.microsoft.com/office/drawing/2014/main" id="{70939F5A-093E-4E93-AFDC-F4861A286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6868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</a:t>
            </a: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Fermat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小定理（续）</a:t>
            </a:r>
          </a:p>
        </p:txBody>
      </p:sp>
      <p:sp>
        <p:nvSpPr>
          <p:cNvPr id="32771" name="灯片编号占位符 4">
            <a:extLst>
              <a:ext uri="{FF2B5EF4-FFF2-40B4-BE49-F238E27FC236}">
                <a16:creationId xmlns:a16="http://schemas.microsoft.com/office/drawing/2014/main" id="{8543D52A-03C7-43E7-9436-2CEE4CF9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1EFD3D-2473-4DE9-B72B-7F17148FABFB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7170" name="Object 8">
            <a:extLst>
              <a:ext uri="{FF2B5EF4-FFF2-40B4-BE49-F238E27FC236}">
                <a16:creationId xmlns:a16="http://schemas.microsoft.com/office/drawing/2014/main" id="{533FEE62-5816-4F67-849F-673314039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484313"/>
          <a:ext cx="4241800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公式" r:id="rId4" imgW="2057400" imgH="736600" progId="Equation.3">
                  <p:embed/>
                </p:oleObj>
              </mc:Choice>
              <mc:Fallback>
                <p:oleObj name="公式" r:id="rId4" imgW="2057400" imgH="736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84313"/>
                        <a:ext cx="4241800" cy="151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7">
            <a:extLst>
              <a:ext uri="{FF2B5EF4-FFF2-40B4-BE49-F238E27FC236}">
                <a16:creationId xmlns:a16="http://schemas.microsoft.com/office/drawing/2014/main" id="{48CD83E6-DC97-4D87-84B2-ECA39A78DB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997200"/>
          <a:ext cx="28082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公式" r:id="rId6" imgW="1371600" imgH="457200" progId="Equation.3">
                  <p:embed/>
                </p:oleObj>
              </mc:Choice>
              <mc:Fallback>
                <p:oleObj name="公式" r:id="rId6" imgW="13716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997200"/>
                        <a:ext cx="2808288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6">
            <a:extLst>
              <a:ext uri="{FF2B5EF4-FFF2-40B4-BE49-F238E27FC236}">
                <a16:creationId xmlns:a16="http://schemas.microsoft.com/office/drawing/2014/main" id="{4BD964EF-02EB-4DF3-BE22-FABE15986E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079875"/>
          <a:ext cx="216058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公式" r:id="rId8" imgW="965200" imgH="444500" progId="Equation.3">
                  <p:embed/>
                </p:oleObj>
              </mc:Choice>
              <mc:Fallback>
                <p:oleObj name="公式" r:id="rId8" imgW="9652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79875"/>
                        <a:ext cx="2160588" cy="1004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B7538FFC-FBF5-46ED-8B05-20D18A3056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3860800"/>
          <a:ext cx="194468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公式" r:id="rId10" imgW="736280" imgH="444307" progId="Equation.3">
                  <p:embed/>
                </p:oleObj>
              </mc:Choice>
              <mc:Fallback>
                <p:oleObj name="公式" r:id="rId10" imgW="736280" imgH="44430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860800"/>
                        <a:ext cx="1944687" cy="1187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9">
            <a:extLst>
              <a:ext uri="{FF2B5EF4-FFF2-40B4-BE49-F238E27FC236}">
                <a16:creationId xmlns:a16="http://schemas.microsoft.com/office/drawing/2014/main" id="{198C5C7B-176D-4667-B0A4-727F8B01D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1238"/>
            <a:ext cx="752475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268288" eaLnBrk="0" hangingPunct="0">
              <a:defRPr/>
            </a:pPr>
            <a:r>
              <a:rPr 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）证明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Fermat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小定理</a:t>
            </a:r>
            <a:endParaRPr lang="zh-CN" altLang="en-US" sz="2400" dirty="0"/>
          </a:p>
          <a:p>
            <a:pPr indent="268288" eaLnBrk="0" hangingPunct="0">
              <a:defRPr/>
            </a:pP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zh-CN" altLang="en-US" sz="2800" dirty="0"/>
          </a:p>
        </p:txBody>
      </p:sp>
      <p:sp>
        <p:nvSpPr>
          <p:cNvPr id="31754" name="Rectangle 10">
            <a:extLst>
              <a:ext uri="{FF2B5EF4-FFF2-40B4-BE49-F238E27FC236}">
                <a16:creationId xmlns:a16="http://schemas.microsoft.com/office/drawing/2014/main" id="{B1D7FD2A-574E-4238-8351-A818333F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000"/>
            <a:ext cx="90328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en-US" altLang="zh-CN" sz="2800" dirty="0"/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254F2B9C-56F8-429C-A031-1EF97C44F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endParaRPr lang="zh-CN" sz="800"/>
          </a:p>
          <a:p>
            <a:pPr eaLnBrk="0" hangingPunct="0">
              <a:defRPr/>
            </a:pPr>
            <a:r>
              <a:rPr lang="zh-CN" altLang="en-US"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zh-CN" altLang="en-US"/>
          </a:p>
        </p:txBody>
      </p:sp>
      <p:sp>
        <p:nvSpPr>
          <p:cNvPr id="31756" name="Rectangle 12">
            <a:extLst>
              <a:ext uri="{FF2B5EF4-FFF2-40B4-BE49-F238E27FC236}">
                <a16:creationId xmlns:a16="http://schemas.microsoft.com/office/drawing/2014/main" id="{0F22BB1A-8999-406E-9615-B64A78E36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213100"/>
            <a:ext cx="9144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=1,</a:t>
            </a:r>
          </a:p>
          <a:p>
            <a:pPr eaLnBrk="0" hangingPunct="0">
              <a:defRPr/>
            </a:pP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57" name="Rectangle 13">
            <a:extLst>
              <a:ext uri="{FF2B5EF4-FFF2-40B4-BE49-F238E27FC236}">
                <a16:creationId xmlns:a16="http://schemas.microsoft.com/office/drawing/2014/main" id="{F6E69FAB-EDB1-4D7A-AEE5-4777E3AA5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229225"/>
            <a:ext cx="80645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右边恰有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项的值等于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，其余各项之和为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</a:p>
          <a:p>
            <a:pPr eaLnBrk="0" hangingPunct="0"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整除其余的每一项，因此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|(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</a:p>
        </p:txBody>
      </p:sp>
      <p:sp>
        <p:nvSpPr>
          <p:cNvPr id="7181" name="矩形 13">
            <a:extLst>
              <a:ext uri="{FF2B5EF4-FFF2-40B4-BE49-F238E27FC236}">
                <a16:creationId xmlns:a16="http://schemas.microsoft.com/office/drawing/2014/main" id="{98C6153E-EDA2-42E5-A346-11083DFAC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4283075"/>
            <a:ext cx="946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endParaRPr lang="en-US" altLang="zh-CN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8" name="Rectangle 49">
            <a:extLst>
              <a:ext uri="{FF2B5EF4-FFF2-40B4-BE49-F238E27FC236}">
                <a16:creationId xmlns:a16="http://schemas.microsoft.com/office/drawing/2014/main" id="{CDED957E-4895-46DA-951F-0CE50CCD1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基本计数的应用（续）</a:t>
            </a:r>
          </a:p>
        </p:txBody>
      </p:sp>
      <p:sp>
        <p:nvSpPr>
          <p:cNvPr id="33795" name="灯片编号占位符 4">
            <a:extLst>
              <a:ext uri="{FF2B5EF4-FFF2-40B4-BE49-F238E27FC236}">
                <a16:creationId xmlns:a16="http://schemas.microsoft.com/office/drawing/2014/main" id="{C29A32DB-A336-41EC-A507-9D5404CB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8785516-4521-424F-BCB7-0078A1643904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37251" name="Group 3">
            <a:extLst>
              <a:ext uri="{FF2B5EF4-FFF2-40B4-BE49-F238E27FC236}">
                <a16:creationId xmlns:a16="http://schemas.microsoft.com/office/drawing/2014/main" id="{F38D10AC-65EE-42CA-AAEB-A83DB95EDE46}"/>
              </a:ext>
            </a:extLst>
          </p:cNvPr>
          <p:cNvGraphicFramePr>
            <a:graphicFrameLocks noGrp="1"/>
          </p:cNvGraphicFramePr>
          <p:nvPr/>
        </p:nvGraphicFramePr>
        <p:xfrm>
          <a:off x="539750" y="3789363"/>
          <a:ext cx="8066088" cy="2260600"/>
        </p:xfrm>
        <a:graphic>
          <a:graphicData uri="http://schemas.openxmlformats.org/drawingml/2006/table">
            <a:tbl>
              <a:tblPr/>
              <a:tblGrid>
                <a:gridCol w="288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0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96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96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171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netid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 (7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位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EB7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hostid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    (24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位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netid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14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位）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EB7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hostid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16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位）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netid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21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位）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EB7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hostid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8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位）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28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位）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D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27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位）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marL="91445" marR="9144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D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819" name="Rectangle 51">
            <a:extLst>
              <a:ext uri="{FF2B5EF4-FFF2-40B4-BE49-F238E27FC236}">
                <a16:creationId xmlns:a16="http://schemas.microsoft.com/office/drawing/2014/main" id="{95129DEC-B4F2-4AC2-B55A-002030A9B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009650"/>
            <a:ext cx="8532812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152400" eaLnBrk="0" hangingPunct="0">
              <a:defRPr/>
            </a:pPr>
            <a:r>
              <a:rPr lang="en-US" altLang="zh-CN" sz="28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Ipv4</a:t>
            </a:r>
            <a:r>
              <a:rPr lang="zh-CN" altLang="en-US" sz="28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协议网址计数</a:t>
            </a:r>
            <a:endParaRPr lang="zh-CN" altLang="en-US" sz="2800" dirty="0"/>
          </a:p>
          <a:p>
            <a:pPr indent="266700" eaLnBrk="0" hangingPunct="0">
              <a:spcBef>
                <a:spcPts val="600"/>
              </a:spcBef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32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位地址   网络标识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主机标识</a:t>
            </a:r>
            <a:endParaRPr lang="zh-CN" altLang="en-US" sz="2400" dirty="0"/>
          </a:p>
          <a:p>
            <a:pPr indent="266700" eaLnBrk="0" hangingPunct="0">
              <a:spcBef>
                <a:spcPts val="600"/>
              </a:spcBef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类：最大网络；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类：中等网络；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：最小网络；</a:t>
            </a:r>
            <a:endParaRPr lang="zh-CN" altLang="en-US" sz="2400" dirty="0"/>
          </a:p>
          <a:p>
            <a:pPr indent="266700" eaLnBrk="0" hangingPunct="0"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：多路广播；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：备用</a:t>
            </a:r>
            <a:endParaRPr lang="zh-CN" altLang="en-US" sz="2400" dirty="0"/>
          </a:p>
          <a:p>
            <a:pPr indent="266700" eaLnBrk="0" hangingPunct="0">
              <a:spcBef>
                <a:spcPts val="6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限制条件：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1111111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类中的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netid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部分无效</a:t>
            </a:r>
            <a:endParaRPr lang="zh-CN" altLang="en-US" sz="2400" dirty="0"/>
          </a:p>
          <a:p>
            <a:pPr indent="266700" eaLnBrk="0" hangingPunct="0"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   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hostid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部分不允许全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或全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>
            <a:extLst>
              <a:ext uri="{FF2B5EF4-FFF2-40B4-BE49-F238E27FC236}">
                <a16:creationId xmlns:a16="http://schemas.microsoft.com/office/drawing/2014/main" id="{C7FC8FD5-D2EE-4609-831E-422B325D8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基本计数的应用（续）</a:t>
            </a:r>
          </a:p>
        </p:txBody>
      </p:sp>
      <p:sp>
        <p:nvSpPr>
          <p:cNvPr id="34819" name="灯片编号占位符 4">
            <a:extLst>
              <a:ext uri="{FF2B5EF4-FFF2-40B4-BE49-F238E27FC236}">
                <a16:creationId xmlns:a16="http://schemas.microsoft.com/office/drawing/2014/main" id="{5094411A-B037-4AEE-AA28-4D9B2F3F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5A1B84-4C80-4813-A456-51929FE7981A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398386C0-3D0C-427A-87EA-55AC3A970C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052513"/>
          <a:ext cx="8042275" cy="494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文档" r:id="rId4" imgW="4201237" imgH="2577677" progId="Word.Document.8">
                  <p:embed/>
                </p:oleObj>
              </mc:Choice>
              <mc:Fallback>
                <p:oleObj name="文档" r:id="rId4" imgW="4201237" imgH="257767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052513"/>
                        <a:ext cx="8042275" cy="494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>
            <a:extLst>
              <a:ext uri="{FF2B5EF4-FFF2-40B4-BE49-F238E27FC236}">
                <a16:creationId xmlns:a16="http://schemas.microsoft.com/office/drawing/2014/main" id="{3DF07BD7-0950-442C-97BB-F7F04C573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本章小结</a:t>
            </a:r>
          </a:p>
        </p:txBody>
      </p:sp>
      <p:sp>
        <p:nvSpPr>
          <p:cNvPr id="35843" name="灯片编号占位符 4">
            <a:extLst>
              <a:ext uri="{FF2B5EF4-FFF2-40B4-BE49-F238E27FC236}">
                <a16:creationId xmlns:a16="http://schemas.microsoft.com/office/drawing/2014/main" id="{88611A64-CE9E-42C9-AFF3-DE63B594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25AFE1-BC19-4D91-BE52-C857D57A6EDB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92156505-570A-4684-80FC-6DF6566D9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052513"/>
          <a:ext cx="7315200" cy="536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文档" r:id="rId4" imgW="3321625" imgH="2431934" progId="Word.Document.8">
                  <p:embed/>
                </p:oleObj>
              </mc:Choice>
              <mc:Fallback>
                <p:oleObj name="文档" r:id="rId4" imgW="3321625" imgH="243193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513"/>
                        <a:ext cx="7315200" cy="536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>
            <a:extLst>
              <a:ext uri="{FF2B5EF4-FFF2-40B4-BE49-F238E27FC236}">
                <a16:creationId xmlns:a16="http://schemas.microsoft.com/office/drawing/2014/main" id="{FC5D2849-E67D-4615-9986-8DD288581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本章小结（续）</a:t>
            </a:r>
          </a:p>
        </p:txBody>
      </p:sp>
      <p:sp>
        <p:nvSpPr>
          <p:cNvPr id="36867" name="灯片编号占位符 4">
            <a:extLst>
              <a:ext uri="{FF2B5EF4-FFF2-40B4-BE49-F238E27FC236}">
                <a16:creationId xmlns:a16="http://schemas.microsoft.com/office/drawing/2014/main" id="{FD51C56F-05F5-4506-8833-74472EB7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793CA1-C5C5-4D72-896C-10EF90300119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5928A61A-C621-4E50-9DA1-3C998E627A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052513"/>
          <a:ext cx="8167687" cy="531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文档" r:id="rId4" imgW="3822213" imgH="2478050" progId="Word.Document.8">
                  <p:embed/>
                </p:oleObj>
              </mc:Choice>
              <mc:Fallback>
                <p:oleObj name="文档" r:id="rId4" imgW="3822213" imgH="247805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052513"/>
                        <a:ext cx="8167687" cy="531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3281</TotalTime>
  <Words>354</Words>
  <Application>Microsoft Office PowerPoint</Application>
  <PresentationFormat>全屏显示(4:3)</PresentationFormat>
  <Paragraphs>90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Calibri</vt:lpstr>
      <vt:lpstr>Times New Roman</vt:lpstr>
      <vt:lpstr>Symbol</vt:lpstr>
      <vt:lpstr>幼圆</vt:lpstr>
      <vt:lpstr>Verdana</vt:lpstr>
      <vt:lpstr>Wingdings</vt:lpstr>
      <vt:lpstr>代数结构PPT</vt:lpstr>
      <vt:lpstr>Microsoft 公式 3.0</vt:lpstr>
      <vt:lpstr>Microsoft Word 文档</vt:lpstr>
      <vt:lpstr>21.4  多项式定理</vt:lpstr>
      <vt:lpstr>定理证明</vt:lpstr>
      <vt:lpstr>多项式系数</vt:lpstr>
      <vt:lpstr>多项式系数（续）</vt:lpstr>
      <vt:lpstr>基本计数的应用</vt:lpstr>
      <vt:lpstr>基本计数的应用（续）</vt:lpstr>
      <vt:lpstr>证明Fermat小定理（续）</vt:lpstr>
      <vt:lpstr>基本计数的应用（续）</vt:lpstr>
      <vt:lpstr>基本计数的应用（续）</vt:lpstr>
      <vt:lpstr>本章小结</vt:lpstr>
      <vt:lpstr>本章小结（续）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321</cp:revision>
  <dcterms:created xsi:type="dcterms:W3CDTF">2005-12-02T07:25:32Z</dcterms:created>
  <dcterms:modified xsi:type="dcterms:W3CDTF">2020-08-06T05:33:15Z</dcterms:modified>
</cp:coreProperties>
</file>