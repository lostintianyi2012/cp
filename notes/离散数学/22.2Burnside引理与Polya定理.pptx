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20"/>
  </p:notesMasterIdLst>
  <p:sldIdLst>
    <p:sldId id="302" r:id="rId2"/>
    <p:sldId id="303" r:id="rId3"/>
    <p:sldId id="304" r:id="rId4"/>
    <p:sldId id="305" r:id="rId5"/>
    <p:sldId id="306" r:id="rId6"/>
    <p:sldId id="307" r:id="rId7"/>
    <p:sldId id="308" r:id="rId8"/>
    <p:sldId id="309" r:id="rId9"/>
    <p:sldId id="310" r:id="rId10"/>
    <p:sldId id="311" r:id="rId11"/>
    <p:sldId id="312" r:id="rId12"/>
    <p:sldId id="313" r:id="rId13"/>
    <p:sldId id="314" r:id="rId14"/>
    <p:sldId id="315" r:id="rId15"/>
    <p:sldId id="316" r:id="rId16"/>
    <p:sldId id="317" r:id="rId17"/>
    <p:sldId id="318" r:id="rId18"/>
    <p:sldId id="319" r:id="rId19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CC6600"/>
    <a:srgbClr val="008000"/>
    <a:srgbClr val="669900"/>
    <a:srgbClr val="99CC00"/>
    <a:srgbClr val="CC0000"/>
    <a:srgbClr val="FFD54F"/>
    <a:srgbClr val="4D4D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2" autoAdjust="0"/>
    <p:restoredTop sz="93333" autoAdjust="0"/>
  </p:normalViewPr>
  <p:slideViewPr>
    <p:cSldViewPr>
      <p:cViewPr>
        <p:scale>
          <a:sx n="70" d="100"/>
          <a:sy n="70" d="100"/>
        </p:scale>
        <p:origin x="1589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17F4BB20-9836-41D0-A89C-78A451872B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001AE86-796E-4F3D-8DE8-9C591B81FF8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8D252D6A-BCD7-4A3F-812E-B9D4D42E6589}" type="datetimeFigureOut">
              <a:rPr lang="zh-CN" altLang="en-US"/>
              <a:pPr>
                <a:defRPr/>
              </a:pPr>
              <a:t>2020/8/19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1A28FB64-9D79-42A0-915D-104F9BFA1A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E38DFCCA-A1FF-4221-B5B5-C837F90A2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252527-BB68-48F8-BF47-7C04C0DCA0D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B2AFC78-3309-49BA-9593-5931006183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AC0A1446-08A8-4E24-819E-0FF1381F31FD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A3176B6E-8AD8-42D6-A1E8-958BA605C1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A4A29E6-ECBE-4525-80F9-3EB1D10E01EF}" type="slidenum">
              <a:rPr lang="en-US" altLang="zh-CN"/>
              <a:pPr eaLnBrk="1" hangingPunct="1"/>
              <a:t>1</a:t>
            </a:fld>
            <a:endParaRPr lang="en-US" altLang="zh-CN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30D567AF-A528-418B-A740-A49A44D833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53EA1D36-2541-4D30-8A65-E9B8F70B35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356576BF-D229-41C4-BB51-58249A4168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B2D871C-C8C9-4248-83C4-8E23A6696819}" type="slidenum">
              <a:rPr lang="en-US" altLang="zh-CN"/>
              <a:pPr eaLnBrk="1" hangingPunct="1"/>
              <a:t>2</a:t>
            </a:fld>
            <a:endParaRPr lang="en-US" altLang="zh-CN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963D5311-DC7D-47D9-B424-FE9940D5C6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EA379737-B13D-4BEF-B541-E19AA1D585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94C8A539-8342-4C10-9A81-14821AEA1D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941F6DA-6332-4C9F-B8BC-F1B8CDDC124E}" type="slidenum">
              <a:rPr lang="en-US" altLang="zh-CN"/>
              <a:pPr eaLnBrk="1" hangingPunct="1"/>
              <a:t>3</a:t>
            </a:fld>
            <a:endParaRPr lang="en-US" altLang="zh-CN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13DB25F9-7A1E-4E1B-B068-945FDA98A6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F3CCC7B2-CACC-4A57-B737-13F45AE50F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0E0136F4-44A5-4C1A-B437-B45AA0095D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F2FAEB2-1E61-422C-B7A9-C94920AC3E3E}" type="slidenum">
              <a:rPr lang="en-US" altLang="zh-CN"/>
              <a:pPr eaLnBrk="1" hangingPunct="1"/>
              <a:t>4</a:t>
            </a:fld>
            <a:endParaRPr lang="en-US" altLang="zh-CN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9BCF2EDC-68A3-4659-8CAE-7EF725F8D3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BB7CC586-533A-4F1A-A9AC-F9159A77E5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7637F07B-F4B1-4E45-9BCF-ED814AD005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B17FF6C-0021-498C-A81A-8BBDA32CB5B5}" type="slidenum">
              <a:rPr lang="en-US" altLang="zh-CN"/>
              <a:pPr eaLnBrk="1" hangingPunct="1"/>
              <a:t>5</a:t>
            </a:fld>
            <a:endParaRPr lang="en-US" altLang="zh-CN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2B804D66-8706-473B-AD6C-9510C4FD42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6EDDB08F-6353-4AE0-B168-E456DA721A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CF18B85B-56F1-406F-ADCF-EBD52333A8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B8E4EA8-ACB5-4104-BA21-E2CBB3C54B39}" type="slidenum">
              <a:rPr lang="en-US" altLang="zh-CN"/>
              <a:pPr eaLnBrk="1" hangingPunct="1"/>
              <a:t>6</a:t>
            </a:fld>
            <a:endParaRPr lang="en-US" altLang="zh-CN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08373A57-51A7-45A9-8509-A19C2A7F93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E58F101D-11E2-465E-A8AE-81A840B60A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D2EEDA90-2D00-4DA1-B754-2A818FDCBE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37A50FE-25A3-4FA0-87D8-76126C65F22C}" type="slidenum">
              <a:rPr lang="en-US" altLang="zh-CN"/>
              <a:pPr eaLnBrk="1" hangingPunct="1"/>
              <a:t>7</a:t>
            </a:fld>
            <a:endParaRPr lang="en-US" altLang="zh-CN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8B0192CE-904F-44AC-986C-8135A8A768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3E48B42C-FF2C-4276-A84D-9ACC9E1C61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047DCA91-44DB-403D-A985-56CC3ADF71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BCAE819-E0A9-40B8-B20B-A91173BA30CE}" type="slidenum">
              <a:rPr lang="en-US" altLang="zh-CN"/>
              <a:pPr eaLnBrk="1" hangingPunct="1"/>
              <a:t>8</a:t>
            </a:fld>
            <a:endParaRPr lang="en-US" altLang="zh-CN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593CF09A-D370-4CA3-ADFD-CFA3CACAE7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097089F5-765A-4EA4-9B4E-3F2907A9F1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CC66907D-43FA-4DC2-8B40-91D7694E47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3A158F5-3723-4E29-8AD7-33CAAD25F71B}" type="slidenum">
              <a:rPr lang="en-US" altLang="zh-CN"/>
              <a:pPr eaLnBrk="1" hangingPunct="1"/>
              <a:t>9</a:t>
            </a:fld>
            <a:endParaRPr lang="en-US" altLang="zh-CN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BC796DB5-4566-4686-95E2-C0813CDD8F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31D8A41A-4B2A-4911-BD60-DD4D4D2A4C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E0399C81-B378-4599-9591-0A2498EC58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97A4122-ADA5-4141-AB94-551401D287F2}" type="slidenum">
              <a:rPr lang="en-US" altLang="zh-CN"/>
              <a:pPr eaLnBrk="1" hangingPunct="1"/>
              <a:t>10</a:t>
            </a:fld>
            <a:endParaRPr lang="en-US" altLang="zh-CN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F92126C0-90AF-4D86-840C-D9B0A7FDEE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C5601CBC-8B8C-440B-8DA4-64ED983E1E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7339285A-3031-40B5-BA05-BEFB5DDFEC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3089AE9-A095-4ADF-9CC1-A41B1E1D2AD3}" type="slidenum">
              <a:rPr lang="en-US" altLang="zh-CN"/>
              <a:pPr eaLnBrk="1" hangingPunct="1"/>
              <a:t>11</a:t>
            </a:fld>
            <a:endParaRPr lang="en-US" altLang="zh-CN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5B5EC99D-C9A3-4D5F-80DC-B388809E31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EBFD4BDA-B55E-45AA-B109-A4D1F5215B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D806E917-CF4E-49E1-8946-14CA31054B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D069E35-B6A2-4707-BECB-D7E139F2BA07}" type="slidenum">
              <a:rPr lang="en-US" altLang="zh-CN"/>
              <a:pPr eaLnBrk="1" hangingPunct="1"/>
              <a:t>12</a:t>
            </a:fld>
            <a:endParaRPr lang="en-US" altLang="zh-CN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466C787C-FE57-431D-A563-51AF4C0EDB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6ED78A28-D75E-4BE2-8900-30080C5BD0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521981C3-0006-4FE0-A147-6CD226FA61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1C5F2AF-D652-4D00-8E0B-159811D6A2C0}" type="slidenum">
              <a:rPr lang="en-US" altLang="zh-CN"/>
              <a:pPr eaLnBrk="1" hangingPunct="1"/>
              <a:t>13</a:t>
            </a:fld>
            <a:endParaRPr lang="en-US" altLang="zh-CN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B1E698FC-6229-4CBC-9B2F-FBE7CDEE2F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075BA84D-D570-42DF-9F06-B24B2A2205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3794ABCE-CDB0-4DD0-86DF-9912509EFC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F1688B4-EFDE-43F1-B81B-375643667DE6}" type="slidenum">
              <a:rPr lang="en-US" altLang="zh-CN"/>
              <a:pPr eaLnBrk="1" hangingPunct="1"/>
              <a:t>14</a:t>
            </a:fld>
            <a:endParaRPr lang="en-US" altLang="zh-CN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9D9B00D6-6B7E-49E2-8EFE-A5278B8B4D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D8DC19B9-4088-443A-AC00-2D3A6FFB1A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2EDEF43A-5996-4D88-82D9-E3DF4CE2B8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080A30B-6916-4F33-938A-75CFC3690DD1}" type="slidenum">
              <a:rPr lang="en-US" altLang="zh-CN"/>
              <a:pPr eaLnBrk="1" hangingPunct="1"/>
              <a:t>15</a:t>
            </a:fld>
            <a:endParaRPr lang="en-US" altLang="zh-CN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34389EEE-D74D-4A58-83FA-85D8EB1FA7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8182339A-CEAA-445B-8998-62AF9697FA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C7119DC7-E6ED-4918-B075-D9C683750B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3C3FDD4-C160-4402-8D95-B4A0005FA1B5}" type="slidenum">
              <a:rPr lang="en-US" altLang="zh-CN"/>
              <a:pPr eaLnBrk="1" hangingPunct="1"/>
              <a:t>16</a:t>
            </a:fld>
            <a:endParaRPr lang="en-US" altLang="zh-CN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5078BF9A-1646-4564-847D-3CC9307072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0747056F-E941-4EAA-B843-C09C13D0A4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 noProof="1"/>
              <a:t>单击此处编辑母版副标题样式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302FB-ECBB-4181-BEAC-75E5AD4D8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44936-3FE8-4186-AAFA-A6A52493B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A8976-C2FE-4A99-BF8D-52F451515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94E4A3-2F69-4A12-9EB7-8B90B1633A8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4462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8ECD6-6DE1-442B-B5A0-C847BC381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12DB9-2F7E-4D22-8307-61F0B7736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EB7D0-3C40-4C38-B8F0-1CA91BE98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2B4630-B6E6-4370-899B-42826A2E31B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3037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7BDF6-4F17-4692-AA70-0696F7822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8B359-034A-4589-9748-9B077717F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4759B-2BFD-4394-9510-E4EFA530A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FD04C-361B-4D09-8EC7-1F6AFD435B6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9721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C3B0C42-1B67-4DF6-BB0A-476FB12BD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89F5DBE-72F9-4365-85FA-41EC1CB2B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C6DA02B-39B3-4BC0-81C3-BF13A68F2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6AFE6F-65A3-4F4D-8464-DFDB4F36ADE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2854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5CFAED1-575A-4879-9D8C-4794E13E4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FF9D973-1A10-4A91-8EF1-468D9342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ADF493-71C3-43F0-B09E-26C2A41E5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FF1FF6-04B0-482C-A642-3E138B5B41D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1606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6492A12-AAED-4B63-BBC2-66BC9FD75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033C87E-CC8D-444B-8D0A-2A8C6EDB7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40900BF-CDF2-45B9-9106-6AEACC82F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4C19E2-C117-45E0-B68C-71E909C50AC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0179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2FBF27B-9518-48EF-992A-F6E90B2EF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16399A0-9354-4706-93F0-C3D62C401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F6D78E-0DD8-4BD2-AD64-DA29B3CB6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842C9F-1085-43BA-8D93-D51E26BC8C8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7469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33AD2E-6DEB-4AF4-A79C-128340565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F46D1DB-23D2-45A0-B12B-31DB83381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417D2F3-2191-4AE0-8322-90EAED316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36A7A1-658A-40DE-88BC-94AD7371059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2777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FE11BA2-2645-4C86-BF7B-DA6370188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CF70980-D09A-4988-A0F8-4D86BA374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3B8F944-89CC-4976-B04A-25BDBFAF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A8E4AA-A03C-4124-8EE7-F49B22F1C62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1387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EA7E6-CC2A-44FB-9827-7901DE7DB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B0C6C-4F52-4307-B118-8EA1B2599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21E3C-95E3-4173-A314-9B6B9C42A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685678-B007-4460-846E-12B33A27637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6615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E3772-D4C0-460C-AE3A-DA07F0D01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17A07-0398-4508-A4EB-5F91716CE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656AB-A5D4-4116-9083-0DFD3809A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E18002-A4A7-4014-B6B4-85F5C41C5B7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745875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 rtlCol="0">
            <a:normAutofit/>
          </a:bodyPr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2C9AE-DCDD-4E04-A04F-F233CFAEC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15395-8C76-4F42-B5A2-248312DCA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1F831-1DA4-4961-BA8E-42854D1E8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E18002-A4A7-4014-B6B4-85F5C41C5B7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2778704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70E1B553-E368-40D3-9D3E-3BD6D64E1BC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33413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2D4F9B0E-3BF4-4FE4-8C05-05BA84AA6F3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33413" y="1828800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zh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03578-8626-4448-B336-3FEB4105EF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14521-3337-49DA-BA1B-81BE548869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37BF5-319D-4483-810E-894D2B2F1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62713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800" smtClean="0">
                <a:solidFill>
                  <a:srgbClr val="898989"/>
                </a:solidFill>
              </a:defRPr>
            </a:lvl1pPr>
          </a:lstStyle>
          <a:p>
            <a:fld id="{42E18002-A4A7-4014-B6B4-85F5C41C5B7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63655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</p:sldLayoutIdLst>
  <p:hf hdr="0" ftr="0" dt="0"/>
  <p:txStyles>
    <p:titleStyle>
      <a:lvl1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1" fontAlgn="base" hangingPunct="1">
        <a:lnSpc>
          <a:spcPct val="90000"/>
        </a:lnSpc>
        <a:spcBef>
          <a:spcPts val="750"/>
        </a:spcBef>
        <a:spcAft>
          <a:spcPct val="0"/>
        </a:spcAft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3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5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6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7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8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9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1.emf"/><Relationship Id="rId4" Type="http://schemas.openxmlformats.org/officeDocument/2006/relationships/oleObject" Target="../embeddings/oleObject10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1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2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3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3">
            <a:extLst>
              <a:ext uri="{FF2B5EF4-FFF2-40B4-BE49-F238E27FC236}">
                <a16:creationId xmlns:a16="http://schemas.microsoft.com/office/drawing/2014/main" id="{E7BAFC31-277A-410E-A007-ADB2599B5D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11175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23.3 Burnside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引理</a:t>
            </a:r>
          </a:p>
        </p:txBody>
      </p:sp>
      <p:sp>
        <p:nvSpPr>
          <p:cNvPr id="20485" name="Rectangle 4">
            <a:extLst>
              <a:ext uri="{FF2B5EF4-FFF2-40B4-BE49-F238E27FC236}">
                <a16:creationId xmlns:a16="http://schemas.microsoft.com/office/drawing/2014/main" id="{B517FE53-8BEF-43A4-9604-01502BBA75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42938" y="1214438"/>
            <a:ext cx="8229600" cy="4525962"/>
          </a:xfrm>
        </p:spPr>
        <p:txBody>
          <a:bodyPr/>
          <a:lstStyle/>
          <a:p>
            <a:pPr eaLnBrk="1" hangingPunct="1">
              <a:lnSpc>
                <a:spcPct val="130000"/>
              </a:lnSpc>
              <a:buFont typeface="Arial" charset="0"/>
              <a:buChar char="•"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不动置换类和轨道</a:t>
            </a:r>
          </a:p>
          <a:p>
            <a:pPr eaLnBrk="1" hangingPunct="1">
              <a:lnSpc>
                <a:spcPct val="130000"/>
              </a:lnSpc>
              <a:buFont typeface="Arial" charset="0"/>
              <a:buChar char="•"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Burnside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引理</a:t>
            </a:r>
          </a:p>
          <a:p>
            <a:pPr eaLnBrk="1" hangingPunct="1">
              <a:lnSpc>
                <a:spcPct val="130000"/>
              </a:lnSpc>
              <a:buFont typeface="Arial" charset="0"/>
              <a:buChar char="•"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Burnside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引理的应用</a:t>
            </a:r>
          </a:p>
          <a:p>
            <a:pPr eaLnBrk="1" hangingPunct="1">
              <a:buFont typeface="Arial" charset="0"/>
              <a:buChar char="•"/>
              <a:defRPr/>
            </a:pPr>
            <a:endParaRPr lang="zh-CN" altLang="en-US" dirty="0"/>
          </a:p>
          <a:p>
            <a:pPr eaLnBrk="1" hangingPunct="1">
              <a:buFont typeface="Arial" charset="0"/>
              <a:buChar char="•"/>
              <a:defRPr/>
            </a:pPr>
            <a:endParaRPr lang="en-US" altLang="zh-CN" dirty="0"/>
          </a:p>
        </p:txBody>
      </p:sp>
      <p:sp>
        <p:nvSpPr>
          <p:cNvPr id="20483" name="灯片编号占位符 5">
            <a:extLst>
              <a:ext uri="{FF2B5EF4-FFF2-40B4-BE49-F238E27FC236}">
                <a16:creationId xmlns:a16="http://schemas.microsoft.com/office/drawing/2014/main" id="{565A33BE-8C1E-4615-9D8E-62B18AEE8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376894A-C86A-4087-87F8-D008041A1622}" type="slidenum">
              <a:rPr lang="en-US" altLang="zh-CN">
                <a:solidFill>
                  <a:srgbClr val="898989"/>
                </a:solidFill>
              </a:rPr>
              <a:pPr eaLnBrk="1" hangingPunct="1"/>
              <a:t>1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1026" name="Object 2">
            <a:extLst>
              <a:ext uri="{FF2B5EF4-FFF2-40B4-BE49-F238E27FC236}">
                <a16:creationId xmlns:a16="http://schemas.microsoft.com/office/drawing/2014/main" id="{20CB3D4C-B51A-4CD9-B44D-71EBE8BE4F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3588" y="1187450"/>
          <a:ext cx="7629525" cy="5240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文档" r:id="rId4" imgW="4447588" imgH="3053068" progId="Word.Document.8">
                  <p:embed/>
                </p:oleObj>
              </mc:Choice>
              <mc:Fallback>
                <p:oleObj name="文档" r:id="rId4" imgW="4447588" imgH="3053068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588" y="1187450"/>
                        <a:ext cx="7629525" cy="5240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2">
            <a:extLst>
              <a:ext uri="{FF2B5EF4-FFF2-40B4-BE49-F238E27FC236}">
                <a16:creationId xmlns:a16="http://schemas.microsoft.com/office/drawing/2014/main" id="{C4EF1380-2245-49B7-8972-D65E9CCB82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2548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不动置换类和轨道</a:t>
            </a:r>
          </a:p>
        </p:txBody>
      </p:sp>
      <p:graphicFrame>
        <p:nvGraphicFramePr>
          <p:cNvPr id="2050" name="Object 3">
            <a:extLst>
              <a:ext uri="{FF2B5EF4-FFF2-40B4-BE49-F238E27FC236}">
                <a16:creationId xmlns:a16="http://schemas.microsoft.com/office/drawing/2014/main" id="{7CE9C2C3-244F-4A2D-856F-230D8FC4D5F0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0" y="1220788"/>
          <a:ext cx="8647113" cy="4856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Document" r:id="rId4" imgW="4320148" imgH="2425813" progId="Word.Document.8">
                  <p:embed/>
                </p:oleObj>
              </mc:Choice>
              <mc:Fallback>
                <p:oleObj name="Document" r:id="rId4" imgW="4320148" imgH="2425813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20788"/>
                        <a:ext cx="8647113" cy="4856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7" name="灯片编号占位符 5">
            <a:extLst>
              <a:ext uri="{FF2B5EF4-FFF2-40B4-BE49-F238E27FC236}">
                <a16:creationId xmlns:a16="http://schemas.microsoft.com/office/drawing/2014/main" id="{F2E1A42A-2786-45E1-B515-5510A6C02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3653E06-14B8-4256-AFAB-E4E1BDDC33A4}" type="slidenum">
              <a:rPr lang="en-US" altLang="zh-CN">
                <a:solidFill>
                  <a:srgbClr val="898989"/>
                </a:solidFill>
              </a:rPr>
              <a:pPr eaLnBrk="1" hangingPunct="1"/>
              <a:t>2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3">
            <a:extLst>
              <a:ext uri="{FF2B5EF4-FFF2-40B4-BE49-F238E27FC236}">
                <a16:creationId xmlns:a16="http://schemas.microsoft.com/office/drawing/2014/main" id="{45FD5238-1F1C-4365-A5D6-2BE5E60627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2548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实例</a:t>
            </a:r>
          </a:p>
        </p:txBody>
      </p:sp>
      <p:sp>
        <p:nvSpPr>
          <p:cNvPr id="22531" name="灯片编号占位符 4">
            <a:extLst>
              <a:ext uri="{FF2B5EF4-FFF2-40B4-BE49-F238E27FC236}">
                <a16:creationId xmlns:a16="http://schemas.microsoft.com/office/drawing/2014/main" id="{3122C1FF-E0A7-403A-91CA-8A8BAB44B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2807626-369A-4707-9BB9-521B9A897431}" type="slidenum">
              <a:rPr lang="en-US" altLang="zh-CN">
                <a:solidFill>
                  <a:srgbClr val="898989"/>
                </a:solidFill>
              </a:rPr>
              <a:pPr eaLnBrk="1" hangingPunct="1"/>
              <a:t>3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3074" name="Object 2">
            <a:extLst>
              <a:ext uri="{FF2B5EF4-FFF2-40B4-BE49-F238E27FC236}">
                <a16:creationId xmlns:a16="http://schemas.microsoft.com/office/drawing/2014/main" id="{85BD42C7-9AE4-4706-B68E-921EAA56FE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" y="1071563"/>
          <a:ext cx="8101013" cy="5059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文档" r:id="rId4" imgW="3346510" imgH="2386538" progId="Word.Document.8">
                  <p:embed/>
                </p:oleObj>
              </mc:Choice>
              <mc:Fallback>
                <p:oleObj name="文档" r:id="rId4" imgW="3346510" imgH="2386538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1071563"/>
                        <a:ext cx="8101013" cy="5059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3">
            <a:extLst>
              <a:ext uri="{FF2B5EF4-FFF2-40B4-BE49-F238E27FC236}">
                <a16:creationId xmlns:a16="http://schemas.microsoft.com/office/drawing/2014/main" id="{401B1D56-0AF9-4571-97EF-E1BBFE9A9A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1500" y="214313"/>
            <a:ext cx="8229600" cy="79692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不动置换类与轨道的关系</a:t>
            </a:r>
          </a:p>
        </p:txBody>
      </p:sp>
      <p:sp>
        <p:nvSpPr>
          <p:cNvPr id="23555" name="灯片编号占位符 4">
            <a:extLst>
              <a:ext uri="{FF2B5EF4-FFF2-40B4-BE49-F238E27FC236}">
                <a16:creationId xmlns:a16="http://schemas.microsoft.com/office/drawing/2014/main" id="{87C5A0FB-9A80-49E2-AC52-EB0370030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C8D1817-9F77-47D5-8AD2-99AA1AEE3092}" type="slidenum">
              <a:rPr lang="en-US" altLang="zh-CN">
                <a:solidFill>
                  <a:srgbClr val="898989"/>
                </a:solidFill>
              </a:rPr>
              <a:pPr eaLnBrk="1" hangingPunct="1"/>
              <a:t>4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4098" name="Object 2">
            <a:extLst>
              <a:ext uri="{FF2B5EF4-FFF2-40B4-BE49-F238E27FC236}">
                <a16:creationId xmlns:a16="http://schemas.microsoft.com/office/drawing/2014/main" id="{16C115D0-9831-488A-9987-3771B5E09F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1071563"/>
          <a:ext cx="8001000" cy="568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Document" r:id="rId4" imgW="3899492" imgH="2912341" progId="Word.Document.8">
                  <p:embed/>
                </p:oleObj>
              </mc:Choice>
              <mc:Fallback>
                <p:oleObj name="Document" r:id="rId4" imgW="3899492" imgH="2912341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071563"/>
                        <a:ext cx="8001000" cy="568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3">
            <a:extLst>
              <a:ext uri="{FF2B5EF4-FFF2-40B4-BE49-F238E27FC236}">
                <a16:creationId xmlns:a16="http://schemas.microsoft.com/office/drawing/2014/main" id="{12F5613F-D8C9-449B-A260-765BCC66DE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42875"/>
            <a:ext cx="8229600" cy="725488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Burnside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引理</a:t>
            </a:r>
          </a:p>
        </p:txBody>
      </p:sp>
      <p:sp>
        <p:nvSpPr>
          <p:cNvPr id="24579" name="灯片编号占位符 4">
            <a:extLst>
              <a:ext uri="{FF2B5EF4-FFF2-40B4-BE49-F238E27FC236}">
                <a16:creationId xmlns:a16="http://schemas.microsoft.com/office/drawing/2014/main" id="{1CE84E3B-C3B2-49F5-987A-1918149A8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6EF32C3-C37E-410B-9EB2-67EE06A5C29F}" type="slidenum">
              <a:rPr lang="en-US" altLang="zh-CN">
                <a:solidFill>
                  <a:srgbClr val="898989"/>
                </a:solidFill>
              </a:rPr>
              <a:pPr eaLnBrk="1" hangingPunct="1"/>
              <a:t>5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5122" name="Object 2">
            <a:extLst>
              <a:ext uri="{FF2B5EF4-FFF2-40B4-BE49-F238E27FC236}">
                <a16:creationId xmlns:a16="http://schemas.microsoft.com/office/drawing/2014/main" id="{8801E050-C553-4DCE-B4E0-44054C1019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1214438"/>
          <a:ext cx="8345488" cy="5051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Document" r:id="rId4" imgW="3936203" imgH="2384850" progId="Word.Document.8">
                  <p:embed/>
                </p:oleObj>
              </mc:Choice>
              <mc:Fallback>
                <p:oleObj name="Document" r:id="rId4" imgW="3936203" imgH="238485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4438"/>
                        <a:ext cx="8345488" cy="5051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3">
            <a:extLst>
              <a:ext uri="{FF2B5EF4-FFF2-40B4-BE49-F238E27FC236}">
                <a16:creationId xmlns:a16="http://schemas.microsoft.com/office/drawing/2014/main" id="{88ED391A-D807-47C8-A724-C6DFB33A36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7188" y="237332"/>
            <a:ext cx="7772400" cy="6508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证明</a:t>
            </a:r>
          </a:p>
        </p:txBody>
      </p:sp>
      <p:sp>
        <p:nvSpPr>
          <p:cNvPr id="25603" name="灯片编号占位符 4">
            <a:extLst>
              <a:ext uri="{FF2B5EF4-FFF2-40B4-BE49-F238E27FC236}">
                <a16:creationId xmlns:a16="http://schemas.microsoft.com/office/drawing/2014/main" id="{440FC6BE-F9F5-4E5C-B847-E15778651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B1D0DA5-9924-41E4-B817-4D2A07359F41}" type="slidenum">
              <a:rPr lang="en-US" altLang="zh-CN">
                <a:solidFill>
                  <a:srgbClr val="898989"/>
                </a:solidFill>
              </a:rPr>
              <a:pPr eaLnBrk="1" hangingPunct="1"/>
              <a:t>6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6149" name="Text Box 4">
            <a:extLst>
              <a:ext uri="{FF2B5EF4-FFF2-40B4-BE49-F238E27FC236}">
                <a16:creationId xmlns:a16="http://schemas.microsoft.com/office/drawing/2014/main" id="{CA253DD1-57C5-4053-9BF4-BAEE2130AF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125" y="5572125"/>
            <a:ext cx="45561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latin typeface="Times New Roman" panose="02020603050405020304" pitchFamily="18" charset="0"/>
              </a:rPr>
              <a:t>S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kl</a:t>
            </a:r>
            <a:r>
              <a:rPr lang="zh-CN" altLang="en-US" sz="2800" b="1" i="1" baseline="-25000">
                <a:latin typeface="Times New Roman" panose="02020603050405020304" pitchFamily="18" charset="0"/>
              </a:rPr>
              <a:t>  </a:t>
            </a:r>
            <a:r>
              <a:rPr lang="en-US" altLang="zh-CN" sz="2800" b="1">
                <a:latin typeface="Times New Roman" panose="02020603050405020304" pitchFamily="18" charset="0"/>
              </a:rPr>
              <a:t>=1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 </a:t>
            </a:r>
            <a:r>
              <a:rPr lang="en-US" altLang="zh-CN" sz="28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l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CBBFF868-DB23-4C99-B81B-BF64AD46B3B5}"/>
              </a:ext>
            </a:extLst>
          </p:cNvPr>
          <p:cNvGraphicFramePr>
            <a:graphicFrameLocks noGrp="1"/>
          </p:cNvGraphicFramePr>
          <p:nvPr/>
        </p:nvGraphicFramePr>
        <p:xfrm>
          <a:off x="928688" y="1857375"/>
          <a:ext cx="7358063" cy="3348038"/>
        </p:xfrm>
        <a:graphic>
          <a:graphicData uri="http://schemas.openxmlformats.org/drawingml/2006/table">
            <a:tbl>
              <a:tblPr/>
              <a:tblGrid>
                <a:gridCol w="10349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27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1244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latin typeface="Times New Roman"/>
                          <a:ea typeface="宋体"/>
                        </a:rPr>
                        <a:t>    </a:t>
                      </a:r>
                      <a:r>
                        <a:rPr lang="zh-CN" altLang="en-US" sz="2000" b="1" kern="100" dirty="0">
                          <a:latin typeface="Times New Roman"/>
                          <a:ea typeface="宋体"/>
                        </a:rPr>
                        <a:t>    </a:t>
                      </a:r>
                      <a:r>
                        <a:rPr lang="en-US" sz="2000" b="1" i="1" kern="100" dirty="0">
                          <a:latin typeface="Times New Roman"/>
                          <a:ea typeface="宋体"/>
                        </a:rPr>
                        <a:t>N</a:t>
                      </a:r>
                      <a:endParaRPr lang="zh-CN" sz="2000" kern="100" dirty="0">
                        <a:latin typeface="Times New Roman"/>
                        <a:ea typeface="宋体"/>
                      </a:endParaRPr>
                    </a:p>
                    <a:p>
                      <a:pPr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2000" b="1" i="1" kern="100" dirty="0">
                          <a:latin typeface="Times New Roman"/>
                          <a:ea typeface="宋体"/>
                        </a:rPr>
                        <a:t>G </a:t>
                      </a:r>
                      <a:endParaRPr lang="zh-CN" sz="2000" kern="100" dirty="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latin typeface="Times New Roman"/>
                          <a:ea typeface="宋体"/>
                        </a:rPr>
                        <a:t>  </a:t>
                      </a:r>
                      <a:endParaRPr lang="zh-CN" sz="2000" kern="100" dirty="0">
                        <a:latin typeface="Times New Roman"/>
                        <a:ea typeface="宋体"/>
                      </a:endParaRPr>
                    </a:p>
                    <a:p>
                      <a:pPr indent="76200"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000" b="1" kern="100" dirty="0">
                          <a:latin typeface="Times New Roman"/>
                          <a:ea typeface="宋体"/>
                        </a:rPr>
                        <a:t>   </a:t>
                      </a:r>
                      <a:r>
                        <a:rPr lang="en-US" sz="2000" b="1" kern="100" dirty="0">
                          <a:latin typeface="Times New Roman"/>
                          <a:ea typeface="宋体"/>
                        </a:rPr>
                        <a:t>1  </a:t>
                      </a:r>
                      <a:r>
                        <a:rPr lang="zh-CN" altLang="en-US" sz="2000" b="1" kern="100" dirty="0">
                          <a:latin typeface="Times New Roman"/>
                          <a:ea typeface="宋体"/>
                        </a:rPr>
                        <a:t>  </a:t>
                      </a:r>
                      <a:r>
                        <a:rPr lang="en-US" sz="2000" b="1" kern="100" dirty="0">
                          <a:latin typeface="Times New Roman"/>
                          <a:ea typeface="宋体"/>
                        </a:rPr>
                        <a:t>  2    </a:t>
                      </a:r>
                      <a:r>
                        <a:rPr lang="zh-CN" altLang="en-US" sz="2000" b="1" kern="100" dirty="0">
                          <a:latin typeface="Times New Roman"/>
                          <a:ea typeface="宋体"/>
                        </a:rPr>
                        <a:t>   </a:t>
                      </a:r>
                      <a:r>
                        <a:rPr lang="en-US" sz="2000" b="1" kern="100" dirty="0">
                          <a:latin typeface="Times New Roman"/>
                          <a:ea typeface="宋体"/>
                        </a:rPr>
                        <a:t> ……      </a:t>
                      </a:r>
                      <a:r>
                        <a:rPr lang="zh-CN" altLang="en-US" sz="2000" b="1" kern="100" dirty="0">
                          <a:latin typeface="Times New Roman"/>
                          <a:ea typeface="宋体"/>
                        </a:rPr>
                        <a:t>      </a:t>
                      </a:r>
                      <a:r>
                        <a:rPr lang="en-US" sz="2000" b="1" kern="100" dirty="0">
                          <a:latin typeface="Times New Roman"/>
                          <a:ea typeface="宋体"/>
                        </a:rPr>
                        <a:t>  </a:t>
                      </a:r>
                      <a:r>
                        <a:rPr lang="en-US" sz="2000" b="1" i="1" kern="100" dirty="0">
                          <a:latin typeface="Times New Roman"/>
                          <a:ea typeface="宋体"/>
                        </a:rPr>
                        <a:t>n</a:t>
                      </a:r>
                      <a:endParaRPr lang="zh-CN" sz="2000" kern="100" dirty="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latin typeface="Times New Roman"/>
                          <a:ea typeface="宋体"/>
                        </a:rPr>
                        <a:t>    </a:t>
                      </a:r>
                      <a:endParaRPr lang="zh-CN" sz="2000" kern="100" dirty="0">
                        <a:latin typeface="Times New Roman"/>
                        <a:ea typeface="宋体"/>
                      </a:endParaRPr>
                    </a:p>
                    <a:p>
                      <a:pPr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latin typeface="Times New Roman"/>
                          <a:ea typeface="宋体"/>
                        </a:rPr>
                        <a:t>   </a:t>
                      </a:r>
                      <a:r>
                        <a:rPr lang="zh-CN" altLang="en-US" sz="2000" b="1" kern="100" dirty="0">
                          <a:latin typeface="Times New Roman"/>
                          <a:ea typeface="宋体"/>
                        </a:rPr>
                        <a:t> </a:t>
                      </a:r>
                      <a:r>
                        <a:rPr lang="en-US" sz="2000" b="1" kern="100" dirty="0">
                          <a:latin typeface="Times New Roman"/>
                          <a:ea typeface="宋体"/>
                        </a:rPr>
                        <a:t> </a:t>
                      </a:r>
                      <a:r>
                        <a:rPr lang="en-US" sz="2000" b="1" i="1" kern="100" dirty="0">
                          <a:latin typeface="Times New Roman"/>
                          <a:ea typeface="宋体"/>
                        </a:rPr>
                        <a:t>c</a:t>
                      </a:r>
                      <a:r>
                        <a:rPr lang="en-US" sz="2000" b="1" kern="100" baseline="-25000" dirty="0">
                          <a:latin typeface="Times New Roman"/>
                          <a:ea typeface="宋体"/>
                        </a:rPr>
                        <a:t>1</a:t>
                      </a:r>
                      <a:r>
                        <a:rPr lang="en-US" sz="2000" b="1" kern="100" dirty="0">
                          <a:latin typeface="Times New Roman"/>
                          <a:ea typeface="宋体"/>
                        </a:rPr>
                        <a:t>(</a:t>
                      </a:r>
                      <a:r>
                        <a:rPr lang="en-US" sz="2000" b="1" kern="100" dirty="0">
                          <a:latin typeface="Times New Roman"/>
                          <a:ea typeface="宋体"/>
                          <a:sym typeface="Symbol"/>
                        </a:rPr>
                        <a:t></a:t>
                      </a:r>
                      <a:r>
                        <a:rPr lang="en-US" sz="2000" b="1" i="1" kern="100" baseline="-25000" dirty="0">
                          <a:latin typeface="Times New Roman"/>
                          <a:ea typeface="宋体"/>
                        </a:rPr>
                        <a:t>k</a:t>
                      </a:r>
                      <a:r>
                        <a:rPr lang="en-US" sz="2000" b="1" kern="100" dirty="0">
                          <a:latin typeface="Times New Roman"/>
                          <a:ea typeface="宋体"/>
                        </a:rPr>
                        <a:t>)</a:t>
                      </a:r>
                      <a:endParaRPr lang="zh-CN" sz="2000" kern="100" dirty="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0696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000" b="1" kern="100" dirty="0">
                          <a:latin typeface="Times New Roman"/>
                          <a:ea typeface="宋体"/>
                          <a:sym typeface="Symbol"/>
                        </a:rPr>
                        <a:t> </a:t>
                      </a:r>
                      <a:r>
                        <a:rPr lang="en-US" sz="2000" b="1" kern="100" dirty="0">
                          <a:latin typeface="Times New Roman"/>
                          <a:ea typeface="宋体"/>
                          <a:sym typeface="Symbol"/>
                        </a:rPr>
                        <a:t></a:t>
                      </a:r>
                      <a:r>
                        <a:rPr lang="en-US" sz="2000" b="1" kern="100" baseline="-25000" dirty="0">
                          <a:latin typeface="Times New Roman"/>
                          <a:ea typeface="宋体"/>
                        </a:rPr>
                        <a:t>1</a:t>
                      </a:r>
                      <a:r>
                        <a:rPr lang="en-US" sz="2000" b="1" kern="100" dirty="0">
                          <a:latin typeface="Times New Roman"/>
                          <a:ea typeface="宋体"/>
                        </a:rPr>
                        <a:t>=(1)</a:t>
                      </a:r>
                      <a:endParaRPr lang="zh-CN" sz="2000" kern="100" dirty="0">
                        <a:latin typeface="Times New Roman"/>
                        <a:ea typeface="宋体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latin typeface="Times New Roman"/>
                          <a:ea typeface="宋体"/>
                        </a:rPr>
                        <a:t>   </a:t>
                      </a:r>
                      <a:r>
                        <a:rPr lang="en-US" sz="2000" b="1" kern="100" dirty="0">
                          <a:latin typeface="Times New Roman"/>
                          <a:ea typeface="宋体"/>
                          <a:sym typeface="Symbol"/>
                        </a:rPr>
                        <a:t></a:t>
                      </a:r>
                      <a:r>
                        <a:rPr lang="en-US" sz="2000" b="1" kern="100" baseline="-25000" dirty="0">
                          <a:latin typeface="Times New Roman"/>
                          <a:ea typeface="宋体"/>
                        </a:rPr>
                        <a:t>2</a:t>
                      </a:r>
                      <a:endParaRPr lang="zh-CN" sz="2000" kern="100" dirty="0">
                        <a:latin typeface="Times New Roman"/>
                        <a:ea typeface="宋体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100" baseline="-25000" dirty="0">
                          <a:latin typeface="Times New Roman"/>
                          <a:ea typeface="宋体"/>
                        </a:rPr>
                        <a:t>     </a:t>
                      </a:r>
                      <a:r>
                        <a:rPr lang="zh-CN" altLang="en-US" sz="2000" b="1" kern="100" baseline="-25000" dirty="0">
                          <a:latin typeface="Times New Roman"/>
                          <a:ea typeface="宋体"/>
                        </a:rPr>
                        <a:t>。</a:t>
                      </a:r>
                      <a:endParaRPr lang="zh-CN" sz="2000" kern="100" dirty="0">
                        <a:latin typeface="Times New Roman"/>
                        <a:ea typeface="宋体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100" baseline="-25000" dirty="0">
                          <a:latin typeface="Times New Roman"/>
                          <a:ea typeface="宋体"/>
                        </a:rPr>
                        <a:t>    </a:t>
                      </a:r>
                      <a:r>
                        <a:rPr lang="zh-CN" altLang="en-US" sz="2000" b="1" kern="100" baseline="-25000" dirty="0">
                          <a:latin typeface="Times New Roman"/>
                          <a:ea typeface="宋体"/>
                        </a:rPr>
                        <a:t> 。</a:t>
                      </a:r>
                      <a:endParaRPr lang="zh-CN" sz="2000" kern="100" dirty="0">
                        <a:latin typeface="Times New Roman"/>
                        <a:ea typeface="宋体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100" baseline="-25000" dirty="0">
                          <a:latin typeface="Times New Roman"/>
                          <a:ea typeface="宋体"/>
                        </a:rPr>
                        <a:t>    </a:t>
                      </a:r>
                      <a:r>
                        <a:rPr lang="en-US" sz="2000" b="1" kern="100" dirty="0">
                          <a:latin typeface="Times New Roman"/>
                          <a:ea typeface="宋体"/>
                          <a:sym typeface="Symbol"/>
                        </a:rPr>
                        <a:t></a:t>
                      </a:r>
                      <a:r>
                        <a:rPr lang="en-US" sz="2000" b="1" i="1" kern="100" baseline="-25000" dirty="0">
                          <a:latin typeface="Times New Roman"/>
                          <a:ea typeface="宋体"/>
                        </a:rPr>
                        <a:t>g</a:t>
                      </a:r>
                      <a:endParaRPr lang="zh-CN" sz="2000" kern="100" dirty="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latin typeface="Times New Roman"/>
                          <a:ea typeface="宋体"/>
                        </a:rPr>
                        <a:t> </a:t>
                      </a:r>
                      <a:r>
                        <a:rPr lang="zh-CN" altLang="en-US" sz="2000" b="1" kern="100" dirty="0">
                          <a:latin typeface="Times New Roman"/>
                          <a:ea typeface="宋体"/>
                        </a:rPr>
                        <a:t>   </a:t>
                      </a:r>
                      <a:r>
                        <a:rPr lang="en-US" sz="2000" b="1" i="1" kern="100" dirty="0">
                          <a:latin typeface="Times New Roman"/>
                          <a:ea typeface="宋体"/>
                        </a:rPr>
                        <a:t>S</a:t>
                      </a:r>
                      <a:r>
                        <a:rPr lang="en-US" sz="2000" b="1" kern="100" baseline="-25000" dirty="0">
                          <a:latin typeface="Times New Roman"/>
                          <a:ea typeface="宋体"/>
                        </a:rPr>
                        <a:t>11  </a:t>
                      </a:r>
                      <a:r>
                        <a:rPr lang="en-US" sz="2000" b="1" kern="100" dirty="0">
                          <a:latin typeface="Times New Roman"/>
                          <a:ea typeface="宋体"/>
                        </a:rPr>
                        <a:t> </a:t>
                      </a:r>
                      <a:r>
                        <a:rPr lang="en-US" sz="2000" b="1" i="1" kern="100" dirty="0">
                          <a:latin typeface="Times New Roman"/>
                          <a:ea typeface="宋体"/>
                        </a:rPr>
                        <a:t>S</a:t>
                      </a:r>
                      <a:r>
                        <a:rPr lang="en-US" sz="2000" b="1" kern="100" baseline="-25000" dirty="0">
                          <a:latin typeface="Times New Roman"/>
                          <a:ea typeface="宋体"/>
                        </a:rPr>
                        <a:t>12</a:t>
                      </a:r>
                      <a:r>
                        <a:rPr lang="en-US" sz="2000" b="1" kern="100" dirty="0">
                          <a:latin typeface="Times New Roman"/>
                          <a:ea typeface="宋体"/>
                        </a:rPr>
                        <a:t>  </a:t>
                      </a:r>
                      <a:r>
                        <a:rPr lang="zh-CN" altLang="en-US" sz="2000" b="1" kern="100" dirty="0">
                          <a:latin typeface="Times New Roman"/>
                          <a:ea typeface="宋体"/>
                        </a:rPr>
                        <a:t>   </a:t>
                      </a:r>
                      <a:r>
                        <a:rPr lang="en-US" sz="2000" b="1" kern="100" dirty="0">
                          <a:latin typeface="Times New Roman"/>
                          <a:ea typeface="宋体"/>
                        </a:rPr>
                        <a:t>  ……      </a:t>
                      </a:r>
                      <a:r>
                        <a:rPr lang="zh-CN" altLang="en-US" sz="2000" b="1" kern="100" dirty="0">
                          <a:latin typeface="Times New Roman"/>
                          <a:ea typeface="宋体"/>
                        </a:rPr>
                        <a:t>    </a:t>
                      </a:r>
                      <a:r>
                        <a:rPr lang="en-US" sz="2000" b="1" kern="100" dirty="0">
                          <a:latin typeface="Times New Roman"/>
                          <a:ea typeface="宋体"/>
                        </a:rPr>
                        <a:t>  </a:t>
                      </a:r>
                      <a:r>
                        <a:rPr lang="en-US" sz="2000" b="1" i="1" kern="100" dirty="0">
                          <a:latin typeface="Times New Roman"/>
                          <a:ea typeface="宋体"/>
                        </a:rPr>
                        <a:t>S</a:t>
                      </a:r>
                      <a:r>
                        <a:rPr lang="en-US" sz="2000" b="1" kern="100" baseline="-25000" dirty="0">
                          <a:latin typeface="Times New Roman"/>
                          <a:ea typeface="宋体"/>
                        </a:rPr>
                        <a:t>1</a:t>
                      </a:r>
                      <a:r>
                        <a:rPr lang="en-US" sz="2000" b="1" i="1" kern="100" baseline="-25000" dirty="0">
                          <a:latin typeface="Times New Roman"/>
                          <a:ea typeface="宋体"/>
                        </a:rPr>
                        <a:t>n</a:t>
                      </a:r>
                      <a:endParaRPr lang="zh-CN" sz="2000" kern="100" dirty="0">
                        <a:latin typeface="Times New Roman"/>
                        <a:ea typeface="宋体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latin typeface="Times New Roman"/>
                          <a:ea typeface="宋体"/>
                        </a:rPr>
                        <a:t> </a:t>
                      </a:r>
                      <a:r>
                        <a:rPr lang="zh-CN" altLang="en-US" sz="2000" b="1" kern="100" dirty="0">
                          <a:latin typeface="Times New Roman"/>
                          <a:ea typeface="宋体"/>
                        </a:rPr>
                        <a:t>   </a:t>
                      </a:r>
                      <a:r>
                        <a:rPr lang="en-US" sz="2000" b="1" i="1" kern="100" dirty="0">
                          <a:latin typeface="Times New Roman"/>
                          <a:ea typeface="宋体"/>
                        </a:rPr>
                        <a:t>S</a:t>
                      </a:r>
                      <a:r>
                        <a:rPr lang="en-US" sz="2000" b="1" kern="100" baseline="-25000" dirty="0">
                          <a:latin typeface="Times New Roman"/>
                          <a:ea typeface="宋体"/>
                        </a:rPr>
                        <a:t>21 </a:t>
                      </a:r>
                      <a:r>
                        <a:rPr lang="en-US" sz="2000" b="1" kern="100" dirty="0">
                          <a:latin typeface="Times New Roman"/>
                          <a:ea typeface="宋体"/>
                        </a:rPr>
                        <a:t>  </a:t>
                      </a:r>
                      <a:r>
                        <a:rPr lang="en-US" sz="2000" b="1" i="1" kern="100" dirty="0">
                          <a:latin typeface="Times New Roman"/>
                          <a:ea typeface="宋体"/>
                        </a:rPr>
                        <a:t>S</a:t>
                      </a:r>
                      <a:r>
                        <a:rPr lang="en-US" sz="2000" b="1" kern="100" baseline="-25000" dirty="0">
                          <a:latin typeface="Times New Roman"/>
                          <a:ea typeface="宋体"/>
                        </a:rPr>
                        <a:t>22</a:t>
                      </a:r>
                      <a:r>
                        <a:rPr lang="en-US" sz="2000" b="1" kern="100" dirty="0">
                          <a:latin typeface="Times New Roman"/>
                          <a:ea typeface="宋体"/>
                        </a:rPr>
                        <a:t>   </a:t>
                      </a:r>
                      <a:r>
                        <a:rPr lang="zh-CN" altLang="en-US" sz="2000" b="1" kern="100" dirty="0">
                          <a:latin typeface="Times New Roman"/>
                          <a:ea typeface="宋体"/>
                        </a:rPr>
                        <a:t>   </a:t>
                      </a:r>
                      <a:r>
                        <a:rPr lang="en-US" sz="2000" b="1" kern="100" dirty="0">
                          <a:latin typeface="Times New Roman"/>
                          <a:ea typeface="宋体"/>
                        </a:rPr>
                        <a:t> .…..      </a:t>
                      </a:r>
                      <a:r>
                        <a:rPr lang="zh-CN" altLang="en-US" sz="2000" b="1" kern="100" dirty="0">
                          <a:latin typeface="Times New Roman"/>
                          <a:ea typeface="宋体"/>
                        </a:rPr>
                        <a:t>   </a:t>
                      </a:r>
                      <a:r>
                        <a:rPr lang="en-US" sz="2000" b="1" kern="100" dirty="0">
                          <a:latin typeface="Times New Roman"/>
                          <a:ea typeface="宋体"/>
                        </a:rPr>
                        <a:t>   </a:t>
                      </a:r>
                      <a:r>
                        <a:rPr lang="en-US" sz="2000" b="1" i="1" kern="100" dirty="0">
                          <a:latin typeface="Times New Roman"/>
                          <a:ea typeface="宋体"/>
                        </a:rPr>
                        <a:t>S</a:t>
                      </a:r>
                      <a:r>
                        <a:rPr lang="en-US" sz="2000" b="1" kern="100" baseline="-25000" dirty="0">
                          <a:latin typeface="Times New Roman"/>
                          <a:ea typeface="宋体"/>
                        </a:rPr>
                        <a:t>2</a:t>
                      </a:r>
                      <a:r>
                        <a:rPr lang="en-US" sz="2000" b="1" i="1" kern="100" baseline="-25000" dirty="0">
                          <a:latin typeface="Times New Roman"/>
                          <a:ea typeface="宋体"/>
                        </a:rPr>
                        <a:t>n</a:t>
                      </a:r>
                      <a:endParaRPr lang="zh-CN" sz="2000" kern="100" dirty="0">
                        <a:latin typeface="Times New Roman"/>
                        <a:ea typeface="宋体"/>
                      </a:endParaRPr>
                    </a:p>
                    <a:p>
                      <a:pPr indent="152400"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000" b="1" kern="100" dirty="0">
                          <a:latin typeface="Times New Roman"/>
                          <a:ea typeface="宋体"/>
                        </a:rPr>
                        <a:t>    </a:t>
                      </a:r>
                      <a:r>
                        <a:rPr lang="en-US" sz="2000" b="1" kern="100" dirty="0">
                          <a:latin typeface="Times New Roman"/>
                          <a:ea typeface="宋体"/>
                        </a:rPr>
                        <a:t>.     .                 </a:t>
                      </a:r>
                      <a:r>
                        <a:rPr lang="zh-CN" altLang="en-US" sz="2000" b="1" kern="100" dirty="0">
                          <a:latin typeface="Times New Roman"/>
                          <a:ea typeface="宋体"/>
                        </a:rPr>
                        <a:t>             </a:t>
                      </a:r>
                      <a:r>
                        <a:rPr lang="en-US" sz="2000" b="1" kern="100" dirty="0">
                          <a:latin typeface="Times New Roman"/>
                          <a:ea typeface="宋体"/>
                        </a:rPr>
                        <a:t>. </a:t>
                      </a:r>
                      <a:endParaRPr lang="zh-CN" sz="2000" kern="100" dirty="0">
                        <a:latin typeface="Times New Roman"/>
                        <a:ea typeface="宋体"/>
                      </a:endParaRPr>
                    </a:p>
                    <a:p>
                      <a:pPr marL="150495"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000" b="1" kern="100" dirty="0">
                          <a:latin typeface="Times New Roman"/>
                          <a:ea typeface="宋体"/>
                        </a:rPr>
                        <a:t>    </a:t>
                      </a:r>
                      <a:r>
                        <a:rPr lang="en-US" sz="2000" b="1" kern="100" dirty="0">
                          <a:latin typeface="Times New Roman"/>
                          <a:ea typeface="宋体"/>
                        </a:rPr>
                        <a:t>.     .               </a:t>
                      </a:r>
                      <a:r>
                        <a:rPr lang="zh-CN" altLang="en-US" sz="2000" b="1" kern="100" dirty="0">
                          <a:latin typeface="Times New Roman"/>
                          <a:ea typeface="宋体"/>
                        </a:rPr>
                        <a:t>             </a:t>
                      </a:r>
                      <a:r>
                        <a:rPr lang="en-US" sz="2000" b="1" kern="100" dirty="0">
                          <a:latin typeface="Times New Roman"/>
                          <a:ea typeface="宋体"/>
                        </a:rPr>
                        <a:t>  .</a:t>
                      </a:r>
                      <a:endParaRPr lang="zh-CN" sz="2000" kern="100" dirty="0">
                        <a:latin typeface="Times New Roman"/>
                        <a:ea typeface="宋体"/>
                      </a:endParaRPr>
                    </a:p>
                    <a:p>
                      <a:pPr marL="169545" indent="-80010"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000" b="1" i="1" kern="100" dirty="0">
                          <a:latin typeface="Times New Roman"/>
                          <a:ea typeface="宋体"/>
                        </a:rPr>
                        <a:t>   </a:t>
                      </a:r>
                      <a:r>
                        <a:rPr lang="en-US" sz="2000" b="1" i="1" kern="100" dirty="0">
                          <a:latin typeface="Times New Roman"/>
                          <a:ea typeface="宋体"/>
                        </a:rPr>
                        <a:t>S</a:t>
                      </a:r>
                      <a:r>
                        <a:rPr lang="en-US" sz="2000" b="1" i="1" kern="100" baseline="-25000" dirty="0">
                          <a:latin typeface="Times New Roman"/>
                          <a:ea typeface="宋体"/>
                        </a:rPr>
                        <a:t>g</a:t>
                      </a:r>
                      <a:r>
                        <a:rPr lang="en-US" sz="2000" b="1" kern="100" baseline="-25000" dirty="0">
                          <a:latin typeface="Times New Roman"/>
                          <a:ea typeface="宋体"/>
                        </a:rPr>
                        <a:t>1    </a:t>
                      </a:r>
                      <a:r>
                        <a:rPr lang="en-US" sz="2000" b="1" i="1" kern="100" dirty="0">
                          <a:latin typeface="Times New Roman"/>
                          <a:ea typeface="宋体"/>
                        </a:rPr>
                        <a:t>S</a:t>
                      </a:r>
                      <a:r>
                        <a:rPr lang="en-US" sz="2000" b="1" i="1" kern="100" baseline="-25000" dirty="0">
                          <a:latin typeface="Times New Roman"/>
                          <a:ea typeface="宋体"/>
                        </a:rPr>
                        <a:t>g</a:t>
                      </a:r>
                      <a:r>
                        <a:rPr lang="en-US" sz="2000" b="1" kern="100" baseline="-25000" dirty="0">
                          <a:latin typeface="Times New Roman"/>
                          <a:ea typeface="宋体"/>
                        </a:rPr>
                        <a:t>2</a:t>
                      </a:r>
                      <a:r>
                        <a:rPr lang="en-US" sz="2000" b="1" kern="100" dirty="0">
                          <a:latin typeface="Times New Roman"/>
                          <a:ea typeface="宋体"/>
                        </a:rPr>
                        <a:t>   </a:t>
                      </a:r>
                      <a:r>
                        <a:rPr lang="zh-CN" altLang="en-US" sz="2000" b="1" kern="100" dirty="0">
                          <a:latin typeface="Times New Roman"/>
                          <a:ea typeface="宋体"/>
                        </a:rPr>
                        <a:t>   </a:t>
                      </a:r>
                      <a:r>
                        <a:rPr lang="en-US" sz="2000" b="1" kern="100" dirty="0">
                          <a:latin typeface="Times New Roman"/>
                          <a:ea typeface="宋体"/>
                        </a:rPr>
                        <a:t> ……     </a:t>
                      </a:r>
                      <a:r>
                        <a:rPr lang="zh-CN" altLang="en-US" sz="2000" b="1" kern="100" dirty="0">
                          <a:latin typeface="Times New Roman"/>
                          <a:ea typeface="宋体"/>
                        </a:rPr>
                        <a:t>  </a:t>
                      </a:r>
                      <a:r>
                        <a:rPr lang="en-US" sz="2000" b="1" kern="100" dirty="0">
                          <a:latin typeface="Times New Roman"/>
                          <a:ea typeface="宋体"/>
                        </a:rPr>
                        <a:t>   </a:t>
                      </a:r>
                      <a:r>
                        <a:rPr lang="en-US" sz="2000" b="1" i="1" kern="100" dirty="0" err="1">
                          <a:latin typeface="Times New Roman"/>
                          <a:ea typeface="宋体"/>
                        </a:rPr>
                        <a:t>S</a:t>
                      </a:r>
                      <a:r>
                        <a:rPr lang="en-US" sz="2000" b="1" i="1" kern="100" baseline="-25000" dirty="0" err="1">
                          <a:latin typeface="Times New Roman"/>
                          <a:ea typeface="宋体"/>
                        </a:rPr>
                        <a:t>gn</a:t>
                      </a:r>
                      <a:endParaRPr lang="zh-CN" sz="2000" kern="100" dirty="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latin typeface="Times New Roman"/>
                          <a:ea typeface="宋体"/>
                        </a:rPr>
                        <a:t>    </a:t>
                      </a:r>
                      <a:r>
                        <a:rPr lang="zh-CN" altLang="en-US" sz="2000" b="1" kern="100" dirty="0">
                          <a:latin typeface="Times New Roman"/>
                          <a:ea typeface="宋体"/>
                        </a:rPr>
                        <a:t> </a:t>
                      </a:r>
                      <a:r>
                        <a:rPr lang="en-US" sz="2000" b="1" i="1" kern="100" dirty="0">
                          <a:latin typeface="Times New Roman"/>
                          <a:ea typeface="宋体"/>
                        </a:rPr>
                        <a:t>c</a:t>
                      </a:r>
                      <a:r>
                        <a:rPr lang="en-US" sz="2000" b="1" kern="100" baseline="-25000" dirty="0">
                          <a:latin typeface="Times New Roman"/>
                          <a:ea typeface="宋体"/>
                        </a:rPr>
                        <a:t>1</a:t>
                      </a:r>
                      <a:r>
                        <a:rPr lang="en-US" sz="2000" b="1" kern="100" dirty="0">
                          <a:latin typeface="Times New Roman"/>
                          <a:ea typeface="宋体"/>
                        </a:rPr>
                        <a:t>(</a:t>
                      </a:r>
                      <a:r>
                        <a:rPr lang="en-US" sz="2000" b="1" kern="100" dirty="0">
                          <a:latin typeface="Times New Roman"/>
                          <a:ea typeface="宋体"/>
                          <a:sym typeface="Symbol"/>
                        </a:rPr>
                        <a:t></a:t>
                      </a:r>
                      <a:r>
                        <a:rPr lang="en-US" sz="2000" b="1" kern="100" baseline="-25000" dirty="0">
                          <a:latin typeface="Times New Roman"/>
                          <a:ea typeface="宋体"/>
                        </a:rPr>
                        <a:t>1</a:t>
                      </a:r>
                      <a:r>
                        <a:rPr lang="en-US" sz="2000" b="1" kern="100" dirty="0">
                          <a:latin typeface="Times New Roman"/>
                          <a:ea typeface="宋体"/>
                        </a:rPr>
                        <a:t>)</a:t>
                      </a:r>
                      <a:endParaRPr lang="zh-CN" sz="2000" kern="100" dirty="0">
                        <a:latin typeface="Times New Roman"/>
                        <a:ea typeface="宋体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latin typeface="Times New Roman"/>
                          <a:ea typeface="宋体"/>
                        </a:rPr>
                        <a:t>   </a:t>
                      </a:r>
                      <a:r>
                        <a:rPr lang="zh-CN" altLang="en-US" sz="2000" b="1" kern="100" dirty="0">
                          <a:latin typeface="Times New Roman"/>
                          <a:ea typeface="宋体"/>
                        </a:rPr>
                        <a:t> </a:t>
                      </a:r>
                      <a:r>
                        <a:rPr lang="en-US" sz="2000" b="1" kern="100" dirty="0">
                          <a:latin typeface="Times New Roman"/>
                          <a:ea typeface="宋体"/>
                        </a:rPr>
                        <a:t> </a:t>
                      </a:r>
                      <a:r>
                        <a:rPr lang="en-US" sz="2000" b="1" i="1" kern="100" dirty="0">
                          <a:latin typeface="Times New Roman"/>
                          <a:ea typeface="宋体"/>
                        </a:rPr>
                        <a:t>c</a:t>
                      </a:r>
                      <a:r>
                        <a:rPr lang="en-US" sz="2000" b="1" kern="100" baseline="-25000" dirty="0">
                          <a:latin typeface="Times New Roman"/>
                          <a:ea typeface="宋体"/>
                        </a:rPr>
                        <a:t>1</a:t>
                      </a:r>
                      <a:r>
                        <a:rPr lang="en-US" sz="2000" b="1" kern="100" dirty="0">
                          <a:latin typeface="Times New Roman"/>
                          <a:ea typeface="宋体"/>
                        </a:rPr>
                        <a:t>(</a:t>
                      </a:r>
                      <a:r>
                        <a:rPr lang="en-US" sz="2000" b="1" kern="100" dirty="0">
                          <a:latin typeface="Times New Roman"/>
                          <a:ea typeface="宋体"/>
                          <a:sym typeface="Symbol"/>
                        </a:rPr>
                        <a:t></a:t>
                      </a:r>
                      <a:r>
                        <a:rPr lang="en-US" sz="2000" b="1" kern="100" baseline="-25000" dirty="0">
                          <a:latin typeface="Times New Roman"/>
                          <a:ea typeface="宋体"/>
                        </a:rPr>
                        <a:t>2</a:t>
                      </a:r>
                      <a:r>
                        <a:rPr lang="en-US" sz="2000" b="1" kern="100" dirty="0">
                          <a:latin typeface="Times New Roman"/>
                          <a:ea typeface="宋体"/>
                        </a:rPr>
                        <a:t>)</a:t>
                      </a:r>
                      <a:endParaRPr lang="zh-CN" sz="2000" kern="100" dirty="0">
                        <a:latin typeface="Times New Roman"/>
                        <a:ea typeface="宋体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latin typeface="Times New Roman"/>
                          <a:ea typeface="宋体"/>
                        </a:rPr>
                        <a:t>     </a:t>
                      </a:r>
                      <a:r>
                        <a:rPr lang="zh-CN" altLang="en-US" sz="2000" b="1" kern="100" dirty="0">
                          <a:latin typeface="Times New Roman"/>
                          <a:ea typeface="宋体"/>
                        </a:rPr>
                        <a:t>   </a:t>
                      </a:r>
                      <a:r>
                        <a:rPr lang="en-US" sz="2000" b="1" kern="100" dirty="0">
                          <a:latin typeface="Times New Roman"/>
                          <a:ea typeface="宋体"/>
                        </a:rPr>
                        <a:t>.</a:t>
                      </a:r>
                      <a:endParaRPr lang="zh-CN" sz="2000" kern="100" dirty="0">
                        <a:latin typeface="Times New Roman"/>
                        <a:ea typeface="宋体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latin typeface="Times New Roman"/>
                          <a:ea typeface="宋体"/>
                        </a:rPr>
                        <a:t>    </a:t>
                      </a:r>
                      <a:r>
                        <a:rPr lang="zh-CN" altLang="en-US" sz="2000" b="1" kern="100" dirty="0">
                          <a:latin typeface="Times New Roman"/>
                          <a:ea typeface="宋体"/>
                        </a:rPr>
                        <a:t>   </a:t>
                      </a:r>
                      <a:r>
                        <a:rPr lang="en-US" sz="2000" b="1" kern="100" dirty="0">
                          <a:latin typeface="Times New Roman"/>
                          <a:ea typeface="宋体"/>
                        </a:rPr>
                        <a:t> .</a:t>
                      </a:r>
                      <a:endParaRPr lang="zh-CN" sz="2000" kern="100" dirty="0">
                        <a:latin typeface="Times New Roman"/>
                        <a:ea typeface="宋体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latin typeface="Times New Roman"/>
                          <a:ea typeface="宋体"/>
                        </a:rPr>
                        <a:t>    </a:t>
                      </a:r>
                      <a:r>
                        <a:rPr lang="zh-CN" altLang="en-US" sz="2000" b="1" kern="100" dirty="0">
                          <a:latin typeface="Times New Roman"/>
                          <a:ea typeface="宋体"/>
                        </a:rPr>
                        <a:t> </a:t>
                      </a:r>
                      <a:r>
                        <a:rPr lang="en-US" sz="2000" b="1" kern="100" dirty="0">
                          <a:latin typeface="Times New Roman"/>
                          <a:ea typeface="宋体"/>
                        </a:rPr>
                        <a:t> </a:t>
                      </a:r>
                      <a:r>
                        <a:rPr lang="en-US" sz="2000" b="1" i="1" kern="100" dirty="0">
                          <a:latin typeface="Times New Roman"/>
                          <a:ea typeface="宋体"/>
                        </a:rPr>
                        <a:t>c</a:t>
                      </a:r>
                      <a:r>
                        <a:rPr lang="en-US" sz="2000" b="1" kern="100" baseline="-25000" dirty="0">
                          <a:latin typeface="Times New Roman"/>
                          <a:ea typeface="宋体"/>
                        </a:rPr>
                        <a:t>1</a:t>
                      </a:r>
                      <a:r>
                        <a:rPr lang="en-US" sz="2000" b="1" kern="100" dirty="0">
                          <a:latin typeface="Times New Roman"/>
                          <a:ea typeface="宋体"/>
                        </a:rPr>
                        <a:t>(</a:t>
                      </a:r>
                      <a:r>
                        <a:rPr lang="en-US" sz="2000" b="1" kern="100" dirty="0">
                          <a:latin typeface="Times New Roman"/>
                          <a:ea typeface="宋体"/>
                          <a:sym typeface="Symbol"/>
                        </a:rPr>
                        <a:t></a:t>
                      </a:r>
                      <a:r>
                        <a:rPr lang="en-US" sz="2000" b="1" i="1" kern="100" baseline="-25000" dirty="0">
                          <a:latin typeface="Times New Roman"/>
                          <a:ea typeface="宋体"/>
                        </a:rPr>
                        <a:t>n</a:t>
                      </a:r>
                      <a:r>
                        <a:rPr lang="en-US" sz="2000" b="1" kern="100" dirty="0">
                          <a:latin typeface="Times New Roman"/>
                          <a:ea typeface="宋体"/>
                        </a:rPr>
                        <a:t>)</a:t>
                      </a:r>
                      <a:endParaRPr lang="zh-CN" sz="2000" kern="100" dirty="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098"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endParaRPr lang="zh-CN" sz="2000" kern="100" dirty="0">
                        <a:latin typeface="Times New Roman"/>
                        <a:ea typeface="宋体"/>
                      </a:endParaRPr>
                    </a:p>
                    <a:p>
                      <a:pPr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latin typeface="Times New Roman"/>
                          <a:ea typeface="宋体"/>
                        </a:rPr>
                        <a:t>合 计</a:t>
                      </a:r>
                      <a:endParaRPr lang="zh-CN" sz="2000" kern="100" dirty="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latin typeface="Times New Roman"/>
                          <a:ea typeface="宋体"/>
                        </a:rPr>
                        <a:t> </a:t>
                      </a:r>
                      <a:endParaRPr lang="zh-CN" sz="2000" kern="100" dirty="0">
                        <a:latin typeface="Times New Roman"/>
                        <a:ea typeface="宋体"/>
                      </a:endParaRPr>
                    </a:p>
                    <a:p>
                      <a:pPr indent="45720"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000" b="1" kern="100" dirty="0">
                          <a:latin typeface="Times New Roman"/>
                          <a:ea typeface="宋体"/>
                        </a:rPr>
                        <a:t>   </a:t>
                      </a:r>
                      <a:r>
                        <a:rPr lang="en-US" sz="2000" b="1" kern="100" dirty="0">
                          <a:latin typeface="Times New Roman"/>
                          <a:ea typeface="宋体"/>
                        </a:rPr>
                        <a:t>|</a:t>
                      </a:r>
                      <a:r>
                        <a:rPr lang="en-US" sz="2000" b="1" i="1" kern="100" dirty="0">
                          <a:latin typeface="Times New Roman"/>
                          <a:ea typeface="宋体"/>
                        </a:rPr>
                        <a:t>Z</a:t>
                      </a:r>
                      <a:r>
                        <a:rPr lang="en-US" sz="2000" b="1" kern="100" baseline="-25000" dirty="0">
                          <a:latin typeface="Times New Roman"/>
                          <a:ea typeface="宋体"/>
                        </a:rPr>
                        <a:t>1</a:t>
                      </a:r>
                      <a:r>
                        <a:rPr lang="en-US" sz="2000" b="1" kern="100" dirty="0">
                          <a:latin typeface="Times New Roman"/>
                          <a:ea typeface="宋体"/>
                        </a:rPr>
                        <a:t>|  </a:t>
                      </a:r>
                      <a:r>
                        <a:rPr lang="zh-CN" altLang="en-US" sz="2000" b="1" kern="100" dirty="0">
                          <a:latin typeface="Times New Roman"/>
                          <a:ea typeface="宋体"/>
                        </a:rPr>
                        <a:t> </a:t>
                      </a:r>
                      <a:r>
                        <a:rPr lang="en-US" sz="2000" b="1" kern="100" dirty="0">
                          <a:latin typeface="Times New Roman"/>
                          <a:ea typeface="宋体"/>
                        </a:rPr>
                        <a:t>|</a:t>
                      </a:r>
                      <a:r>
                        <a:rPr lang="en-US" sz="2000" b="1" i="1" kern="100" dirty="0">
                          <a:latin typeface="Times New Roman"/>
                          <a:ea typeface="宋体"/>
                        </a:rPr>
                        <a:t>Z</a:t>
                      </a:r>
                      <a:r>
                        <a:rPr lang="en-US" sz="2000" b="1" kern="100" baseline="-25000" dirty="0">
                          <a:latin typeface="Times New Roman"/>
                          <a:ea typeface="宋体"/>
                        </a:rPr>
                        <a:t>2</a:t>
                      </a:r>
                      <a:r>
                        <a:rPr lang="en-US" sz="2000" b="1" kern="100" dirty="0">
                          <a:latin typeface="Times New Roman"/>
                          <a:ea typeface="宋体"/>
                        </a:rPr>
                        <a:t>|    </a:t>
                      </a:r>
                      <a:r>
                        <a:rPr lang="zh-CN" altLang="en-US" sz="2000" b="1" kern="100" dirty="0">
                          <a:latin typeface="Times New Roman"/>
                          <a:ea typeface="宋体"/>
                        </a:rPr>
                        <a:t>   </a:t>
                      </a:r>
                      <a:r>
                        <a:rPr lang="en-US" sz="2000" b="1" kern="100" dirty="0">
                          <a:latin typeface="Times New Roman"/>
                          <a:ea typeface="宋体"/>
                        </a:rPr>
                        <a:t>……     </a:t>
                      </a:r>
                      <a:r>
                        <a:rPr lang="zh-CN" altLang="en-US" sz="2000" b="1" kern="100" dirty="0">
                          <a:latin typeface="Times New Roman"/>
                          <a:ea typeface="宋体"/>
                        </a:rPr>
                        <a:t> </a:t>
                      </a:r>
                      <a:r>
                        <a:rPr lang="en-US" sz="2000" b="1" kern="100" dirty="0">
                          <a:latin typeface="Times New Roman"/>
                          <a:ea typeface="宋体"/>
                        </a:rPr>
                        <a:t>   |</a:t>
                      </a:r>
                      <a:r>
                        <a:rPr lang="en-US" sz="2000" b="1" i="1" kern="100" dirty="0">
                          <a:latin typeface="Times New Roman"/>
                          <a:ea typeface="宋体"/>
                        </a:rPr>
                        <a:t>Z</a:t>
                      </a:r>
                      <a:r>
                        <a:rPr lang="en-US" sz="2000" b="1" i="1" kern="100" baseline="-25000" dirty="0">
                          <a:latin typeface="Times New Roman"/>
                          <a:ea typeface="宋体"/>
                        </a:rPr>
                        <a:t>n</a:t>
                      </a:r>
                      <a:r>
                        <a:rPr lang="en-US" sz="2000" b="1" kern="100" dirty="0">
                          <a:latin typeface="Times New Roman"/>
                          <a:ea typeface="宋体"/>
                        </a:rPr>
                        <a:t>|</a:t>
                      </a:r>
                      <a:endParaRPr lang="zh-CN" sz="2000" kern="100" dirty="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zh-CN" sz="2000" kern="100" dirty="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169" name="Rectangle 5">
            <a:extLst>
              <a:ext uri="{FF2B5EF4-FFF2-40B4-BE49-F238E27FC236}">
                <a16:creationId xmlns:a16="http://schemas.microsoft.com/office/drawing/2014/main" id="{3D3465FB-A3CA-486C-ACC6-B4B354C02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6146" name="Object 4">
            <a:extLst>
              <a:ext uri="{FF2B5EF4-FFF2-40B4-BE49-F238E27FC236}">
                <a16:creationId xmlns:a16="http://schemas.microsoft.com/office/drawing/2014/main" id="{34EF8203-2E14-41A0-9B61-7FBCCD93BD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57813" y="4500563"/>
          <a:ext cx="2841625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1" name="公式" r:id="rId4" imgW="1549080" imgH="317160" progId="Equation.3">
                  <p:embed/>
                </p:oleObj>
              </mc:Choice>
              <mc:Fallback>
                <p:oleObj name="公式" r:id="rId4" imgW="1549080" imgH="3171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7813" y="4500563"/>
                        <a:ext cx="2841625" cy="528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70" name="Rectangle 6">
            <a:extLst>
              <a:ext uri="{FF2B5EF4-FFF2-40B4-BE49-F238E27FC236}">
                <a16:creationId xmlns:a16="http://schemas.microsoft.com/office/drawing/2014/main" id="{B0D4568E-89EB-42CE-B96D-770CDE752D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88" y="1071563"/>
            <a:ext cx="78089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1143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证：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400" b="1" i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是</a:t>
            </a:r>
            <a:r>
              <a:rPr lang="en-US" altLang="zh-CN" sz="2400" b="1" i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的作用下保持不变的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中元素数。做下表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3">
            <a:extLst>
              <a:ext uri="{FF2B5EF4-FFF2-40B4-BE49-F238E27FC236}">
                <a16:creationId xmlns:a16="http://schemas.microsoft.com/office/drawing/2014/main" id="{DF03DA4F-4ECC-4F61-BDAA-0ADADAC9FA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8261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证明（续）</a:t>
            </a:r>
          </a:p>
        </p:txBody>
      </p:sp>
      <p:sp>
        <p:nvSpPr>
          <p:cNvPr id="26627" name="灯片编号占位符 4">
            <a:extLst>
              <a:ext uri="{FF2B5EF4-FFF2-40B4-BE49-F238E27FC236}">
                <a16:creationId xmlns:a16="http://schemas.microsoft.com/office/drawing/2014/main" id="{9D6E2EBC-9470-48AF-BC41-11A0C88DA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5761B58-4882-4AC0-B514-F3288BC00B71}" type="slidenum">
              <a:rPr lang="en-US" altLang="zh-CN">
                <a:solidFill>
                  <a:srgbClr val="898989"/>
                </a:solidFill>
              </a:rPr>
              <a:pPr eaLnBrk="1" hangingPunct="1"/>
              <a:t>7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7170" name="Object 2">
            <a:extLst>
              <a:ext uri="{FF2B5EF4-FFF2-40B4-BE49-F238E27FC236}">
                <a16:creationId xmlns:a16="http://schemas.microsoft.com/office/drawing/2014/main" id="{B586A664-46B6-456C-A337-BB3BCFDCCF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750" y="1285875"/>
          <a:ext cx="7904163" cy="464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文档" r:id="rId4" imgW="3713605" imgH="2187283" progId="Word.Document.8">
                  <p:embed/>
                </p:oleObj>
              </mc:Choice>
              <mc:Fallback>
                <p:oleObj name="文档" r:id="rId4" imgW="3713605" imgH="2187283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" y="1285875"/>
                        <a:ext cx="7904163" cy="4646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3">
            <a:extLst>
              <a:ext uri="{FF2B5EF4-FFF2-40B4-BE49-F238E27FC236}">
                <a16:creationId xmlns:a16="http://schemas.microsoft.com/office/drawing/2014/main" id="{29C7369A-D8B1-4737-84B3-BD9A95F8FA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4375" y="142875"/>
            <a:ext cx="8229600" cy="725488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Burnside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引理的应用</a:t>
            </a:r>
          </a:p>
        </p:txBody>
      </p:sp>
      <p:sp>
        <p:nvSpPr>
          <p:cNvPr id="27651" name="灯片编号占位符 4">
            <a:extLst>
              <a:ext uri="{FF2B5EF4-FFF2-40B4-BE49-F238E27FC236}">
                <a16:creationId xmlns:a16="http://schemas.microsoft.com/office/drawing/2014/main" id="{2A4EC16F-1CC4-4D79-8BE2-76CCD0AB6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96075" y="6356350"/>
            <a:ext cx="21336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F5FB15E-8E03-445F-BC7C-A986CE5FE658}" type="slidenum">
              <a:rPr lang="en-US" altLang="zh-CN">
                <a:solidFill>
                  <a:srgbClr val="898989"/>
                </a:solidFill>
              </a:rPr>
              <a:pPr eaLnBrk="1" hangingPunct="1"/>
              <a:t>8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8194" name="Object 3">
            <a:extLst>
              <a:ext uri="{FF2B5EF4-FFF2-40B4-BE49-F238E27FC236}">
                <a16:creationId xmlns:a16="http://schemas.microsoft.com/office/drawing/2014/main" id="{170054E3-5CB6-4A6B-B313-F2DAC6A1AA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14500" y="5429250"/>
          <a:ext cx="3000375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0" name="公式" r:id="rId4" imgW="1612800" imgH="406080" progId="Equation.3">
                  <p:embed/>
                </p:oleObj>
              </mc:Choice>
              <mc:Fallback>
                <p:oleObj name="公式" r:id="rId4" imgW="1612800" imgH="4060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00" y="5429250"/>
                        <a:ext cx="3000375" cy="766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7" name="Rectangle 5">
            <a:extLst>
              <a:ext uri="{FF2B5EF4-FFF2-40B4-BE49-F238E27FC236}">
                <a16:creationId xmlns:a16="http://schemas.microsoft.com/office/drawing/2014/main" id="{C14B0489-B601-4D21-9BDF-02137C1B0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1000125"/>
            <a:ext cx="77152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3063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用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色涂色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方格棋盘，则方案数为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16</a:t>
            </a:r>
            <a:endParaRPr lang="en-US" altLang="zh-CN" sz="2400">
              <a:sym typeface="Symbol" panose="05050102010706020507" pitchFamily="18" charset="2"/>
            </a:endParaRPr>
          </a:p>
          <a:p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</a:t>
            </a: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86E2D6B7-1076-475E-8C5B-520C040F84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3357563"/>
            <a:ext cx="8072437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304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作用在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个方案上的置换群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 {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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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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}, </a:t>
            </a:r>
            <a:endParaRPr lang="en-US" altLang="zh-CN" sz="2400">
              <a:sym typeface="Symbol" panose="05050102010706020507" pitchFamily="18" charset="2"/>
            </a:endParaRPr>
          </a:p>
          <a:p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=(1) </a:t>
            </a:r>
            <a:endParaRPr lang="en-US" altLang="zh-CN" sz="2400">
              <a:sym typeface="Symbol" panose="05050102010706020507" pitchFamily="18" charset="2"/>
            </a:endParaRPr>
          </a:p>
          <a:p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=(1) (2) (3 4 5 6) (7 8 9 10) (11 12) (13 14 15 16)</a:t>
            </a:r>
            <a:endParaRPr lang="en-US" altLang="zh-CN" sz="2400">
              <a:sym typeface="Symbol" panose="05050102010706020507" pitchFamily="18" charset="2"/>
            </a:endParaRPr>
          </a:p>
          <a:p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=(1) (2) (3 5) (4 6) (7 9) (8 10) (11) (12) (13 15) (14 16)</a:t>
            </a:r>
            <a:endParaRPr lang="en-US" altLang="zh-CN" sz="2400">
              <a:sym typeface="Symbol" panose="05050102010706020507" pitchFamily="18" charset="2"/>
            </a:endParaRPr>
          </a:p>
          <a:p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=(1) (2) (6 5 4 3) (10 9 8 7) (11 12) (16 15 14 13)  </a:t>
            </a:r>
            <a:endParaRPr lang="en-US" altLang="zh-CN" sz="2400">
              <a:sym typeface="Symbol" panose="05050102010706020507" pitchFamily="18" charset="2"/>
            </a:endParaRPr>
          </a:p>
          <a:p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8199" name="Rectangle 7">
            <a:extLst>
              <a:ext uri="{FF2B5EF4-FFF2-40B4-BE49-F238E27FC236}">
                <a16:creationId xmlns:a16="http://schemas.microsoft.com/office/drawing/2014/main" id="{DC9B791B-5EAF-4C3C-9AC4-704F2D0A4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25431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grpSp>
        <p:nvGrpSpPr>
          <p:cNvPr id="8200" name="组合 13">
            <a:extLst>
              <a:ext uri="{FF2B5EF4-FFF2-40B4-BE49-F238E27FC236}">
                <a16:creationId xmlns:a16="http://schemas.microsoft.com/office/drawing/2014/main" id="{ED6C913C-4D41-4067-A933-745E55DA609C}"/>
              </a:ext>
            </a:extLst>
          </p:cNvPr>
          <p:cNvGrpSpPr>
            <a:grpSpLocks/>
          </p:cNvGrpSpPr>
          <p:nvPr/>
        </p:nvGrpSpPr>
        <p:grpSpPr bwMode="auto">
          <a:xfrm>
            <a:off x="1247775" y="1714500"/>
            <a:ext cx="647700" cy="642938"/>
            <a:chOff x="1104728" y="2000240"/>
            <a:chExt cx="648000" cy="642942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E99F04F-F316-47D3-968D-A299101F4C54}"/>
                </a:ext>
              </a:extLst>
            </p:cNvPr>
            <p:cNvSpPr/>
            <p:nvPr/>
          </p:nvSpPr>
          <p:spPr>
            <a:xfrm>
              <a:off x="1104728" y="2000240"/>
              <a:ext cx="324000" cy="3238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25E25CDD-9576-40FA-B6D5-C2FAAC1AC8EA}"/>
                </a:ext>
              </a:extLst>
            </p:cNvPr>
            <p:cNvSpPr/>
            <p:nvPr/>
          </p:nvSpPr>
          <p:spPr>
            <a:xfrm>
              <a:off x="1428728" y="2000240"/>
              <a:ext cx="324000" cy="3238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EC25E751-A840-4DC6-951F-DA385ECF7F12}"/>
                </a:ext>
              </a:extLst>
            </p:cNvPr>
            <p:cNvSpPr/>
            <p:nvPr/>
          </p:nvSpPr>
          <p:spPr>
            <a:xfrm>
              <a:off x="1104728" y="2319330"/>
              <a:ext cx="324000" cy="3238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E9CAE8C-9EF6-4047-947A-4F3FA1E19A32}"/>
                </a:ext>
              </a:extLst>
            </p:cNvPr>
            <p:cNvSpPr/>
            <p:nvPr/>
          </p:nvSpPr>
          <p:spPr>
            <a:xfrm>
              <a:off x="1428728" y="2319330"/>
              <a:ext cx="324000" cy="3238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8201" name="组合 14">
            <a:extLst>
              <a:ext uri="{FF2B5EF4-FFF2-40B4-BE49-F238E27FC236}">
                <a16:creationId xmlns:a16="http://schemas.microsoft.com/office/drawing/2014/main" id="{585178DC-E279-4D15-AB43-466DD88C8CBC}"/>
              </a:ext>
            </a:extLst>
          </p:cNvPr>
          <p:cNvGrpSpPr>
            <a:grpSpLocks/>
          </p:cNvGrpSpPr>
          <p:nvPr/>
        </p:nvGrpSpPr>
        <p:grpSpPr bwMode="auto">
          <a:xfrm>
            <a:off x="2138363" y="1714500"/>
            <a:ext cx="647700" cy="642938"/>
            <a:chOff x="1104728" y="2000240"/>
            <a:chExt cx="648000" cy="642942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7B65EDEA-BB27-48AB-8E3A-B485A46D5804}"/>
                </a:ext>
              </a:extLst>
            </p:cNvPr>
            <p:cNvSpPr/>
            <p:nvPr/>
          </p:nvSpPr>
          <p:spPr>
            <a:xfrm>
              <a:off x="1104728" y="2000240"/>
              <a:ext cx="324000" cy="32385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0A83765-F000-46AC-9992-CD1244DF0DD4}"/>
                </a:ext>
              </a:extLst>
            </p:cNvPr>
            <p:cNvSpPr/>
            <p:nvPr/>
          </p:nvSpPr>
          <p:spPr>
            <a:xfrm>
              <a:off x="1428728" y="2000240"/>
              <a:ext cx="324000" cy="32385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CF0BDF11-ACE3-463B-9C43-269BABED4D5E}"/>
                </a:ext>
              </a:extLst>
            </p:cNvPr>
            <p:cNvSpPr/>
            <p:nvPr/>
          </p:nvSpPr>
          <p:spPr>
            <a:xfrm>
              <a:off x="1104728" y="2319330"/>
              <a:ext cx="324000" cy="32385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D52604A3-5F3D-41E6-99F0-C8209399E09B}"/>
                </a:ext>
              </a:extLst>
            </p:cNvPr>
            <p:cNvSpPr/>
            <p:nvPr/>
          </p:nvSpPr>
          <p:spPr>
            <a:xfrm>
              <a:off x="1428728" y="2319330"/>
              <a:ext cx="324000" cy="32385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8202" name="组合 19">
            <a:extLst>
              <a:ext uri="{FF2B5EF4-FFF2-40B4-BE49-F238E27FC236}">
                <a16:creationId xmlns:a16="http://schemas.microsoft.com/office/drawing/2014/main" id="{2BD94657-930B-4E35-8D4D-104CC66C4387}"/>
              </a:ext>
            </a:extLst>
          </p:cNvPr>
          <p:cNvGrpSpPr>
            <a:grpSpLocks/>
          </p:cNvGrpSpPr>
          <p:nvPr/>
        </p:nvGrpSpPr>
        <p:grpSpPr bwMode="auto">
          <a:xfrm>
            <a:off x="2995613" y="1714500"/>
            <a:ext cx="647700" cy="642938"/>
            <a:chOff x="1104728" y="2000240"/>
            <a:chExt cx="648000" cy="642942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F5D021EB-55BD-4F8E-8B8D-15797FC10F9A}"/>
                </a:ext>
              </a:extLst>
            </p:cNvPr>
            <p:cNvSpPr/>
            <p:nvPr/>
          </p:nvSpPr>
          <p:spPr>
            <a:xfrm>
              <a:off x="1104728" y="2000240"/>
              <a:ext cx="324000" cy="3238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EC20930-C138-4665-B087-430F530DB5AC}"/>
                </a:ext>
              </a:extLst>
            </p:cNvPr>
            <p:cNvSpPr/>
            <p:nvPr/>
          </p:nvSpPr>
          <p:spPr>
            <a:xfrm>
              <a:off x="1428728" y="2000240"/>
              <a:ext cx="324000" cy="32385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5CA31787-1E54-4B9F-B200-133C58901109}"/>
                </a:ext>
              </a:extLst>
            </p:cNvPr>
            <p:cNvSpPr/>
            <p:nvPr/>
          </p:nvSpPr>
          <p:spPr>
            <a:xfrm>
              <a:off x="1104728" y="2319330"/>
              <a:ext cx="324000" cy="3238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B8F5E644-9266-4BA9-9365-F10DF5EBC4A8}"/>
                </a:ext>
              </a:extLst>
            </p:cNvPr>
            <p:cNvSpPr/>
            <p:nvPr/>
          </p:nvSpPr>
          <p:spPr>
            <a:xfrm>
              <a:off x="1428728" y="2319330"/>
              <a:ext cx="324000" cy="3238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8203" name="组合 24">
            <a:extLst>
              <a:ext uri="{FF2B5EF4-FFF2-40B4-BE49-F238E27FC236}">
                <a16:creationId xmlns:a16="http://schemas.microsoft.com/office/drawing/2014/main" id="{CCD8D9CA-8FF0-434E-AB37-6D60F954F0C2}"/>
              </a:ext>
            </a:extLst>
          </p:cNvPr>
          <p:cNvGrpSpPr>
            <a:grpSpLocks/>
          </p:cNvGrpSpPr>
          <p:nvPr/>
        </p:nvGrpSpPr>
        <p:grpSpPr bwMode="auto">
          <a:xfrm>
            <a:off x="3852863" y="1714500"/>
            <a:ext cx="647700" cy="642938"/>
            <a:chOff x="1104728" y="2000240"/>
            <a:chExt cx="648000" cy="642942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542EDD7D-DAFF-4851-96D4-1C4015A887AB}"/>
                </a:ext>
              </a:extLst>
            </p:cNvPr>
            <p:cNvSpPr/>
            <p:nvPr/>
          </p:nvSpPr>
          <p:spPr>
            <a:xfrm>
              <a:off x="1104728" y="2000240"/>
              <a:ext cx="324000" cy="32385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76C4D82E-5BBD-452B-BFF4-04FF575A3D01}"/>
                </a:ext>
              </a:extLst>
            </p:cNvPr>
            <p:cNvSpPr/>
            <p:nvPr/>
          </p:nvSpPr>
          <p:spPr>
            <a:xfrm>
              <a:off x="1428728" y="2000240"/>
              <a:ext cx="324000" cy="3238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21EC0A4E-C344-4DEF-9D03-294CBB500403}"/>
                </a:ext>
              </a:extLst>
            </p:cNvPr>
            <p:cNvSpPr/>
            <p:nvPr/>
          </p:nvSpPr>
          <p:spPr>
            <a:xfrm>
              <a:off x="1104728" y="2319330"/>
              <a:ext cx="324000" cy="3238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1F0FCFCD-189F-4793-9390-540F9E287E62}"/>
                </a:ext>
              </a:extLst>
            </p:cNvPr>
            <p:cNvSpPr/>
            <p:nvPr/>
          </p:nvSpPr>
          <p:spPr>
            <a:xfrm>
              <a:off x="1428728" y="2319330"/>
              <a:ext cx="324000" cy="3238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8204" name="组合 29">
            <a:extLst>
              <a:ext uri="{FF2B5EF4-FFF2-40B4-BE49-F238E27FC236}">
                <a16:creationId xmlns:a16="http://schemas.microsoft.com/office/drawing/2014/main" id="{1C0CA2CF-7004-4C8C-BCD1-9DC5A11EFF6C}"/>
              </a:ext>
            </a:extLst>
          </p:cNvPr>
          <p:cNvGrpSpPr>
            <a:grpSpLocks/>
          </p:cNvGrpSpPr>
          <p:nvPr/>
        </p:nvGrpSpPr>
        <p:grpSpPr bwMode="auto">
          <a:xfrm>
            <a:off x="4710113" y="1714500"/>
            <a:ext cx="647700" cy="642938"/>
            <a:chOff x="1104728" y="2000240"/>
            <a:chExt cx="648000" cy="642942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52583FF8-981B-4B7A-A81E-9441EFBAC922}"/>
                </a:ext>
              </a:extLst>
            </p:cNvPr>
            <p:cNvSpPr/>
            <p:nvPr/>
          </p:nvSpPr>
          <p:spPr>
            <a:xfrm>
              <a:off x="1104728" y="2000240"/>
              <a:ext cx="324000" cy="3238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841767D5-FC11-4F5D-94F0-894074FAE233}"/>
                </a:ext>
              </a:extLst>
            </p:cNvPr>
            <p:cNvSpPr/>
            <p:nvPr/>
          </p:nvSpPr>
          <p:spPr>
            <a:xfrm>
              <a:off x="1428728" y="2000240"/>
              <a:ext cx="324000" cy="3238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42DB9D76-40E0-481A-9A43-078EE070A72D}"/>
                </a:ext>
              </a:extLst>
            </p:cNvPr>
            <p:cNvSpPr/>
            <p:nvPr/>
          </p:nvSpPr>
          <p:spPr>
            <a:xfrm>
              <a:off x="1104728" y="2319330"/>
              <a:ext cx="324000" cy="32385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6D3FA4E3-DCF8-4890-85CC-50AC36D60882}"/>
                </a:ext>
              </a:extLst>
            </p:cNvPr>
            <p:cNvSpPr/>
            <p:nvPr/>
          </p:nvSpPr>
          <p:spPr>
            <a:xfrm>
              <a:off x="1428728" y="2319330"/>
              <a:ext cx="324000" cy="3238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8205" name="组合 34">
            <a:extLst>
              <a:ext uri="{FF2B5EF4-FFF2-40B4-BE49-F238E27FC236}">
                <a16:creationId xmlns:a16="http://schemas.microsoft.com/office/drawing/2014/main" id="{873D28A4-599C-4CDB-B6F2-E2C76598A11F}"/>
              </a:ext>
            </a:extLst>
          </p:cNvPr>
          <p:cNvGrpSpPr>
            <a:grpSpLocks/>
          </p:cNvGrpSpPr>
          <p:nvPr/>
        </p:nvGrpSpPr>
        <p:grpSpPr bwMode="auto">
          <a:xfrm>
            <a:off x="5567363" y="1714500"/>
            <a:ext cx="647700" cy="642938"/>
            <a:chOff x="1104728" y="2000240"/>
            <a:chExt cx="648000" cy="642942"/>
          </a:xfrm>
        </p:grpSpPr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D2015540-4983-4E43-B935-14D6AA471084}"/>
                </a:ext>
              </a:extLst>
            </p:cNvPr>
            <p:cNvSpPr/>
            <p:nvPr/>
          </p:nvSpPr>
          <p:spPr>
            <a:xfrm>
              <a:off x="1104728" y="2000240"/>
              <a:ext cx="324000" cy="3238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F7509684-A58D-43FF-A2E5-756717A3B2B8}"/>
                </a:ext>
              </a:extLst>
            </p:cNvPr>
            <p:cNvSpPr/>
            <p:nvPr/>
          </p:nvSpPr>
          <p:spPr>
            <a:xfrm>
              <a:off x="1428728" y="2000240"/>
              <a:ext cx="324000" cy="3238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749EB0E7-5148-4442-B778-F35D12E5AEBC}"/>
                </a:ext>
              </a:extLst>
            </p:cNvPr>
            <p:cNvSpPr/>
            <p:nvPr/>
          </p:nvSpPr>
          <p:spPr>
            <a:xfrm>
              <a:off x="1104728" y="2319330"/>
              <a:ext cx="324000" cy="3238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374EC8EB-FC39-4F8E-9164-766C720F94B8}"/>
                </a:ext>
              </a:extLst>
            </p:cNvPr>
            <p:cNvSpPr/>
            <p:nvPr/>
          </p:nvSpPr>
          <p:spPr>
            <a:xfrm>
              <a:off x="1428728" y="2319330"/>
              <a:ext cx="324000" cy="32385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8206" name="组合 39">
            <a:extLst>
              <a:ext uri="{FF2B5EF4-FFF2-40B4-BE49-F238E27FC236}">
                <a16:creationId xmlns:a16="http://schemas.microsoft.com/office/drawing/2014/main" id="{A3E12EED-D00A-4769-BAFB-0DF71DE95FEF}"/>
              </a:ext>
            </a:extLst>
          </p:cNvPr>
          <p:cNvGrpSpPr>
            <a:grpSpLocks/>
          </p:cNvGrpSpPr>
          <p:nvPr/>
        </p:nvGrpSpPr>
        <p:grpSpPr bwMode="auto">
          <a:xfrm>
            <a:off x="6424613" y="1714500"/>
            <a:ext cx="647700" cy="642938"/>
            <a:chOff x="1104728" y="2000240"/>
            <a:chExt cx="648000" cy="642942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59C62C3C-E695-49EC-8858-2E67F6F5CE94}"/>
                </a:ext>
              </a:extLst>
            </p:cNvPr>
            <p:cNvSpPr/>
            <p:nvPr/>
          </p:nvSpPr>
          <p:spPr>
            <a:xfrm>
              <a:off x="1104728" y="2000240"/>
              <a:ext cx="324000" cy="32385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CEE03C88-30B8-4540-B435-99CCE11FE7F9}"/>
                </a:ext>
              </a:extLst>
            </p:cNvPr>
            <p:cNvSpPr/>
            <p:nvPr/>
          </p:nvSpPr>
          <p:spPr>
            <a:xfrm>
              <a:off x="1428728" y="2000240"/>
              <a:ext cx="324000" cy="3238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7CEC90B4-879D-4B39-960B-DBB70038DE0D}"/>
                </a:ext>
              </a:extLst>
            </p:cNvPr>
            <p:cNvSpPr/>
            <p:nvPr/>
          </p:nvSpPr>
          <p:spPr>
            <a:xfrm>
              <a:off x="1104728" y="2319330"/>
              <a:ext cx="324000" cy="32385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051F31FD-D20D-4B68-B460-E6FEEACC4869}"/>
                </a:ext>
              </a:extLst>
            </p:cNvPr>
            <p:cNvSpPr/>
            <p:nvPr/>
          </p:nvSpPr>
          <p:spPr>
            <a:xfrm>
              <a:off x="1428728" y="2319330"/>
              <a:ext cx="324000" cy="32385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8207" name="组合 44">
            <a:extLst>
              <a:ext uri="{FF2B5EF4-FFF2-40B4-BE49-F238E27FC236}">
                <a16:creationId xmlns:a16="http://schemas.microsoft.com/office/drawing/2014/main" id="{D983F646-FB47-4633-B758-B9F89F1EFF02}"/>
              </a:ext>
            </a:extLst>
          </p:cNvPr>
          <p:cNvGrpSpPr>
            <a:grpSpLocks/>
          </p:cNvGrpSpPr>
          <p:nvPr/>
        </p:nvGrpSpPr>
        <p:grpSpPr bwMode="auto">
          <a:xfrm>
            <a:off x="7281863" y="1714500"/>
            <a:ext cx="647700" cy="642938"/>
            <a:chOff x="1104728" y="2000240"/>
            <a:chExt cx="648000" cy="642942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D100F8EB-635F-445D-9D4F-62B847CF89B4}"/>
                </a:ext>
              </a:extLst>
            </p:cNvPr>
            <p:cNvSpPr/>
            <p:nvPr/>
          </p:nvSpPr>
          <p:spPr>
            <a:xfrm>
              <a:off x="1104728" y="2000240"/>
              <a:ext cx="324000" cy="3238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D19028E2-56BF-4175-BFCD-396D7F0DA10E}"/>
                </a:ext>
              </a:extLst>
            </p:cNvPr>
            <p:cNvSpPr/>
            <p:nvPr/>
          </p:nvSpPr>
          <p:spPr>
            <a:xfrm>
              <a:off x="1428728" y="2000240"/>
              <a:ext cx="324000" cy="32385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ED689A75-B48E-423B-8B89-A92B5D22D3C8}"/>
                </a:ext>
              </a:extLst>
            </p:cNvPr>
            <p:cNvSpPr/>
            <p:nvPr/>
          </p:nvSpPr>
          <p:spPr>
            <a:xfrm>
              <a:off x="1104728" y="2319330"/>
              <a:ext cx="324000" cy="32385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4C68AA3E-7A22-4092-AC08-E5299374D33C}"/>
                </a:ext>
              </a:extLst>
            </p:cNvPr>
            <p:cNvSpPr/>
            <p:nvPr/>
          </p:nvSpPr>
          <p:spPr>
            <a:xfrm>
              <a:off x="1428728" y="2319330"/>
              <a:ext cx="324000" cy="32385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8208" name="组合 49">
            <a:extLst>
              <a:ext uri="{FF2B5EF4-FFF2-40B4-BE49-F238E27FC236}">
                <a16:creationId xmlns:a16="http://schemas.microsoft.com/office/drawing/2014/main" id="{D22482E5-D36F-4BEB-907D-A32B5989CEEF}"/>
              </a:ext>
            </a:extLst>
          </p:cNvPr>
          <p:cNvGrpSpPr>
            <a:grpSpLocks/>
          </p:cNvGrpSpPr>
          <p:nvPr/>
        </p:nvGrpSpPr>
        <p:grpSpPr bwMode="auto">
          <a:xfrm>
            <a:off x="1247775" y="2571750"/>
            <a:ext cx="647700" cy="642938"/>
            <a:chOff x="1104728" y="2000240"/>
            <a:chExt cx="648000" cy="642942"/>
          </a:xfrm>
        </p:grpSpPr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72821E4C-7245-43CF-8ECD-C1274D60CB23}"/>
                </a:ext>
              </a:extLst>
            </p:cNvPr>
            <p:cNvSpPr/>
            <p:nvPr/>
          </p:nvSpPr>
          <p:spPr>
            <a:xfrm>
              <a:off x="1104728" y="2000240"/>
              <a:ext cx="324000" cy="32385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08570293-929E-4CFC-A5AB-7C7F8E0E6D09}"/>
                </a:ext>
              </a:extLst>
            </p:cNvPr>
            <p:cNvSpPr/>
            <p:nvPr/>
          </p:nvSpPr>
          <p:spPr>
            <a:xfrm>
              <a:off x="1428728" y="2000240"/>
              <a:ext cx="324000" cy="32385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AEEAB23E-023D-4DF2-93DA-99B47BA8867E}"/>
                </a:ext>
              </a:extLst>
            </p:cNvPr>
            <p:cNvSpPr/>
            <p:nvPr/>
          </p:nvSpPr>
          <p:spPr>
            <a:xfrm>
              <a:off x="1104728" y="2319330"/>
              <a:ext cx="324000" cy="3238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61CA6B2F-0079-4891-9AC8-9C809E5ED920}"/>
                </a:ext>
              </a:extLst>
            </p:cNvPr>
            <p:cNvSpPr/>
            <p:nvPr/>
          </p:nvSpPr>
          <p:spPr>
            <a:xfrm>
              <a:off x="1428728" y="2319330"/>
              <a:ext cx="324000" cy="32385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8209" name="组合 54">
            <a:extLst>
              <a:ext uri="{FF2B5EF4-FFF2-40B4-BE49-F238E27FC236}">
                <a16:creationId xmlns:a16="http://schemas.microsoft.com/office/drawing/2014/main" id="{1EA53BA9-04B5-4098-88BD-B9292EB9C31F}"/>
              </a:ext>
            </a:extLst>
          </p:cNvPr>
          <p:cNvGrpSpPr>
            <a:grpSpLocks/>
          </p:cNvGrpSpPr>
          <p:nvPr/>
        </p:nvGrpSpPr>
        <p:grpSpPr bwMode="auto">
          <a:xfrm>
            <a:off x="2138363" y="2571750"/>
            <a:ext cx="647700" cy="642938"/>
            <a:chOff x="1104728" y="2000240"/>
            <a:chExt cx="648000" cy="642942"/>
          </a:xfrm>
        </p:grpSpPr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345C7474-B4F0-4322-AC6E-09FFABC642DC}"/>
                </a:ext>
              </a:extLst>
            </p:cNvPr>
            <p:cNvSpPr/>
            <p:nvPr/>
          </p:nvSpPr>
          <p:spPr>
            <a:xfrm>
              <a:off x="1104728" y="2000240"/>
              <a:ext cx="324000" cy="32385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4DC233B2-C94A-4C27-8CA2-D64D012049A8}"/>
                </a:ext>
              </a:extLst>
            </p:cNvPr>
            <p:cNvSpPr/>
            <p:nvPr/>
          </p:nvSpPr>
          <p:spPr>
            <a:xfrm>
              <a:off x="1428728" y="2000240"/>
              <a:ext cx="324000" cy="32385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DFACBE28-9D9F-4648-A4DD-0FEEB26E94BE}"/>
                </a:ext>
              </a:extLst>
            </p:cNvPr>
            <p:cNvSpPr/>
            <p:nvPr/>
          </p:nvSpPr>
          <p:spPr>
            <a:xfrm>
              <a:off x="1104728" y="2319330"/>
              <a:ext cx="324000" cy="32385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8AB959CE-71E0-4C5B-AEC2-15F812ABB434}"/>
                </a:ext>
              </a:extLst>
            </p:cNvPr>
            <p:cNvSpPr/>
            <p:nvPr/>
          </p:nvSpPr>
          <p:spPr>
            <a:xfrm>
              <a:off x="1428728" y="2319330"/>
              <a:ext cx="324000" cy="3238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8210" name="组合 59">
            <a:extLst>
              <a:ext uri="{FF2B5EF4-FFF2-40B4-BE49-F238E27FC236}">
                <a16:creationId xmlns:a16="http://schemas.microsoft.com/office/drawing/2014/main" id="{A9AF5513-A33C-4480-86CE-CD383B49C376}"/>
              </a:ext>
            </a:extLst>
          </p:cNvPr>
          <p:cNvGrpSpPr>
            <a:grpSpLocks/>
          </p:cNvGrpSpPr>
          <p:nvPr/>
        </p:nvGrpSpPr>
        <p:grpSpPr bwMode="auto">
          <a:xfrm>
            <a:off x="2995613" y="2571750"/>
            <a:ext cx="647700" cy="642938"/>
            <a:chOff x="1104728" y="2000240"/>
            <a:chExt cx="648000" cy="642942"/>
          </a:xfrm>
        </p:grpSpPr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3569A291-3D46-4232-9085-C424CEB19158}"/>
                </a:ext>
              </a:extLst>
            </p:cNvPr>
            <p:cNvSpPr/>
            <p:nvPr/>
          </p:nvSpPr>
          <p:spPr>
            <a:xfrm>
              <a:off x="1104728" y="2000240"/>
              <a:ext cx="324000" cy="32385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C34B5561-A962-4CD1-A29E-C43D9B402579}"/>
                </a:ext>
              </a:extLst>
            </p:cNvPr>
            <p:cNvSpPr/>
            <p:nvPr/>
          </p:nvSpPr>
          <p:spPr>
            <a:xfrm>
              <a:off x="1428728" y="2000240"/>
              <a:ext cx="324000" cy="3238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6663B09A-2672-40C1-AED7-FD6E569244AC}"/>
                </a:ext>
              </a:extLst>
            </p:cNvPr>
            <p:cNvSpPr/>
            <p:nvPr/>
          </p:nvSpPr>
          <p:spPr>
            <a:xfrm>
              <a:off x="1104728" y="2319330"/>
              <a:ext cx="324000" cy="3238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CD325EAB-170E-4BA8-BD5D-FA89CCCAA96A}"/>
                </a:ext>
              </a:extLst>
            </p:cNvPr>
            <p:cNvSpPr/>
            <p:nvPr/>
          </p:nvSpPr>
          <p:spPr>
            <a:xfrm>
              <a:off x="1428728" y="2319330"/>
              <a:ext cx="324000" cy="32385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8211" name="组合 64">
            <a:extLst>
              <a:ext uri="{FF2B5EF4-FFF2-40B4-BE49-F238E27FC236}">
                <a16:creationId xmlns:a16="http://schemas.microsoft.com/office/drawing/2014/main" id="{EC6368B7-6BFF-4E64-93E3-1EEB72F1AE76}"/>
              </a:ext>
            </a:extLst>
          </p:cNvPr>
          <p:cNvGrpSpPr>
            <a:grpSpLocks/>
          </p:cNvGrpSpPr>
          <p:nvPr/>
        </p:nvGrpSpPr>
        <p:grpSpPr bwMode="auto">
          <a:xfrm>
            <a:off x="3852863" y="2571750"/>
            <a:ext cx="647700" cy="642938"/>
            <a:chOff x="1104728" y="2000240"/>
            <a:chExt cx="648000" cy="642942"/>
          </a:xfrm>
        </p:grpSpPr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8DE410AB-691D-4F81-ABB8-C2D81F10AF35}"/>
                </a:ext>
              </a:extLst>
            </p:cNvPr>
            <p:cNvSpPr/>
            <p:nvPr/>
          </p:nvSpPr>
          <p:spPr>
            <a:xfrm>
              <a:off x="1104728" y="2000240"/>
              <a:ext cx="324000" cy="3238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91215F09-33D1-481E-85CA-FACF0CA07A6D}"/>
                </a:ext>
              </a:extLst>
            </p:cNvPr>
            <p:cNvSpPr/>
            <p:nvPr/>
          </p:nvSpPr>
          <p:spPr>
            <a:xfrm>
              <a:off x="1428728" y="2000240"/>
              <a:ext cx="324000" cy="32385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89E9F5D3-B650-4E8F-948E-542EC4F77E73}"/>
                </a:ext>
              </a:extLst>
            </p:cNvPr>
            <p:cNvSpPr/>
            <p:nvPr/>
          </p:nvSpPr>
          <p:spPr>
            <a:xfrm>
              <a:off x="1104728" y="2319330"/>
              <a:ext cx="324000" cy="32385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E7A308DA-1B60-42CD-9CFB-75A90A8C5C93}"/>
                </a:ext>
              </a:extLst>
            </p:cNvPr>
            <p:cNvSpPr/>
            <p:nvPr/>
          </p:nvSpPr>
          <p:spPr>
            <a:xfrm>
              <a:off x="1428728" y="2319330"/>
              <a:ext cx="324000" cy="3238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8212" name="组合 69">
            <a:extLst>
              <a:ext uri="{FF2B5EF4-FFF2-40B4-BE49-F238E27FC236}">
                <a16:creationId xmlns:a16="http://schemas.microsoft.com/office/drawing/2014/main" id="{86462C52-2575-49F2-A7BE-DE1BD59180DD}"/>
              </a:ext>
            </a:extLst>
          </p:cNvPr>
          <p:cNvGrpSpPr>
            <a:grpSpLocks/>
          </p:cNvGrpSpPr>
          <p:nvPr/>
        </p:nvGrpSpPr>
        <p:grpSpPr bwMode="auto">
          <a:xfrm>
            <a:off x="4710113" y="2571750"/>
            <a:ext cx="647700" cy="642938"/>
            <a:chOff x="1104728" y="2000240"/>
            <a:chExt cx="648000" cy="642942"/>
          </a:xfrm>
        </p:grpSpPr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91BF1095-DF06-424D-BA58-961BF10F0A20}"/>
                </a:ext>
              </a:extLst>
            </p:cNvPr>
            <p:cNvSpPr/>
            <p:nvPr/>
          </p:nvSpPr>
          <p:spPr>
            <a:xfrm>
              <a:off x="1104728" y="2000240"/>
              <a:ext cx="324000" cy="32385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65721E7B-1720-4D13-8F2A-E99472C35C4A}"/>
                </a:ext>
              </a:extLst>
            </p:cNvPr>
            <p:cNvSpPr/>
            <p:nvPr/>
          </p:nvSpPr>
          <p:spPr>
            <a:xfrm>
              <a:off x="1428728" y="2000240"/>
              <a:ext cx="324000" cy="3238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D3F2DCB2-521B-46CE-AAC5-8F4F6063E5D6}"/>
                </a:ext>
              </a:extLst>
            </p:cNvPr>
            <p:cNvSpPr/>
            <p:nvPr/>
          </p:nvSpPr>
          <p:spPr>
            <a:xfrm>
              <a:off x="1104728" y="2319330"/>
              <a:ext cx="324000" cy="32385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A975A6E0-E0A2-4BB5-9AFB-4593807D96B2}"/>
                </a:ext>
              </a:extLst>
            </p:cNvPr>
            <p:cNvSpPr/>
            <p:nvPr/>
          </p:nvSpPr>
          <p:spPr>
            <a:xfrm>
              <a:off x="1428728" y="2319330"/>
              <a:ext cx="324000" cy="3238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8213" name="组合 74">
            <a:extLst>
              <a:ext uri="{FF2B5EF4-FFF2-40B4-BE49-F238E27FC236}">
                <a16:creationId xmlns:a16="http://schemas.microsoft.com/office/drawing/2014/main" id="{05AB53B1-CA5F-44A2-80AE-20B04ADB1109}"/>
              </a:ext>
            </a:extLst>
          </p:cNvPr>
          <p:cNvGrpSpPr>
            <a:grpSpLocks/>
          </p:cNvGrpSpPr>
          <p:nvPr/>
        </p:nvGrpSpPr>
        <p:grpSpPr bwMode="auto">
          <a:xfrm>
            <a:off x="5567363" y="2571750"/>
            <a:ext cx="647700" cy="642938"/>
            <a:chOff x="1104728" y="2000240"/>
            <a:chExt cx="648000" cy="642942"/>
          </a:xfrm>
        </p:grpSpPr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C4E27304-1E2E-40F3-8476-C0A654E50CC7}"/>
                </a:ext>
              </a:extLst>
            </p:cNvPr>
            <p:cNvSpPr/>
            <p:nvPr/>
          </p:nvSpPr>
          <p:spPr>
            <a:xfrm>
              <a:off x="1104728" y="2000240"/>
              <a:ext cx="324000" cy="3238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4AFBAAE8-1D00-4841-B53C-BE16E5257EB8}"/>
                </a:ext>
              </a:extLst>
            </p:cNvPr>
            <p:cNvSpPr/>
            <p:nvPr/>
          </p:nvSpPr>
          <p:spPr>
            <a:xfrm>
              <a:off x="1428728" y="2000240"/>
              <a:ext cx="324000" cy="3238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61345E1E-61D2-40FD-942B-C371DEA776D2}"/>
                </a:ext>
              </a:extLst>
            </p:cNvPr>
            <p:cNvSpPr/>
            <p:nvPr/>
          </p:nvSpPr>
          <p:spPr>
            <a:xfrm>
              <a:off x="1104728" y="2319330"/>
              <a:ext cx="324000" cy="32385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D7C81375-A522-4647-9B90-463AC8D031B0}"/>
                </a:ext>
              </a:extLst>
            </p:cNvPr>
            <p:cNvSpPr/>
            <p:nvPr/>
          </p:nvSpPr>
          <p:spPr>
            <a:xfrm>
              <a:off x="1428728" y="2319330"/>
              <a:ext cx="324000" cy="32385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8214" name="组合 79">
            <a:extLst>
              <a:ext uri="{FF2B5EF4-FFF2-40B4-BE49-F238E27FC236}">
                <a16:creationId xmlns:a16="http://schemas.microsoft.com/office/drawing/2014/main" id="{3A15DA96-7A9B-4E0C-9D55-BA3E4F332890}"/>
              </a:ext>
            </a:extLst>
          </p:cNvPr>
          <p:cNvGrpSpPr>
            <a:grpSpLocks/>
          </p:cNvGrpSpPr>
          <p:nvPr/>
        </p:nvGrpSpPr>
        <p:grpSpPr bwMode="auto">
          <a:xfrm>
            <a:off x="6424613" y="2571750"/>
            <a:ext cx="647700" cy="642938"/>
            <a:chOff x="1104728" y="2000240"/>
            <a:chExt cx="648000" cy="642942"/>
          </a:xfrm>
        </p:grpSpPr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E19B3818-8FBF-45BC-A7CD-95661FCA88E4}"/>
                </a:ext>
              </a:extLst>
            </p:cNvPr>
            <p:cNvSpPr/>
            <p:nvPr/>
          </p:nvSpPr>
          <p:spPr>
            <a:xfrm>
              <a:off x="1104728" y="2000240"/>
              <a:ext cx="324000" cy="3238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FFF5B1CC-5CA3-40F3-AFCB-FC70B8826685}"/>
                </a:ext>
              </a:extLst>
            </p:cNvPr>
            <p:cNvSpPr/>
            <p:nvPr/>
          </p:nvSpPr>
          <p:spPr>
            <a:xfrm>
              <a:off x="1428728" y="2000240"/>
              <a:ext cx="324000" cy="32385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2ACD79F9-59F0-4919-8DCF-2194B8159EDE}"/>
                </a:ext>
              </a:extLst>
            </p:cNvPr>
            <p:cNvSpPr/>
            <p:nvPr/>
          </p:nvSpPr>
          <p:spPr>
            <a:xfrm>
              <a:off x="1104728" y="2319330"/>
              <a:ext cx="324000" cy="3238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AE1A3EEB-E390-4E6B-91B9-9564C11D683A}"/>
                </a:ext>
              </a:extLst>
            </p:cNvPr>
            <p:cNvSpPr/>
            <p:nvPr/>
          </p:nvSpPr>
          <p:spPr>
            <a:xfrm>
              <a:off x="1428728" y="2319330"/>
              <a:ext cx="324000" cy="32385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8215" name="组合 84">
            <a:extLst>
              <a:ext uri="{FF2B5EF4-FFF2-40B4-BE49-F238E27FC236}">
                <a16:creationId xmlns:a16="http://schemas.microsoft.com/office/drawing/2014/main" id="{539E0CF1-21FD-4046-BA7A-7C394AEA6FEB}"/>
              </a:ext>
            </a:extLst>
          </p:cNvPr>
          <p:cNvGrpSpPr>
            <a:grpSpLocks/>
          </p:cNvGrpSpPr>
          <p:nvPr/>
        </p:nvGrpSpPr>
        <p:grpSpPr bwMode="auto">
          <a:xfrm>
            <a:off x="7281863" y="2571750"/>
            <a:ext cx="647700" cy="642938"/>
            <a:chOff x="1104728" y="2000240"/>
            <a:chExt cx="648000" cy="642942"/>
          </a:xfrm>
        </p:grpSpPr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FD0AE51F-BB7D-4EC7-811B-B9C6167DC1E6}"/>
                </a:ext>
              </a:extLst>
            </p:cNvPr>
            <p:cNvSpPr/>
            <p:nvPr/>
          </p:nvSpPr>
          <p:spPr>
            <a:xfrm>
              <a:off x="1104728" y="2000240"/>
              <a:ext cx="324000" cy="32385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52330BA1-C15B-45E7-B302-E357A6CC4BEE}"/>
                </a:ext>
              </a:extLst>
            </p:cNvPr>
            <p:cNvSpPr/>
            <p:nvPr/>
          </p:nvSpPr>
          <p:spPr>
            <a:xfrm>
              <a:off x="1428728" y="2000240"/>
              <a:ext cx="324000" cy="32385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996DE2B8-788C-42DA-B220-A6746CF920E9}"/>
                </a:ext>
              </a:extLst>
            </p:cNvPr>
            <p:cNvSpPr/>
            <p:nvPr/>
          </p:nvSpPr>
          <p:spPr>
            <a:xfrm>
              <a:off x="1104728" y="2319330"/>
              <a:ext cx="324000" cy="3238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E47EDC4B-940D-4C0E-9B4D-CF94D81880D8}"/>
                </a:ext>
              </a:extLst>
            </p:cNvPr>
            <p:cNvSpPr/>
            <p:nvPr/>
          </p:nvSpPr>
          <p:spPr>
            <a:xfrm>
              <a:off x="1428728" y="2319330"/>
              <a:ext cx="324000" cy="3238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7" name="Rectangle 4">
            <a:extLst>
              <a:ext uri="{FF2B5EF4-FFF2-40B4-BE49-F238E27FC236}">
                <a16:creationId xmlns:a16="http://schemas.microsoft.com/office/drawing/2014/main" id="{35624A1C-4246-44A6-A099-52A51E1176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4350" y="352724"/>
            <a:ext cx="7772400" cy="57943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应用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立方体涂色</a:t>
            </a:r>
          </a:p>
        </p:txBody>
      </p:sp>
      <p:sp>
        <p:nvSpPr>
          <p:cNvPr id="28676" name="灯片编号占位符 4">
            <a:extLst>
              <a:ext uri="{FF2B5EF4-FFF2-40B4-BE49-F238E27FC236}">
                <a16:creationId xmlns:a16="http://schemas.microsoft.com/office/drawing/2014/main" id="{BA70A988-459D-46B1-8708-018F09A26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8F7C8EA-88A4-4037-8F4E-888E4CE2C747}" type="slidenum">
              <a:rPr lang="en-US" altLang="zh-CN">
                <a:solidFill>
                  <a:srgbClr val="898989"/>
                </a:solidFill>
              </a:rPr>
              <a:pPr eaLnBrk="1" hangingPunct="1"/>
              <a:t>9</a:t>
            </a:fld>
            <a:endParaRPr lang="en-US" altLang="zh-CN">
              <a:solidFill>
                <a:srgbClr val="898989"/>
              </a:solidFill>
            </a:endParaRPr>
          </a:p>
        </p:txBody>
      </p:sp>
      <p:grpSp>
        <p:nvGrpSpPr>
          <p:cNvPr id="15364" name="组合 51">
            <a:extLst>
              <a:ext uri="{FF2B5EF4-FFF2-40B4-BE49-F238E27FC236}">
                <a16:creationId xmlns:a16="http://schemas.microsoft.com/office/drawing/2014/main" id="{24095D91-FA15-4C5E-B861-557F47318E06}"/>
              </a:ext>
            </a:extLst>
          </p:cNvPr>
          <p:cNvGrpSpPr>
            <a:grpSpLocks/>
          </p:cNvGrpSpPr>
          <p:nvPr/>
        </p:nvGrpSpPr>
        <p:grpSpPr bwMode="auto">
          <a:xfrm>
            <a:off x="5715000" y="2071688"/>
            <a:ext cx="2786063" cy="3357562"/>
            <a:chOff x="5500694" y="2072472"/>
            <a:chExt cx="2786082" cy="3356792"/>
          </a:xfrm>
        </p:grpSpPr>
        <p:grpSp>
          <p:nvGrpSpPr>
            <p:cNvPr id="15366" name="组合 50">
              <a:extLst>
                <a:ext uri="{FF2B5EF4-FFF2-40B4-BE49-F238E27FC236}">
                  <a16:creationId xmlns:a16="http://schemas.microsoft.com/office/drawing/2014/main" id="{E7BE75A0-8ADE-4491-A095-28C0381250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00694" y="2072472"/>
              <a:ext cx="2786082" cy="3356792"/>
              <a:chOff x="5500694" y="2072472"/>
              <a:chExt cx="2786082" cy="3356792"/>
            </a:xfrm>
          </p:grpSpPr>
          <p:grpSp>
            <p:nvGrpSpPr>
              <p:cNvPr id="15373" name="组合 49">
                <a:extLst>
                  <a:ext uri="{FF2B5EF4-FFF2-40B4-BE49-F238E27FC236}">
                    <a16:creationId xmlns:a16="http://schemas.microsoft.com/office/drawing/2014/main" id="{F8FEFA2A-9901-4B8C-B17C-E6F2B0A74B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929322" y="2786058"/>
                <a:ext cx="1928826" cy="1928826"/>
                <a:chOff x="5929322" y="2786058"/>
                <a:chExt cx="1928826" cy="1928826"/>
              </a:xfrm>
            </p:grpSpPr>
            <p:sp>
              <p:nvSpPr>
                <p:cNvPr id="6" name="立方体 5">
                  <a:extLst>
                    <a:ext uri="{FF2B5EF4-FFF2-40B4-BE49-F238E27FC236}">
                      <a16:creationId xmlns:a16="http://schemas.microsoft.com/office/drawing/2014/main" id="{E6E9C5A4-F10A-4997-9C54-9002C0A75659}"/>
                    </a:ext>
                  </a:extLst>
                </p:cNvPr>
                <p:cNvSpPr/>
                <p:nvPr/>
              </p:nvSpPr>
              <p:spPr>
                <a:xfrm>
                  <a:off x="5929322" y="2786683"/>
                  <a:ext cx="1928826" cy="1928370"/>
                </a:xfrm>
                <a:prstGeom prst="cube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  <p:cxnSp>
              <p:nvCxnSpPr>
                <p:cNvPr id="33" name="直接连接符 32">
                  <a:extLst>
                    <a:ext uri="{FF2B5EF4-FFF2-40B4-BE49-F238E27FC236}">
                      <a16:creationId xmlns:a16="http://schemas.microsoft.com/office/drawing/2014/main" id="{8F42E260-8FA1-407F-9C85-31BF1B7F4A02}"/>
                    </a:ext>
                  </a:extLst>
                </p:cNvPr>
                <p:cNvCxnSpPr/>
                <p:nvPr/>
              </p:nvCxnSpPr>
              <p:spPr>
                <a:xfrm rot="5400000">
                  <a:off x="5751681" y="3535811"/>
                  <a:ext cx="1357002" cy="1587"/>
                </a:xfrm>
                <a:prstGeom prst="line">
                  <a:avLst/>
                </a:prstGeom>
                <a:ln w="25400">
                  <a:solidFill>
                    <a:schemeClr val="accent1">
                      <a:lumMod val="75000"/>
                    </a:schemeClr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直接连接符 33">
                  <a:extLst>
                    <a:ext uri="{FF2B5EF4-FFF2-40B4-BE49-F238E27FC236}">
                      <a16:creationId xmlns:a16="http://schemas.microsoft.com/office/drawing/2014/main" id="{15E933E3-B884-4E05-8006-2A1726B65E24}"/>
                    </a:ext>
                  </a:extLst>
                </p:cNvPr>
                <p:cNvCxnSpPr/>
                <p:nvPr/>
              </p:nvCxnSpPr>
              <p:spPr>
                <a:xfrm rot="10800000">
                  <a:off x="6429388" y="4215106"/>
                  <a:ext cx="1428760" cy="1587"/>
                </a:xfrm>
                <a:prstGeom prst="line">
                  <a:avLst/>
                </a:prstGeom>
                <a:ln w="25400">
                  <a:solidFill>
                    <a:schemeClr val="accent1">
                      <a:lumMod val="75000"/>
                    </a:schemeClr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连接符 38">
                  <a:extLst>
                    <a:ext uri="{FF2B5EF4-FFF2-40B4-BE49-F238E27FC236}">
                      <a16:creationId xmlns:a16="http://schemas.microsoft.com/office/drawing/2014/main" id="{237A180B-61DD-42EF-BB1D-40B141F947B6}"/>
                    </a:ext>
                  </a:extLst>
                </p:cNvPr>
                <p:cNvCxnSpPr/>
                <p:nvPr/>
              </p:nvCxnSpPr>
              <p:spPr>
                <a:xfrm rot="5400000">
                  <a:off x="5929382" y="4215046"/>
                  <a:ext cx="499947" cy="500066"/>
                </a:xfrm>
                <a:prstGeom prst="line">
                  <a:avLst/>
                </a:prstGeom>
                <a:ln w="25400">
                  <a:solidFill>
                    <a:schemeClr val="accent1">
                      <a:lumMod val="75000"/>
                    </a:schemeClr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374" name="组合 48">
                <a:extLst>
                  <a:ext uri="{FF2B5EF4-FFF2-40B4-BE49-F238E27FC236}">
                    <a16:creationId xmlns:a16="http://schemas.microsoft.com/office/drawing/2014/main" id="{DC3AC26F-D88A-4A42-A5F7-A690A2BED37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00694" y="2072472"/>
                <a:ext cx="2786082" cy="3356792"/>
                <a:chOff x="5500694" y="2072472"/>
                <a:chExt cx="2786082" cy="3356792"/>
              </a:xfrm>
            </p:grpSpPr>
            <p:cxnSp>
              <p:nvCxnSpPr>
                <p:cNvPr id="8" name="直接连接符 7">
                  <a:extLst>
                    <a:ext uri="{FF2B5EF4-FFF2-40B4-BE49-F238E27FC236}">
                      <a16:creationId xmlns:a16="http://schemas.microsoft.com/office/drawing/2014/main" id="{8CD7B40F-1FCB-4C29-82C6-B84CF34ED4BD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7858199" y="2358106"/>
                  <a:ext cx="428527" cy="428628"/>
                </a:xfrm>
                <a:prstGeom prst="line">
                  <a:avLst/>
                </a:prstGeom>
                <a:ln w="38100">
                  <a:solidFill>
                    <a:srgbClr val="00B0F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直接连接符 11">
                  <a:extLst>
                    <a:ext uri="{FF2B5EF4-FFF2-40B4-BE49-F238E27FC236}">
                      <a16:creationId xmlns:a16="http://schemas.microsoft.com/office/drawing/2014/main" id="{01168DF3-E544-457A-84FE-85CC5527CE1D}"/>
                    </a:ext>
                  </a:extLst>
                </p:cNvPr>
                <p:cNvCxnSpPr/>
                <p:nvPr/>
              </p:nvCxnSpPr>
              <p:spPr>
                <a:xfrm flipV="1">
                  <a:off x="5786446" y="2858104"/>
                  <a:ext cx="2009789" cy="1990268"/>
                </a:xfrm>
                <a:prstGeom prst="line">
                  <a:avLst/>
                </a:prstGeom>
                <a:ln w="38100">
                  <a:solidFill>
                    <a:srgbClr val="00B0F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连接符 14">
                  <a:extLst>
                    <a:ext uri="{FF2B5EF4-FFF2-40B4-BE49-F238E27FC236}">
                      <a16:creationId xmlns:a16="http://schemas.microsoft.com/office/drawing/2014/main" id="{23F10620-0E88-41B6-ACD5-B2EAECB11468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5500745" y="4715002"/>
                  <a:ext cx="428527" cy="428628"/>
                </a:xfrm>
                <a:prstGeom prst="line">
                  <a:avLst/>
                </a:prstGeom>
                <a:ln w="38100">
                  <a:solidFill>
                    <a:srgbClr val="00B0F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直接连接符 15">
                  <a:extLst>
                    <a:ext uri="{FF2B5EF4-FFF2-40B4-BE49-F238E27FC236}">
                      <a16:creationId xmlns:a16="http://schemas.microsoft.com/office/drawing/2014/main" id="{FCE13BE3-78A5-46AE-B8B3-F77E0A3608C8}"/>
                    </a:ext>
                  </a:extLst>
                </p:cNvPr>
                <p:cNvCxnSpPr/>
                <p:nvPr/>
              </p:nvCxnSpPr>
              <p:spPr>
                <a:xfrm rot="16200000" flipV="1">
                  <a:off x="5607927" y="2393800"/>
                  <a:ext cx="642790" cy="571504"/>
                </a:xfrm>
                <a:prstGeom prst="line">
                  <a:avLst/>
                </a:prstGeom>
                <a:ln w="38100">
                  <a:solidFill>
                    <a:srgbClr val="FF99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接连接符 19">
                  <a:extLst>
                    <a:ext uri="{FF2B5EF4-FFF2-40B4-BE49-F238E27FC236}">
                      <a16:creationId xmlns:a16="http://schemas.microsoft.com/office/drawing/2014/main" id="{179FA823-5052-40CD-851A-995CD83EB004}"/>
                    </a:ext>
                  </a:extLst>
                </p:cNvPr>
                <p:cNvCxnSpPr/>
                <p:nvPr/>
              </p:nvCxnSpPr>
              <p:spPr>
                <a:xfrm rot="16200000" flipV="1">
                  <a:off x="7643894" y="4500730"/>
                  <a:ext cx="499947" cy="500066"/>
                </a:xfrm>
                <a:prstGeom prst="line">
                  <a:avLst/>
                </a:prstGeom>
                <a:ln w="38100">
                  <a:solidFill>
                    <a:srgbClr val="FF99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>
                  <a:extLst>
                    <a:ext uri="{FF2B5EF4-FFF2-40B4-BE49-F238E27FC236}">
                      <a16:creationId xmlns:a16="http://schemas.microsoft.com/office/drawing/2014/main" id="{039B0872-005A-40B8-A406-3C30282C5A12}"/>
                    </a:ext>
                  </a:extLst>
                </p:cNvPr>
                <p:cNvCxnSpPr/>
                <p:nvPr/>
              </p:nvCxnSpPr>
              <p:spPr>
                <a:xfrm rot="16200000" flipV="1">
                  <a:off x="6108112" y="2965050"/>
                  <a:ext cx="1642685" cy="1571636"/>
                </a:xfrm>
                <a:prstGeom prst="line">
                  <a:avLst/>
                </a:prstGeom>
                <a:ln w="38100">
                  <a:solidFill>
                    <a:srgbClr val="FF99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接连接符 28">
                  <a:extLst>
                    <a:ext uri="{FF2B5EF4-FFF2-40B4-BE49-F238E27FC236}">
                      <a16:creationId xmlns:a16="http://schemas.microsoft.com/office/drawing/2014/main" id="{5B2E416D-F36D-439A-AD89-FD720C1C76FC}"/>
                    </a:ext>
                  </a:extLst>
                </p:cNvPr>
                <p:cNvCxnSpPr/>
                <p:nvPr/>
              </p:nvCxnSpPr>
              <p:spPr>
                <a:xfrm rot="5400000">
                  <a:off x="6180309" y="3821496"/>
                  <a:ext cx="1357002" cy="1587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接连接符 29">
                  <a:extLst>
                    <a:ext uri="{FF2B5EF4-FFF2-40B4-BE49-F238E27FC236}">
                      <a16:creationId xmlns:a16="http://schemas.microsoft.com/office/drawing/2014/main" id="{68DCD7AA-0DF0-4C19-87A0-41E8E4551E6A}"/>
                    </a:ext>
                  </a:extLst>
                </p:cNvPr>
                <p:cNvCxnSpPr/>
                <p:nvPr/>
              </p:nvCxnSpPr>
              <p:spPr>
                <a:xfrm rot="5400000">
                  <a:off x="6358068" y="2570832"/>
                  <a:ext cx="999896" cy="3175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>
                  <a:extLst>
                    <a:ext uri="{FF2B5EF4-FFF2-40B4-BE49-F238E27FC236}">
                      <a16:creationId xmlns:a16="http://schemas.microsoft.com/office/drawing/2014/main" id="{BA7E188B-4678-4EFC-87B4-0DC2BFDDEF9A}"/>
                    </a:ext>
                  </a:extLst>
                </p:cNvPr>
                <p:cNvCxnSpPr/>
                <p:nvPr/>
              </p:nvCxnSpPr>
              <p:spPr>
                <a:xfrm rot="5400000">
                  <a:off x="6394573" y="4964233"/>
                  <a:ext cx="928474" cy="1587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54D13B46-1AA9-4FB3-AB2E-5743498DF6D1}"/>
                </a:ext>
              </a:extLst>
            </p:cNvPr>
            <p:cNvSpPr/>
            <p:nvPr/>
          </p:nvSpPr>
          <p:spPr>
            <a:xfrm>
              <a:off x="7572396" y="4429368"/>
              <a:ext cx="107951" cy="10792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FE400F47-D9E4-4235-9E08-7124A0F847AE}"/>
                </a:ext>
              </a:extLst>
            </p:cNvPr>
            <p:cNvSpPr/>
            <p:nvPr/>
          </p:nvSpPr>
          <p:spPr>
            <a:xfrm>
              <a:off x="6821503" y="2964442"/>
              <a:ext cx="107951" cy="10792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6DD64FD8-3E22-46B4-A76A-F265A0638104}"/>
                </a:ext>
              </a:extLst>
            </p:cNvPr>
            <p:cNvSpPr/>
            <p:nvPr/>
          </p:nvSpPr>
          <p:spPr>
            <a:xfrm>
              <a:off x="5892810" y="4678549"/>
              <a:ext cx="107951" cy="10792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79E4F361-24A6-4074-8EF0-8B6196637CC1}"/>
                </a:ext>
              </a:extLst>
            </p:cNvPr>
            <p:cNvSpPr/>
            <p:nvPr/>
          </p:nvSpPr>
          <p:spPr>
            <a:xfrm>
              <a:off x="7786710" y="2750179"/>
              <a:ext cx="107951" cy="10792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070FE7B2-3ABE-4811-A234-0FBAC25B1DE9}"/>
                </a:ext>
              </a:extLst>
            </p:cNvPr>
            <p:cNvSpPr/>
            <p:nvPr/>
          </p:nvSpPr>
          <p:spPr>
            <a:xfrm>
              <a:off x="6178562" y="2964442"/>
              <a:ext cx="107951" cy="10792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B82B5DB1-BDE1-474B-A04C-55DA6FC5FB7C}"/>
                </a:ext>
              </a:extLst>
            </p:cNvPr>
            <p:cNvSpPr/>
            <p:nvPr/>
          </p:nvSpPr>
          <p:spPr>
            <a:xfrm>
              <a:off x="6821503" y="4392865"/>
              <a:ext cx="107951" cy="10792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15365" name="Rectangle 4">
            <a:extLst>
              <a:ext uri="{FF2B5EF4-FFF2-40B4-BE49-F238E27FC236}">
                <a16:creationId xmlns:a16="http://schemas.microsoft.com/office/drawing/2014/main" id="{6D7D5A35-DCA4-4A66-AD8F-8BAF10A29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3" y="1071563"/>
            <a:ext cx="7000875" cy="496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304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500"/>
              </a:lnSpc>
            </a:pPr>
            <a:r>
              <a:rPr lang="zh-CN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涂色立方体使得各个面颜色不同的方案数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2400"/>
          </a:p>
          <a:p>
            <a:pPr>
              <a:lnSpc>
                <a:spcPts val="3500"/>
              </a:lnSpc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解：以过一对面的轴</a:t>
            </a:r>
            <a:endParaRPr lang="zh-CN" altLang="en-US" sz="2400"/>
          </a:p>
          <a:p>
            <a:pPr>
              <a:lnSpc>
                <a:spcPts val="3500"/>
              </a:lnSpc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旋转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度：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endParaRPr lang="zh-CN" altLang="en-US" sz="2400"/>
          </a:p>
          <a:p>
            <a:pPr>
              <a:lnSpc>
                <a:spcPts val="3500"/>
              </a:lnSpc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旋转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度，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270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度：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endParaRPr lang="zh-CN" altLang="en-US" sz="2400"/>
          </a:p>
          <a:p>
            <a:pPr>
              <a:lnSpc>
                <a:spcPts val="3500"/>
              </a:lnSpc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旋转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180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度：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endParaRPr lang="zh-CN" altLang="en-US" sz="2400"/>
          </a:p>
          <a:p>
            <a:pPr>
              <a:lnSpc>
                <a:spcPts val="3500"/>
              </a:lnSpc>
              <a:spcBef>
                <a:spcPts val="1200"/>
              </a:spcBef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以过一对顶点的轴</a:t>
            </a:r>
            <a:endParaRPr lang="zh-CN" altLang="en-US" sz="2400"/>
          </a:p>
          <a:p>
            <a:pPr>
              <a:lnSpc>
                <a:spcPts val="3500"/>
              </a:lnSpc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旋转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120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度，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240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度：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endParaRPr lang="zh-CN" altLang="en-US" sz="2400"/>
          </a:p>
          <a:p>
            <a:pPr>
              <a:lnSpc>
                <a:spcPts val="3500"/>
              </a:lnSpc>
              <a:spcBef>
                <a:spcPts val="1200"/>
              </a:spcBef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以过一对棱的的轴</a:t>
            </a:r>
            <a:endParaRPr lang="zh-CN" altLang="en-US" sz="2400"/>
          </a:p>
          <a:p>
            <a:pPr>
              <a:lnSpc>
                <a:spcPts val="3500"/>
              </a:lnSpc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旋转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180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度：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endParaRPr lang="zh-CN" altLang="en-US" sz="2400"/>
          </a:p>
          <a:p>
            <a:pPr>
              <a:lnSpc>
                <a:spcPts val="3500"/>
              </a:lnSpc>
              <a:spcBef>
                <a:spcPts val="600"/>
              </a:spcBef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|=24,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=1/24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6! =30 </a:t>
            </a:r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9" name="组合 52">
            <a:extLst>
              <a:ext uri="{FF2B5EF4-FFF2-40B4-BE49-F238E27FC236}">
                <a16:creationId xmlns:a16="http://schemas.microsoft.com/office/drawing/2014/main" id="{EB2BCFEF-E92B-4B3A-85BA-96593C1125CD}"/>
              </a:ext>
            </a:extLst>
          </p:cNvPr>
          <p:cNvGrpSpPr>
            <a:grpSpLocks/>
          </p:cNvGrpSpPr>
          <p:nvPr/>
        </p:nvGrpSpPr>
        <p:grpSpPr bwMode="auto">
          <a:xfrm>
            <a:off x="6500813" y="3643313"/>
            <a:ext cx="2000250" cy="731837"/>
            <a:chOff x="6500826" y="2428868"/>
            <a:chExt cx="2000264" cy="731520"/>
          </a:xfrm>
        </p:grpSpPr>
        <p:sp>
          <p:nvSpPr>
            <p:cNvPr id="54" name="等腰三角形 53">
              <a:extLst>
                <a:ext uri="{FF2B5EF4-FFF2-40B4-BE49-F238E27FC236}">
                  <a16:creationId xmlns:a16="http://schemas.microsoft.com/office/drawing/2014/main" id="{9DF36086-6333-4BD0-ABA8-C119D634C098}"/>
                </a:ext>
              </a:extLst>
            </p:cNvPr>
            <p:cNvSpPr/>
            <p:nvPr/>
          </p:nvSpPr>
          <p:spPr>
            <a:xfrm>
              <a:off x="6500826" y="2428868"/>
              <a:ext cx="849318" cy="731520"/>
            </a:xfrm>
            <a:prstGeom prst="triangle">
              <a:avLst/>
            </a:prstGeom>
            <a:noFill/>
            <a:ln w="63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55" name="等腰三角形 54">
              <a:extLst>
                <a:ext uri="{FF2B5EF4-FFF2-40B4-BE49-F238E27FC236}">
                  <a16:creationId xmlns:a16="http://schemas.microsoft.com/office/drawing/2014/main" id="{2AADA63D-BBED-4ADA-9E2E-8E72E240DB43}"/>
                </a:ext>
              </a:extLst>
            </p:cNvPr>
            <p:cNvSpPr/>
            <p:nvPr/>
          </p:nvSpPr>
          <p:spPr>
            <a:xfrm>
              <a:off x="7651771" y="2428868"/>
              <a:ext cx="849319" cy="731520"/>
            </a:xfrm>
            <a:prstGeom prst="triangle">
              <a:avLst/>
            </a:prstGeom>
            <a:noFill/>
            <a:ln w="63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9220" name="组合 55">
            <a:extLst>
              <a:ext uri="{FF2B5EF4-FFF2-40B4-BE49-F238E27FC236}">
                <a16:creationId xmlns:a16="http://schemas.microsoft.com/office/drawing/2014/main" id="{204DCD19-5B42-4726-A2FF-6CFC614BF2AE}"/>
              </a:ext>
            </a:extLst>
          </p:cNvPr>
          <p:cNvGrpSpPr>
            <a:grpSpLocks/>
          </p:cNvGrpSpPr>
          <p:nvPr/>
        </p:nvGrpSpPr>
        <p:grpSpPr bwMode="auto">
          <a:xfrm>
            <a:off x="6500813" y="4857750"/>
            <a:ext cx="2000250" cy="731838"/>
            <a:chOff x="6500826" y="2428868"/>
            <a:chExt cx="2000264" cy="731520"/>
          </a:xfrm>
        </p:grpSpPr>
        <p:sp>
          <p:nvSpPr>
            <p:cNvPr id="57" name="等腰三角形 56">
              <a:extLst>
                <a:ext uri="{FF2B5EF4-FFF2-40B4-BE49-F238E27FC236}">
                  <a16:creationId xmlns:a16="http://schemas.microsoft.com/office/drawing/2014/main" id="{1AF5AA64-0822-42AA-AFD1-408DCF561734}"/>
                </a:ext>
              </a:extLst>
            </p:cNvPr>
            <p:cNvSpPr/>
            <p:nvPr/>
          </p:nvSpPr>
          <p:spPr>
            <a:xfrm>
              <a:off x="6500826" y="2428868"/>
              <a:ext cx="849318" cy="731520"/>
            </a:xfrm>
            <a:prstGeom prst="triangle">
              <a:avLst/>
            </a:prstGeom>
            <a:noFill/>
            <a:ln w="63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58" name="等腰三角形 57">
              <a:extLst>
                <a:ext uri="{FF2B5EF4-FFF2-40B4-BE49-F238E27FC236}">
                  <a16:creationId xmlns:a16="http://schemas.microsoft.com/office/drawing/2014/main" id="{0FCB3955-3ADE-49F1-A44B-25AE6E4C0DEB}"/>
                </a:ext>
              </a:extLst>
            </p:cNvPr>
            <p:cNvSpPr/>
            <p:nvPr/>
          </p:nvSpPr>
          <p:spPr>
            <a:xfrm>
              <a:off x="7651771" y="2428868"/>
              <a:ext cx="849319" cy="731520"/>
            </a:xfrm>
            <a:prstGeom prst="triangle">
              <a:avLst/>
            </a:prstGeom>
            <a:noFill/>
            <a:ln w="63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9221" name="组合 51">
            <a:extLst>
              <a:ext uri="{FF2B5EF4-FFF2-40B4-BE49-F238E27FC236}">
                <a16:creationId xmlns:a16="http://schemas.microsoft.com/office/drawing/2014/main" id="{4FA810FA-B851-44AB-AF77-C88BA7579B54}"/>
              </a:ext>
            </a:extLst>
          </p:cNvPr>
          <p:cNvGrpSpPr>
            <a:grpSpLocks/>
          </p:cNvGrpSpPr>
          <p:nvPr/>
        </p:nvGrpSpPr>
        <p:grpSpPr bwMode="auto">
          <a:xfrm>
            <a:off x="6500813" y="2428875"/>
            <a:ext cx="2000250" cy="731838"/>
            <a:chOff x="6500826" y="2428868"/>
            <a:chExt cx="2000264" cy="731520"/>
          </a:xfrm>
        </p:grpSpPr>
        <p:sp>
          <p:nvSpPr>
            <p:cNvPr id="50" name="等腰三角形 49">
              <a:extLst>
                <a:ext uri="{FF2B5EF4-FFF2-40B4-BE49-F238E27FC236}">
                  <a16:creationId xmlns:a16="http://schemas.microsoft.com/office/drawing/2014/main" id="{E9A5482F-278D-4561-B0FC-E123F1E4C992}"/>
                </a:ext>
              </a:extLst>
            </p:cNvPr>
            <p:cNvSpPr/>
            <p:nvPr/>
          </p:nvSpPr>
          <p:spPr>
            <a:xfrm>
              <a:off x="6500826" y="2428868"/>
              <a:ext cx="849318" cy="731520"/>
            </a:xfrm>
            <a:prstGeom prst="triangle">
              <a:avLst/>
            </a:prstGeom>
            <a:noFill/>
            <a:ln w="63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51" name="等腰三角形 50">
              <a:extLst>
                <a:ext uri="{FF2B5EF4-FFF2-40B4-BE49-F238E27FC236}">
                  <a16:creationId xmlns:a16="http://schemas.microsoft.com/office/drawing/2014/main" id="{F9471598-1D6A-4638-9124-6A87D318E380}"/>
                </a:ext>
              </a:extLst>
            </p:cNvPr>
            <p:cNvSpPr/>
            <p:nvPr/>
          </p:nvSpPr>
          <p:spPr>
            <a:xfrm>
              <a:off x="7651771" y="2428868"/>
              <a:ext cx="849319" cy="731520"/>
            </a:xfrm>
            <a:prstGeom prst="triangle">
              <a:avLst/>
            </a:prstGeom>
            <a:noFill/>
            <a:ln w="63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29700" name="Rectangle 3">
            <a:extLst>
              <a:ext uri="{FF2B5EF4-FFF2-40B4-BE49-F238E27FC236}">
                <a16:creationId xmlns:a16="http://schemas.microsoft.com/office/drawing/2014/main" id="{0B4376FE-26EB-4EDB-B53B-F098C63462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1013" y="171450"/>
            <a:ext cx="7772400" cy="7937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应用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图的同构</a:t>
            </a:r>
          </a:p>
        </p:txBody>
      </p:sp>
      <p:sp>
        <p:nvSpPr>
          <p:cNvPr id="29699" name="灯片编号占位符 4">
            <a:extLst>
              <a:ext uri="{FF2B5EF4-FFF2-40B4-BE49-F238E27FC236}">
                <a16:creationId xmlns:a16="http://schemas.microsoft.com/office/drawing/2014/main" id="{925C66CF-0FA3-43C7-BFC2-44AF1DCF9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E315BC8-1A88-460A-8F80-2DD591A6C58D}" type="slidenum">
              <a:rPr lang="en-US" altLang="zh-CN">
                <a:solidFill>
                  <a:srgbClr val="898989"/>
                </a:solidFill>
              </a:rPr>
              <a:pPr eaLnBrk="1" hangingPunct="1"/>
              <a:t>10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9218" name="Object 2">
            <a:extLst>
              <a:ext uri="{FF2B5EF4-FFF2-40B4-BE49-F238E27FC236}">
                <a16:creationId xmlns:a16="http://schemas.microsoft.com/office/drawing/2014/main" id="{6E9A0478-E43E-4156-9EB9-949CEC7F07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1143000"/>
          <a:ext cx="5767388" cy="473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0" name="文档" r:id="rId4" imgW="3095856" imgH="2536777" progId="Word.Document.8">
                  <p:embed/>
                </p:oleObj>
              </mc:Choice>
              <mc:Fallback>
                <p:oleObj name="文档" r:id="rId4" imgW="3095856" imgH="2536777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143000"/>
                        <a:ext cx="5767388" cy="4730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等腰三角形 11">
            <a:extLst>
              <a:ext uri="{FF2B5EF4-FFF2-40B4-BE49-F238E27FC236}">
                <a16:creationId xmlns:a16="http://schemas.microsoft.com/office/drawing/2014/main" id="{5BF9D41D-41C1-4A73-9EF0-9D6AE7EB2FE9}"/>
              </a:ext>
            </a:extLst>
          </p:cNvPr>
          <p:cNvSpPr/>
          <p:nvPr/>
        </p:nvSpPr>
        <p:spPr>
          <a:xfrm>
            <a:off x="7580313" y="1214438"/>
            <a:ext cx="849312" cy="731837"/>
          </a:xfrm>
          <a:prstGeom prst="triangle">
            <a:avLst/>
          </a:prstGeom>
          <a:noFill/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1" name="等腰三角形 10">
            <a:extLst>
              <a:ext uri="{FF2B5EF4-FFF2-40B4-BE49-F238E27FC236}">
                <a16:creationId xmlns:a16="http://schemas.microsoft.com/office/drawing/2014/main" id="{12CC30B1-675F-46CD-8099-2168727D3BD1}"/>
              </a:ext>
            </a:extLst>
          </p:cNvPr>
          <p:cNvSpPr/>
          <p:nvPr/>
        </p:nvSpPr>
        <p:spPr>
          <a:xfrm>
            <a:off x="6437313" y="1214438"/>
            <a:ext cx="849312" cy="731837"/>
          </a:xfrm>
          <a:prstGeom prst="triangle">
            <a:avLst/>
          </a:prstGeom>
          <a:noFill/>
          <a:ln w="63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9226" name="组合 17">
            <a:extLst>
              <a:ext uri="{FF2B5EF4-FFF2-40B4-BE49-F238E27FC236}">
                <a16:creationId xmlns:a16="http://schemas.microsoft.com/office/drawing/2014/main" id="{08957AFE-2CE8-449F-9921-A868C0894E4B}"/>
              </a:ext>
            </a:extLst>
          </p:cNvPr>
          <p:cNvGrpSpPr>
            <a:grpSpLocks/>
          </p:cNvGrpSpPr>
          <p:nvPr/>
        </p:nvGrpSpPr>
        <p:grpSpPr bwMode="auto">
          <a:xfrm>
            <a:off x="6429375" y="1222375"/>
            <a:ext cx="882650" cy="792163"/>
            <a:chOff x="6429388" y="1643050"/>
            <a:chExt cx="883018" cy="793018"/>
          </a:xfrm>
        </p:grpSpPr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D1DFA0E8-CF46-4783-9B7E-D9E2BCE61A96}"/>
                </a:ext>
              </a:extLst>
            </p:cNvPr>
            <p:cNvSpPr/>
            <p:nvPr/>
          </p:nvSpPr>
          <p:spPr>
            <a:xfrm>
              <a:off x="6821664" y="1643050"/>
              <a:ext cx="107995" cy="108067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61A97903-3BF1-4627-84D4-B12C6D4B101F}"/>
                </a:ext>
              </a:extLst>
            </p:cNvPr>
            <p:cNvSpPr/>
            <p:nvPr/>
          </p:nvSpPr>
          <p:spPr>
            <a:xfrm>
              <a:off x="7215529" y="2321645"/>
              <a:ext cx="96877" cy="114423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D21A99C-140D-44E8-B688-595484D195D7}"/>
                </a:ext>
              </a:extLst>
            </p:cNvPr>
            <p:cNvSpPr/>
            <p:nvPr/>
          </p:nvSpPr>
          <p:spPr>
            <a:xfrm>
              <a:off x="6429388" y="2313698"/>
              <a:ext cx="96878" cy="114423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9227" name="组合 18">
            <a:extLst>
              <a:ext uri="{FF2B5EF4-FFF2-40B4-BE49-F238E27FC236}">
                <a16:creationId xmlns:a16="http://schemas.microsoft.com/office/drawing/2014/main" id="{7F082370-64C1-4884-9F2B-C31E3622AB83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1214438"/>
            <a:ext cx="882650" cy="793750"/>
            <a:chOff x="6429388" y="1643050"/>
            <a:chExt cx="883018" cy="793018"/>
          </a:xfrm>
        </p:grpSpPr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08500A1E-214C-44C1-B078-1F48188B7999}"/>
                </a:ext>
              </a:extLst>
            </p:cNvPr>
            <p:cNvSpPr/>
            <p:nvPr/>
          </p:nvSpPr>
          <p:spPr>
            <a:xfrm>
              <a:off x="6821664" y="1643050"/>
              <a:ext cx="107995" cy="10785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3CA70969-6DA7-48FA-BF8D-DAF7C2097B69}"/>
                </a:ext>
              </a:extLst>
            </p:cNvPr>
            <p:cNvSpPr/>
            <p:nvPr/>
          </p:nvSpPr>
          <p:spPr>
            <a:xfrm>
              <a:off x="7215529" y="2320287"/>
              <a:ext cx="96877" cy="11578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10F2CCD2-8271-4C2F-BAFE-DCE4E6F8C680}"/>
                </a:ext>
              </a:extLst>
            </p:cNvPr>
            <p:cNvSpPr/>
            <p:nvPr/>
          </p:nvSpPr>
          <p:spPr>
            <a:xfrm>
              <a:off x="6429388" y="2313943"/>
              <a:ext cx="96878" cy="114195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9228" name="组合 30">
            <a:extLst>
              <a:ext uri="{FF2B5EF4-FFF2-40B4-BE49-F238E27FC236}">
                <a16:creationId xmlns:a16="http://schemas.microsoft.com/office/drawing/2014/main" id="{736FF851-A4B9-4F95-BB39-07ECFADBC0BE}"/>
              </a:ext>
            </a:extLst>
          </p:cNvPr>
          <p:cNvGrpSpPr>
            <a:grpSpLocks/>
          </p:cNvGrpSpPr>
          <p:nvPr/>
        </p:nvGrpSpPr>
        <p:grpSpPr bwMode="auto">
          <a:xfrm>
            <a:off x="6500813" y="2428875"/>
            <a:ext cx="2000250" cy="800100"/>
            <a:chOff x="6500826" y="2778858"/>
            <a:chExt cx="2000264" cy="800218"/>
          </a:xfrm>
        </p:grpSpPr>
        <p:grpSp>
          <p:nvGrpSpPr>
            <p:cNvPr id="9260" name="组合 22">
              <a:extLst>
                <a:ext uri="{FF2B5EF4-FFF2-40B4-BE49-F238E27FC236}">
                  <a16:creationId xmlns:a16="http://schemas.microsoft.com/office/drawing/2014/main" id="{F2154C75-EA01-469E-827D-D64592A9CB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00826" y="2786058"/>
              <a:ext cx="883018" cy="793018"/>
              <a:chOff x="6429388" y="1643050"/>
              <a:chExt cx="883018" cy="793018"/>
            </a:xfrm>
          </p:grpSpPr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D6159A46-2FB5-46F6-BEAB-05DE8919C54D}"/>
                  </a:ext>
                </a:extLst>
              </p:cNvPr>
              <p:cNvSpPr/>
              <p:nvPr/>
            </p:nvSpPr>
            <p:spPr>
              <a:xfrm>
                <a:off x="6821503" y="1643789"/>
                <a:ext cx="107951" cy="107966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6AA51B52-76FD-45DE-9856-1B559B1C76B2}"/>
                  </a:ext>
                </a:extLst>
              </p:cNvPr>
              <p:cNvSpPr/>
              <p:nvPr/>
            </p:nvSpPr>
            <p:spPr>
              <a:xfrm>
                <a:off x="7215205" y="2321751"/>
                <a:ext cx="96839" cy="114317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1A4947F6-55CB-4743-8ECA-257E0638D782}"/>
                  </a:ext>
                </a:extLst>
              </p:cNvPr>
              <p:cNvSpPr/>
              <p:nvPr/>
            </p:nvSpPr>
            <p:spPr>
              <a:xfrm>
                <a:off x="6429388" y="2313813"/>
                <a:ext cx="96838" cy="114317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grpSp>
          <p:nvGrpSpPr>
            <p:cNvPr id="9261" name="组合 26">
              <a:extLst>
                <a:ext uri="{FF2B5EF4-FFF2-40B4-BE49-F238E27FC236}">
                  <a16:creationId xmlns:a16="http://schemas.microsoft.com/office/drawing/2014/main" id="{C201C66B-67BE-498D-B175-2B4426B9ED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18072" y="2778858"/>
              <a:ext cx="883018" cy="793018"/>
              <a:chOff x="6429388" y="1643050"/>
              <a:chExt cx="883018" cy="793018"/>
            </a:xfrm>
          </p:grpSpPr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FC9865EE-0B17-4C0C-8E1A-5DACDDEF1D58}"/>
                  </a:ext>
                </a:extLst>
              </p:cNvPr>
              <p:cNvSpPr/>
              <p:nvPr/>
            </p:nvSpPr>
            <p:spPr>
              <a:xfrm>
                <a:off x="6821865" y="1643050"/>
                <a:ext cx="107951" cy="107966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8F14B0C2-697A-4D20-93AE-E93C2736FED0}"/>
                  </a:ext>
                </a:extLst>
              </p:cNvPr>
              <p:cNvSpPr/>
              <p:nvPr/>
            </p:nvSpPr>
            <p:spPr>
              <a:xfrm>
                <a:off x="7215567" y="2321013"/>
                <a:ext cx="96839" cy="114317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id="{33BBB5BF-1EB1-4775-A246-25656882D960}"/>
                  </a:ext>
                </a:extLst>
              </p:cNvPr>
              <p:cNvSpPr/>
              <p:nvPr/>
            </p:nvSpPr>
            <p:spPr>
              <a:xfrm>
                <a:off x="6429750" y="2313074"/>
                <a:ext cx="96838" cy="114317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</p:grpSp>
      <p:grpSp>
        <p:nvGrpSpPr>
          <p:cNvPr id="9229" name="组合 31">
            <a:extLst>
              <a:ext uri="{FF2B5EF4-FFF2-40B4-BE49-F238E27FC236}">
                <a16:creationId xmlns:a16="http://schemas.microsoft.com/office/drawing/2014/main" id="{A8D8CEF1-AA06-4D2D-8182-6EFB2EBE2F58}"/>
              </a:ext>
            </a:extLst>
          </p:cNvPr>
          <p:cNvGrpSpPr>
            <a:grpSpLocks/>
          </p:cNvGrpSpPr>
          <p:nvPr/>
        </p:nvGrpSpPr>
        <p:grpSpPr bwMode="auto">
          <a:xfrm>
            <a:off x="6500813" y="3635375"/>
            <a:ext cx="2000250" cy="801688"/>
            <a:chOff x="6500826" y="2778858"/>
            <a:chExt cx="2000264" cy="800218"/>
          </a:xfrm>
        </p:grpSpPr>
        <p:grpSp>
          <p:nvGrpSpPr>
            <p:cNvPr id="9252" name="组合 22">
              <a:extLst>
                <a:ext uri="{FF2B5EF4-FFF2-40B4-BE49-F238E27FC236}">
                  <a16:creationId xmlns:a16="http://schemas.microsoft.com/office/drawing/2014/main" id="{A0B8E2C9-A7DD-45DD-9D94-C20A0A50F2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00826" y="2786058"/>
              <a:ext cx="883018" cy="793018"/>
              <a:chOff x="6429388" y="1643050"/>
              <a:chExt cx="883018" cy="793018"/>
            </a:xfrm>
          </p:grpSpPr>
          <p:sp>
            <p:nvSpPr>
              <p:cNvPr id="38" name="椭圆 37">
                <a:extLst>
                  <a:ext uri="{FF2B5EF4-FFF2-40B4-BE49-F238E27FC236}">
                    <a16:creationId xmlns:a16="http://schemas.microsoft.com/office/drawing/2014/main" id="{F8502599-3CC5-4DCA-A9C7-38C5AF7E0AFC}"/>
                  </a:ext>
                </a:extLst>
              </p:cNvPr>
              <p:cNvSpPr/>
              <p:nvPr/>
            </p:nvSpPr>
            <p:spPr>
              <a:xfrm>
                <a:off x="6821503" y="1643774"/>
                <a:ext cx="107951" cy="107752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39" name="椭圆 38">
                <a:extLst>
                  <a:ext uri="{FF2B5EF4-FFF2-40B4-BE49-F238E27FC236}">
                    <a16:creationId xmlns:a16="http://schemas.microsoft.com/office/drawing/2014/main" id="{8404EE0C-09C4-452C-B967-9CC57ACD7BA1}"/>
                  </a:ext>
                </a:extLst>
              </p:cNvPr>
              <p:cNvSpPr/>
              <p:nvPr/>
            </p:nvSpPr>
            <p:spPr>
              <a:xfrm>
                <a:off x="7215205" y="2320393"/>
                <a:ext cx="96839" cy="115675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40" name="椭圆 39">
                <a:extLst>
                  <a:ext uri="{FF2B5EF4-FFF2-40B4-BE49-F238E27FC236}">
                    <a16:creationId xmlns:a16="http://schemas.microsoft.com/office/drawing/2014/main" id="{4555F800-D2FC-4416-B7A1-C7CE527D6FA6}"/>
                  </a:ext>
                </a:extLst>
              </p:cNvPr>
              <p:cNvSpPr/>
              <p:nvPr/>
            </p:nvSpPr>
            <p:spPr>
              <a:xfrm>
                <a:off x="6429388" y="2314054"/>
                <a:ext cx="96838" cy="114090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grpSp>
          <p:nvGrpSpPr>
            <p:cNvPr id="9253" name="组合 26">
              <a:extLst>
                <a:ext uri="{FF2B5EF4-FFF2-40B4-BE49-F238E27FC236}">
                  <a16:creationId xmlns:a16="http://schemas.microsoft.com/office/drawing/2014/main" id="{529A4962-D61D-474A-9B67-3C3E4D3A3A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18072" y="2778858"/>
              <a:ext cx="883018" cy="793018"/>
              <a:chOff x="6429388" y="1643050"/>
              <a:chExt cx="883018" cy="793018"/>
            </a:xfrm>
          </p:grpSpPr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395AA6CB-DBE3-4FAE-92B2-8CFFDE85FFE7}"/>
                  </a:ext>
                </a:extLst>
              </p:cNvPr>
              <p:cNvSpPr/>
              <p:nvPr/>
            </p:nvSpPr>
            <p:spPr>
              <a:xfrm>
                <a:off x="6821865" y="1643050"/>
                <a:ext cx="107951" cy="107752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4EEB21DE-051B-4063-8E0B-DBDCE7F16B34}"/>
                  </a:ext>
                </a:extLst>
              </p:cNvPr>
              <p:cNvSpPr/>
              <p:nvPr/>
            </p:nvSpPr>
            <p:spPr>
              <a:xfrm>
                <a:off x="7215567" y="2319670"/>
                <a:ext cx="96839" cy="115674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048F9E3F-771C-4A98-8869-7600F44195AD}"/>
                  </a:ext>
                </a:extLst>
              </p:cNvPr>
              <p:cNvSpPr/>
              <p:nvPr/>
            </p:nvSpPr>
            <p:spPr>
              <a:xfrm>
                <a:off x="6429750" y="2313332"/>
                <a:ext cx="96838" cy="114090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</p:grpSp>
      <p:grpSp>
        <p:nvGrpSpPr>
          <p:cNvPr id="9230" name="组合 40">
            <a:extLst>
              <a:ext uri="{FF2B5EF4-FFF2-40B4-BE49-F238E27FC236}">
                <a16:creationId xmlns:a16="http://schemas.microsoft.com/office/drawing/2014/main" id="{367F8AE2-E0B7-462A-981D-09B56305D13D}"/>
              </a:ext>
            </a:extLst>
          </p:cNvPr>
          <p:cNvGrpSpPr>
            <a:grpSpLocks/>
          </p:cNvGrpSpPr>
          <p:nvPr/>
        </p:nvGrpSpPr>
        <p:grpSpPr bwMode="auto">
          <a:xfrm>
            <a:off x="6500813" y="4843463"/>
            <a:ext cx="2000250" cy="800100"/>
            <a:chOff x="6500826" y="2778858"/>
            <a:chExt cx="2000264" cy="800218"/>
          </a:xfrm>
        </p:grpSpPr>
        <p:grpSp>
          <p:nvGrpSpPr>
            <p:cNvPr id="9244" name="组合 22">
              <a:extLst>
                <a:ext uri="{FF2B5EF4-FFF2-40B4-BE49-F238E27FC236}">
                  <a16:creationId xmlns:a16="http://schemas.microsoft.com/office/drawing/2014/main" id="{A32E73A7-8C75-44E1-9251-0E57C499C9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00826" y="2786058"/>
              <a:ext cx="883018" cy="793018"/>
              <a:chOff x="6429388" y="1643050"/>
              <a:chExt cx="883018" cy="793018"/>
            </a:xfrm>
          </p:grpSpPr>
          <p:sp>
            <p:nvSpPr>
              <p:cNvPr id="47" name="椭圆 46">
                <a:extLst>
                  <a:ext uri="{FF2B5EF4-FFF2-40B4-BE49-F238E27FC236}">
                    <a16:creationId xmlns:a16="http://schemas.microsoft.com/office/drawing/2014/main" id="{F746FC45-2B66-4245-99B0-E24F114BD979}"/>
                  </a:ext>
                </a:extLst>
              </p:cNvPr>
              <p:cNvSpPr/>
              <p:nvPr/>
            </p:nvSpPr>
            <p:spPr>
              <a:xfrm>
                <a:off x="6821503" y="1643788"/>
                <a:ext cx="107951" cy="107966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48" name="椭圆 47">
                <a:extLst>
                  <a:ext uri="{FF2B5EF4-FFF2-40B4-BE49-F238E27FC236}">
                    <a16:creationId xmlns:a16="http://schemas.microsoft.com/office/drawing/2014/main" id="{2DD9527F-5494-4992-ADF9-60C7BB21D9FE}"/>
                  </a:ext>
                </a:extLst>
              </p:cNvPr>
              <p:cNvSpPr/>
              <p:nvPr/>
            </p:nvSpPr>
            <p:spPr>
              <a:xfrm>
                <a:off x="7215205" y="2321751"/>
                <a:ext cx="96839" cy="114317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49" name="椭圆 48">
                <a:extLst>
                  <a:ext uri="{FF2B5EF4-FFF2-40B4-BE49-F238E27FC236}">
                    <a16:creationId xmlns:a16="http://schemas.microsoft.com/office/drawing/2014/main" id="{D8A05D2A-27EC-4FD1-9E12-8B73C4829032}"/>
                  </a:ext>
                </a:extLst>
              </p:cNvPr>
              <p:cNvSpPr/>
              <p:nvPr/>
            </p:nvSpPr>
            <p:spPr>
              <a:xfrm>
                <a:off x="6429388" y="2313812"/>
                <a:ext cx="96838" cy="114317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grpSp>
          <p:nvGrpSpPr>
            <p:cNvPr id="9245" name="组合 26">
              <a:extLst>
                <a:ext uri="{FF2B5EF4-FFF2-40B4-BE49-F238E27FC236}">
                  <a16:creationId xmlns:a16="http://schemas.microsoft.com/office/drawing/2014/main" id="{241644AC-B5CB-4F58-A67A-F783A01EC8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18072" y="2778858"/>
              <a:ext cx="883018" cy="793018"/>
              <a:chOff x="6429388" y="1643050"/>
              <a:chExt cx="883018" cy="793018"/>
            </a:xfrm>
          </p:grpSpPr>
          <p:sp>
            <p:nvSpPr>
              <p:cNvPr id="44" name="椭圆 43">
                <a:extLst>
                  <a:ext uri="{FF2B5EF4-FFF2-40B4-BE49-F238E27FC236}">
                    <a16:creationId xmlns:a16="http://schemas.microsoft.com/office/drawing/2014/main" id="{3108C5C5-2015-4B7B-8958-B53ACC6EB0AA}"/>
                  </a:ext>
                </a:extLst>
              </p:cNvPr>
              <p:cNvSpPr/>
              <p:nvPr/>
            </p:nvSpPr>
            <p:spPr>
              <a:xfrm>
                <a:off x="6821865" y="1643050"/>
                <a:ext cx="107951" cy="107966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45" name="椭圆 44">
                <a:extLst>
                  <a:ext uri="{FF2B5EF4-FFF2-40B4-BE49-F238E27FC236}">
                    <a16:creationId xmlns:a16="http://schemas.microsoft.com/office/drawing/2014/main" id="{BB44D7EF-2AA2-4137-9A78-B932B572C7ED}"/>
                  </a:ext>
                </a:extLst>
              </p:cNvPr>
              <p:cNvSpPr/>
              <p:nvPr/>
            </p:nvSpPr>
            <p:spPr>
              <a:xfrm>
                <a:off x="7215567" y="2321012"/>
                <a:ext cx="96839" cy="114317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46" name="椭圆 45">
                <a:extLst>
                  <a:ext uri="{FF2B5EF4-FFF2-40B4-BE49-F238E27FC236}">
                    <a16:creationId xmlns:a16="http://schemas.microsoft.com/office/drawing/2014/main" id="{FBC9866E-557C-4ECE-AB70-D5A7A143A568}"/>
                  </a:ext>
                </a:extLst>
              </p:cNvPr>
              <p:cNvSpPr/>
              <p:nvPr/>
            </p:nvSpPr>
            <p:spPr>
              <a:xfrm>
                <a:off x="6429750" y="2313074"/>
                <a:ext cx="96838" cy="114317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</p:grp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709C00C5-E95B-4B65-8332-882829FF03DD}"/>
              </a:ext>
            </a:extLst>
          </p:cNvPr>
          <p:cNvCxnSpPr/>
          <p:nvPr/>
        </p:nvCxnSpPr>
        <p:spPr>
          <a:xfrm rot="5400000">
            <a:off x="6465094" y="2607469"/>
            <a:ext cx="571500" cy="357188"/>
          </a:xfrm>
          <a:prstGeom prst="line">
            <a:avLst/>
          </a:prstGeom>
          <a:ln w="317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FF802CD8-8D6B-4A2C-988F-031667D5A79F}"/>
              </a:ext>
            </a:extLst>
          </p:cNvPr>
          <p:cNvCxnSpPr/>
          <p:nvPr/>
        </p:nvCxnSpPr>
        <p:spPr>
          <a:xfrm rot="10800000">
            <a:off x="7715250" y="3143250"/>
            <a:ext cx="714375" cy="1588"/>
          </a:xfrm>
          <a:prstGeom prst="line">
            <a:avLst/>
          </a:prstGeom>
          <a:ln w="317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5D245AC3-4313-4B5E-A794-BC465FCFC2F3}"/>
              </a:ext>
            </a:extLst>
          </p:cNvPr>
          <p:cNvCxnSpPr>
            <a:stCxn id="38" idx="4"/>
          </p:cNvCxnSpPr>
          <p:nvPr/>
        </p:nvCxnSpPr>
        <p:spPr>
          <a:xfrm rot="16200000" flipH="1">
            <a:off x="6849269" y="3848894"/>
            <a:ext cx="596900" cy="401638"/>
          </a:xfrm>
          <a:prstGeom prst="line">
            <a:avLst/>
          </a:prstGeom>
          <a:ln w="317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E37C0967-9690-4D7E-8D68-700361B018DA}"/>
              </a:ext>
            </a:extLst>
          </p:cNvPr>
          <p:cNvCxnSpPr>
            <a:endCxn id="37" idx="7"/>
          </p:cNvCxnSpPr>
          <p:nvPr/>
        </p:nvCxnSpPr>
        <p:spPr>
          <a:xfrm rot="5400000">
            <a:off x="7581901" y="3833812"/>
            <a:ext cx="609600" cy="371475"/>
          </a:xfrm>
          <a:prstGeom prst="line">
            <a:avLst/>
          </a:prstGeom>
          <a:ln w="317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EFD5A8AA-7BEB-440D-AF02-A7969FAA406C}"/>
              </a:ext>
            </a:extLst>
          </p:cNvPr>
          <p:cNvCxnSpPr/>
          <p:nvPr/>
        </p:nvCxnSpPr>
        <p:spPr>
          <a:xfrm>
            <a:off x="7643813" y="4357688"/>
            <a:ext cx="785812" cy="1587"/>
          </a:xfrm>
          <a:prstGeom prst="line">
            <a:avLst/>
          </a:prstGeom>
          <a:ln w="317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CED94D82-2F85-40B8-B4E5-3177374DB6A4}"/>
              </a:ext>
            </a:extLst>
          </p:cNvPr>
          <p:cNvCxnSpPr>
            <a:stCxn id="47" idx="5"/>
          </p:cNvCxnSpPr>
          <p:nvPr/>
        </p:nvCxnSpPr>
        <p:spPr>
          <a:xfrm rot="16200000" flipH="1">
            <a:off x="6866731" y="5061744"/>
            <a:ext cx="582613" cy="346075"/>
          </a:xfrm>
          <a:prstGeom prst="line">
            <a:avLst/>
          </a:prstGeom>
          <a:ln w="317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954B71E4-5FCA-465E-ADDF-70C10481A0DA}"/>
              </a:ext>
            </a:extLst>
          </p:cNvPr>
          <p:cNvCxnSpPr/>
          <p:nvPr/>
        </p:nvCxnSpPr>
        <p:spPr>
          <a:xfrm>
            <a:off x="6500813" y="5572125"/>
            <a:ext cx="785812" cy="1588"/>
          </a:xfrm>
          <a:prstGeom prst="line">
            <a:avLst/>
          </a:prstGeom>
          <a:ln w="317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5481AE18-85F7-4A73-B3E0-2B952C33958C}"/>
              </a:ext>
            </a:extLst>
          </p:cNvPr>
          <p:cNvCxnSpPr/>
          <p:nvPr/>
        </p:nvCxnSpPr>
        <p:spPr>
          <a:xfrm rot="5400000">
            <a:off x="7524751" y="5048250"/>
            <a:ext cx="609600" cy="371475"/>
          </a:xfrm>
          <a:prstGeom prst="line">
            <a:avLst/>
          </a:prstGeom>
          <a:ln w="317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72C722AF-A14A-441F-89BA-09C50014F145}"/>
              </a:ext>
            </a:extLst>
          </p:cNvPr>
          <p:cNvCxnSpPr>
            <a:stCxn id="44" idx="5"/>
          </p:cNvCxnSpPr>
          <p:nvPr/>
        </p:nvCxnSpPr>
        <p:spPr>
          <a:xfrm rot="16200000" flipH="1">
            <a:off x="7993063" y="5045075"/>
            <a:ext cx="590550" cy="371475"/>
          </a:xfrm>
          <a:prstGeom prst="line">
            <a:avLst/>
          </a:prstGeom>
          <a:ln w="317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40" name="TextBox 87">
            <a:extLst>
              <a:ext uri="{FF2B5EF4-FFF2-40B4-BE49-F238E27FC236}">
                <a16:creationId xmlns:a16="http://schemas.microsoft.com/office/drawing/2014/main" id="{12136511-FF66-4EB9-BF29-23EAF2C485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125" y="2000250"/>
            <a:ext cx="14668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1</a:t>
            </a:r>
            <a:r>
              <a:rPr lang="zh-CN" altLang="en-US"/>
              <a:t>                </a:t>
            </a:r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9241" name="TextBox 88">
            <a:extLst>
              <a:ext uri="{FF2B5EF4-FFF2-40B4-BE49-F238E27FC236}">
                <a16:creationId xmlns:a16="http://schemas.microsoft.com/office/drawing/2014/main" id="{ACD21731-2111-4B0B-A77B-8D96B887DE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8463" y="3130550"/>
            <a:ext cx="14668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3</a:t>
            </a:r>
            <a:r>
              <a:rPr lang="zh-CN" altLang="en-US"/>
              <a:t>                </a:t>
            </a:r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9242" name="TextBox 89">
            <a:extLst>
              <a:ext uri="{FF2B5EF4-FFF2-40B4-BE49-F238E27FC236}">
                <a16:creationId xmlns:a16="http://schemas.microsoft.com/office/drawing/2014/main" id="{7553E666-B9F6-439B-A780-C438E5B28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6563" y="4357688"/>
            <a:ext cx="14668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5</a:t>
            </a:r>
            <a:r>
              <a:rPr lang="zh-CN" altLang="en-US"/>
              <a:t>                </a:t>
            </a:r>
            <a:r>
              <a:rPr lang="en-US" altLang="zh-CN"/>
              <a:t>6</a:t>
            </a:r>
            <a:endParaRPr lang="zh-CN" altLang="en-US"/>
          </a:p>
        </p:txBody>
      </p:sp>
      <p:sp>
        <p:nvSpPr>
          <p:cNvPr id="9243" name="TextBox 90">
            <a:extLst>
              <a:ext uri="{FF2B5EF4-FFF2-40B4-BE49-F238E27FC236}">
                <a16:creationId xmlns:a16="http://schemas.microsoft.com/office/drawing/2014/main" id="{CE932653-5DF3-4B27-A6DA-2D1F8ADA1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6563" y="5572125"/>
            <a:ext cx="14668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7</a:t>
            </a:r>
            <a:r>
              <a:rPr lang="zh-CN" altLang="en-US"/>
              <a:t>                </a:t>
            </a:r>
            <a:r>
              <a:rPr lang="en-US" altLang="zh-CN"/>
              <a:t>8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>
            <a:extLst>
              <a:ext uri="{FF2B5EF4-FFF2-40B4-BE49-F238E27FC236}">
                <a16:creationId xmlns:a16="http://schemas.microsoft.com/office/drawing/2014/main" id="{4CDD0BF2-DF32-4CEB-977F-3D8913FDFD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188913"/>
            <a:ext cx="8229600" cy="739775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23.4 </a:t>
            </a:r>
            <a:r>
              <a:rPr lang="en-US" altLang="zh-CN" sz="40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Polay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定理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C3537417-CD3A-4196-AB1E-5FC46C8B56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0063" y="1214438"/>
            <a:ext cx="8229600" cy="4525962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25000"/>
              </a:spcBef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Polya</a:t>
            </a:r>
            <a:r>
              <a: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</a:p>
          <a:p>
            <a:pPr eaLnBrk="1" hangingPunct="1">
              <a:lnSpc>
                <a:spcPct val="120000"/>
              </a:lnSpc>
              <a:spcBef>
                <a:spcPct val="25000"/>
              </a:spcBef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Polya</a:t>
            </a:r>
            <a:r>
              <a: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定理的应用</a:t>
            </a:r>
          </a:p>
        </p:txBody>
      </p:sp>
      <p:sp>
        <p:nvSpPr>
          <p:cNvPr id="40962" name="灯片编号占位符 5">
            <a:extLst>
              <a:ext uri="{FF2B5EF4-FFF2-40B4-BE49-F238E27FC236}">
                <a16:creationId xmlns:a16="http://schemas.microsoft.com/office/drawing/2014/main" id="{089136DB-8035-41FA-BCCC-9CB35DE99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0E0CE86-B9AB-49FD-BF70-C9B72B84DBB2}" type="slidenum">
              <a:rPr lang="en-US" altLang="zh-CN">
                <a:solidFill>
                  <a:srgbClr val="898989"/>
                </a:solidFill>
              </a:rPr>
              <a:pPr eaLnBrk="1" hangingPunct="1"/>
              <a:t>11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3">
            <a:extLst>
              <a:ext uri="{FF2B5EF4-FFF2-40B4-BE49-F238E27FC236}">
                <a16:creationId xmlns:a16="http://schemas.microsoft.com/office/drawing/2014/main" id="{B5E0DFD3-2C99-4483-9402-9970060C6A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4375" y="269874"/>
            <a:ext cx="7715250" cy="650875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sz="40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Polay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定理</a:t>
            </a:r>
          </a:p>
        </p:txBody>
      </p:sp>
      <p:sp>
        <p:nvSpPr>
          <p:cNvPr id="30723" name="灯片编号占位符 4">
            <a:extLst>
              <a:ext uri="{FF2B5EF4-FFF2-40B4-BE49-F238E27FC236}">
                <a16:creationId xmlns:a16="http://schemas.microsoft.com/office/drawing/2014/main" id="{ED7DC96C-50C5-40CF-B1EC-F6AFAE49C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E3EFEB1-168E-480E-BD2E-F974B9E10A4B}" type="slidenum">
              <a:rPr lang="en-US" altLang="zh-CN">
                <a:solidFill>
                  <a:srgbClr val="898989"/>
                </a:solidFill>
              </a:rPr>
              <a:pPr eaLnBrk="1" hangingPunct="1"/>
              <a:t>12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10242" name="Object 2">
            <a:extLst>
              <a:ext uri="{FF2B5EF4-FFF2-40B4-BE49-F238E27FC236}">
                <a16:creationId xmlns:a16="http://schemas.microsoft.com/office/drawing/2014/main" id="{2E5A2318-90A6-47E2-8763-8B2855853D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4313" y="1143000"/>
          <a:ext cx="7559675" cy="5119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5" name="文档" r:id="rId4" imgW="3234507" imgH="2180958" progId="Word.Document.8">
                  <p:embed/>
                </p:oleObj>
              </mc:Choice>
              <mc:Fallback>
                <p:oleObj name="文档" r:id="rId4" imgW="3234507" imgH="2180958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3" y="1143000"/>
                        <a:ext cx="7559675" cy="5119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3">
            <a:extLst>
              <a:ext uri="{FF2B5EF4-FFF2-40B4-BE49-F238E27FC236}">
                <a16:creationId xmlns:a16="http://schemas.microsoft.com/office/drawing/2014/main" id="{62C1C85A-F164-4605-A088-C48F292E53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540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证明思路</a:t>
            </a:r>
          </a:p>
        </p:txBody>
      </p:sp>
      <p:sp>
        <p:nvSpPr>
          <p:cNvPr id="31747" name="灯片编号占位符 4">
            <a:extLst>
              <a:ext uri="{FF2B5EF4-FFF2-40B4-BE49-F238E27FC236}">
                <a16:creationId xmlns:a16="http://schemas.microsoft.com/office/drawing/2014/main" id="{BEA89D40-EC24-4F20-BB17-2D7371F98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465A3FC-F4BB-4089-81D8-F2A186D207FE}" type="slidenum">
              <a:rPr lang="en-US" altLang="zh-CN">
                <a:solidFill>
                  <a:srgbClr val="898989"/>
                </a:solidFill>
              </a:rPr>
              <a:pPr eaLnBrk="1" hangingPunct="1"/>
              <a:t>13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11266" name="Object 2">
            <a:extLst>
              <a:ext uri="{FF2B5EF4-FFF2-40B4-BE49-F238E27FC236}">
                <a16:creationId xmlns:a16="http://schemas.microsoft.com/office/drawing/2014/main" id="{8A1E8041-300A-4931-9854-C38A62C4C6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063" y="1214438"/>
          <a:ext cx="8047037" cy="5132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" name="文档" r:id="rId4" imgW="3659457" imgH="2331804" progId="Word.Document.8">
                  <p:embed/>
                </p:oleObj>
              </mc:Choice>
              <mc:Fallback>
                <p:oleObj name="文档" r:id="rId4" imgW="3659457" imgH="2331804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3" y="1214438"/>
                        <a:ext cx="8047037" cy="5132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>
            <a:extLst>
              <a:ext uri="{FF2B5EF4-FFF2-40B4-BE49-F238E27FC236}">
                <a16:creationId xmlns:a16="http://schemas.microsoft.com/office/drawing/2014/main" id="{4B590702-1431-432B-816C-4B93947B8C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2548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与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Burnside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引理的区别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5BE66F77-4E41-4562-8EAF-C1B0D2C129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7188" y="1214438"/>
            <a:ext cx="8229600" cy="4525962"/>
          </a:xfrm>
        </p:spPr>
        <p:txBody>
          <a:bodyPr/>
          <a:lstStyle/>
          <a:p>
            <a:pPr eaLnBrk="1" hangingPunct="1">
              <a:lnSpc>
                <a:spcPts val="3600"/>
              </a:lnSpc>
            </a:pPr>
            <a:r>
              <a:rPr lang="en-US" altLang="zh-CN" sz="2600" b="1">
                <a:latin typeface="Times New Roman" panose="02020603050405020304" pitchFamily="18" charset="0"/>
              </a:rPr>
              <a:t>Burnside</a:t>
            </a:r>
            <a:r>
              <a:rPr lang="zh-CN" altLang="en-US" sz="2600" b="1">
                <a:latin typeface="Times New Roman" panose="02020603050405020304" pitchFamily="18" charset="0"/>
              </a:rPr>
              <a:t>引理的群作用于方案集合</a:t>
            </a:r>
          </a:p>
          <a:p>
            <a:pPr eaLnBrk="1" hangingPunct="1">
              <a:lnSpc>
                <a:spcPts val="3600"/>
              </a:lnSpc>
              <a:buFont typeface="Wingdings" panose="05000000000000000000" pitchFamily="2" charset="2"/>
              <a:buNone/>
            </a:pPr>
            <a:r>
              <a:rPr lang="zh-CN" altLang="en-US" sz="2600" b="1">
                <a:latin typeface="Times New Roman" panose="02020603050405020304" pitchFamily="18" charset="0"/>
              </a:rPr>
              <a:t>    </a:t>
            </a:r>
            <a:r>
              <a:rPr lang="en-US" altLang="zh-CN" sz="2600" b="1">
                <a:latin typeface="Times New Roman" panose="02020603050405020304" pitchFamily="18" charset="0"/>
              </a:rPr>
              <a:t>Polya</a:t>
            </a:r>
            <a:r>
              <a:rPr lang="zh-CN" altLang="en-US" sz="2600" b="1">
                <a:latin typeface="Times New Roman" panose="02020603050405020304" pitchFamily="18" charset="0"/>
              </a:rPr>
              <a:t>定理的群作用于元素的集合</a:t>
            </a:r>
          </a:p>
          <a:p>
            <a:pPr eaLnBrk="1" hangingPunct="1">
              <a:lnSpc>
                <a:spcPts val="3600"/>
              </a:lnSpc>
              <a:spcBef>
                <a:spcPct val="50000"/>
              </a:spcBef>
            </a:pPr>
            <a:r>
              <a:rPr lang="zh-CN" altLang="en-US" sz="2600" b="1">
                <a:latin typeface="Times New Roman" panose="02020603050405020304" pitchFamily="18" charset="0"/>
              </a:rPr>
              <a:t>如果有</a:t>
            </a:r>
            <a:r>
              <a:rPr lang="en-US" altLang="zh-CN" sz="2600" b="1" i="1">
                <a:latin typeface="Times New Roman" panose="02020603050405020304" pitchFamily="18" charset="0"/>
              </a:rPr>
              <a:t>n</a:t>
            </a:r>
            <a:r>
              <a:rPr lang="zh-CN" altLang="en-US" sz="2600" b="1">
                <a:latin typeface="Times New Roman" panose="02020603050405020304" pitchFamily="18" charset="0"/>
              </a:rPr>
              <a:t>个元素，</a:t>
            </a:r>
            <a:r>
              <a:rPr lang="en-US" altLang="zh-CN" sz="2600" b="1" i="1">
                <a:latin typeface="Times New Roman" panose="02020603050405020304" pitchFamily="18" charset="0"/>
              </a:rPr>
              <a:t>m</a:t>
            </a:r>
            <a:r>
              <a:rPr lang="zh-CN" altLang="en-US" sz="2600" b="1">
                <a:latin typeface="Times New Roman" panose="02020603050405020304" pitchFamily="18" charset="0"/>
              </a:rPr>
              <a:t>种颜色，将有</a:t>
            </a:r>
            <a:r>
              <a:rPr lang="en-US" altLang="zh-CN" sz="2600" b="1" i="1">
                <a:latin typeface="Times New Roman" panose="02020603050405020304" pitchFamily="18" charset="0"/>
              </a:rPr>
              <a:t>m</a:t>
            </a:r>
            <a:r>
              <a:rPr lang="en-US" altLang="zh-CN" sz="2600" b="1" i="1" baseline="30000">
                <a:latin typeface="Times New Roman" panose="02020603050405020304" pitchFamily="18" charset="0"/>
              </a:rPr>
              <a:t>n </a:t>
            </a:r>
            <a:r>
              <a:rPr lang="zh-CN" altLang="en-US" sz="2600" b="1">
                <a:latin typeface="Times New Roman" panose="02020603050405020304" pitchFamily="18" charset="0"/>
              </a:rPr>
              <a:t>种方案</a:t>
            </a:r>
            <a:r>
              <a:rPr lang="en-US" altLang="zh-CN" sz="2600" b="1">
                <a:latin typeface="Times New Roman" panose="02020603050405020304" pitchFamily="18" charset="0"/>
              </a:rPr>
              <a:t>.</a:t>
            </a:r>
            <a:r>
              <a:rPr lang="zh-CN" altLang="en-US" sz="2600" b="1">
                <a:latin typeface="Times New Roman" panose="02020603050405020304" pitchFamily="18" charset="0"/>
              </a:rPr>
              <a:t>一般使用</a:t>
            </a:r>
            <a:r>
              <a:rPr lang="en-US" altLang="zh-CN" sz="2600" b="1">
                <a:latin typeface="Times New Roman" panose="02020603050405020304" pitchFamily="18" charset="0"/>
              </a:rPr>
              <a:t>Polya</a:t>
            </a:r>
            <a:r>
              <a:rPr lang="zh-CN" altLang="en-US" sz="2600" b="1">
                <a:latin typeface="Times New Roman" panose="02020603050405020304" pitchFamily="18" charset="0"/>
              </a:rPr>
              <a:t>定理的群要简单得多</a:t>
            </a:r>
            <a:r>
              <a:rPr lang="en-US" altLang="zh-CN" sz="2600" b="1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ts val="3600"/>
              </a:lnSpc>
              <a:spcBef>
                <a:spcPct val="50000"/>
              </a:spcBef>
            </a:pPr>
            <a:r>
              <a:rPr lang="zh-CN" altLang="en-US" sz="2600" b="1">
                <a:latin typeface="Times New Roman" panose="02020603050405020304" pitchFamily="18" charset="0"/>
              </a:rPr>
              <a:t>一般情况使用</a:t>
            </a:r>
            <a:r>
              <a:rPr lang="en-US" altLang="zh-CN" sz="2600" b="1">
                <a:latin typeface="Times New Roman" panose="02020603050405020304" pitchFamily="18" charset="0"/>
              </a:rPr>
              <a:t>Polya</a:t>
            </a:r>
            <a:r>
              <a:rPr lang="zh-CN" altLang="en-US" sz="2600" b="1">
                <a:latin typeface="Times New Roman" panose="02020603050405020304" pitchFamily="18" charset="0"/>
              </a:rPr>
              <a:t>定理，但在某些特殊情况只能直接计数不变的方案，必须使用</a:t>
            </a:r>
            <a:r>
              <a:rPr lang="en-US" altLang="zh-CN" sz="2600" b="1">
                <a:latin typeface="Times New Roman" panose="02020603050405020304" pitchFamily="18" charset="0"/>
              </a:rPr>
              <a:t>Burnside</a:t>
            </a:r>
            <a:r>
              <a:rPr lang="zh-CN" altLang="en-US" sz="2600" b="1">
                <a:latin typeface="Times New Roman" panose="02020603050405020304" pitchFamily="18" charset="0"/>
              </a:rPr>
              <a:t>引理</a:t>
            </a:r>
          </a:p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1986" name="灯片编号占位符 5">
            <a:extLst>
              <a:ext uri="{FF2B5EF4-FFF2-40B4-BE49-F238E27FC236}">
                <a16:creationId xmlns:a16="http://schemas.microsoft.com/office/drawing/2014/main" id="{C7B273EA-FC3D-430A-9467-BB394C7DB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543CC24-02E6-4C92-9C39-56B189B28DC1}" type="slidenum">
              <a:rPr lang="en-US" altLang="zh-CN">
                <a:solidFill>
                  <a:srgbClr val="898989"/>
                </a:solidFill>
              </a:rPr>
              <a:pPr eaLnBrk="1" hangingPunct="1"/>
              <a:t>14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Rectangle 3">
            <a:extLst>
              <a:ext uri="{FF2B5EF4-FFF2-40B4-BE49-F238E27FC236}">
                <a16:creationId xmlns:a16="http://schemas.microsoft.com/office/drawing/2014/main" id="{6E33411F-481A-43BB-ACD4-ACFCE41EF9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540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应用</a:t>
            </a:r>
          </a:p>
        </p:txBody>
      </p:sp>
      <p:sp>
        <p:nvSpPr>
          <p:cNvPr id="32771" name="灯片编号占位符 4">
            <a:extLst>
              <a:ext uri="{FF2B5EF4-FFF2-40B4-BE49-F238E27FC236}">
                <a16:creationId xmlns:a16="http://schemas.microsoft.com/office/drawing/2014/main" id="{8AEBA268-E4DC-40F8-B74A-95DC11A22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9FA1A38-BBE7-4825-9C48-61D07AC775DF}" type="slidenum">
              <a:rPr lang="en-US" altLang="zh-CN">
                <a:solidFill>
                  <a:srgbClr val="898989"/>
                </a:solidFill>
              </a:rPr>
              <a:pPr eaLnBrk="1" hangingPunct="1"/>
              <a:t>15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12290" name="Object 2">
            <a:extLst>
              <a:ext uri="{FF2B5EF4-FFF2-40B4-BE49-F238E27FC236}">
                <a16:creationId xmlns:a16="http://schemas.microsoft.com/office/drawing/2014/main" id="{23C5B436-1616-4C20-80D7-5C10C6D48B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1214438"/>
          <a:ext cx="8132763" cy="3925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3" name="文档" r:id="rId4" imgW="3658116" imgH="1766485" progId="Word.Document.8">
                  <p:embed/>
                </p:oleObj>
              </mc:Choice>
              <mc:Fallback>
                <p:oleObj name="文档" r:id="rId4" imgW="3658116" imgH="1766485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4438"/>
                        <a:ext cx="8132763" cy="3925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3">
            <a:extLst>
              <a:ext uri="{FF2B5EF4-FFF2-40B4-BE49-F238E27FC236}">
                <a16:creationId xmlns:a16="http://schemas.microsoft.com/office/drawing/2014/main" id="{F02A0CF2-9553-4209-9B94-94A77C4213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540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应用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:Fermat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小定理</a:t>
            </a:r>
          </a:p>
        </p:txBody>
      </p:sp>
      <p:sp>
        <p:nvSpPr>
          <p:cNvPr id="33795" name="灯片编号占位符 4">
            <a:extLst>
              <a:ext uri="{FF2B5EF4-FFF2-40B4-BE49-F238E27FC236}">
                <a16:creationId xmlns:a16="http://schemas.microsoft.com/office/drawing/2014/main" id="{8BD3A3CF-8C95-42C0-B040-38F8E797D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A473355-6EC4-4BBA-87C6-27627996790B}" type="slidenum">
              <a:rPr lang="en-US" altLang="zh-CN">
                <a:solidFill>
                  <a:srgbClr val="898989"/>
                </a:solidFill>
              </a:rPr>
              <a:pPr eaLnBrk="1" hangingPunct="1"/>
              <a:t>16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66564" name="Rectangle 4">
            <a:extLst>
              <a:ext uri="{FF2B5EF4-FFF2-40B4-BE49-F238E27FC236}">
                <a16:creationId xmlns:a16="http://schemas.microsoft.com/office/drawing/2014/main" id="{0957C7FD-7135-4A48-842E-55AE67D4B6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1143000"/>
            <a:ext cx="8215312" cy="361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indent="304800">
              <a:defRPr/>
            </a:pPr>
            <a:r>
              <a:rPr lang="zh-CN" sz="2400" b="1" dirty="0">
                <a:latin typeface="Times New Roman" pitchFamily="18" charset="0"/>
                <a:cs typeface="Times New Roman" pitchFamily="18" charset="0"/>
              </a:rPr>
              <a:t>例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6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b="1" dirty="0">
                <a:solidFill>
                  <a:srgbClr val="A50021"/>
                </a:solidFill>
                <a:latin typeface="Times New Roman" pitchFamily="18" charset="0"/>
                <a:cs typeface="Times New Roman" pitchFamily="18" charset="0"/>
              </a:rPr>
              <a:t>Fermat</a:t>
            </a:r>
            <a:r>
              <a:rPr lang="zh-CN" altLang="en-US" sz="2400" b="1" dirty="0">
                <a:solidFill>
                  <a:srgbClr val="A50021"/>
                </a:solidFill>
                <a:latin typeface="Times New Roman" pitchFamily="18" charset="0"/>
                <a:cs typeface="Times New Roman" pitchFamily="18" charset="0"/>
              </a:rPr>
              <a:t>小定理：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设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为素数，则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| (</a:t>
            </a:r>
            <a:r>
              <a:rPr lang="en-US" altLang="zh-CN" sz="2400" b="1" i="1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400" b="1" i="1" baseline="30000" dirty="0" err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CN" sz="2400" b="1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</a:t>
            </a:r>
            <a:r>
              <a:rPr lang="en-US" altLang="zh-CN" sz="2400" b="1" i="1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 </a:t>
            </a:r>
            <a:endParaRPr lang="en-US" altLang="zh-CN" sz="2400" dirty="0">
              <a:sym typeface="Symbol" pitchFamily="18" charset="2"/>
            </a:endParaRPr>
          </a:p>
          <a:p>
            <a:pPr indent="180000" eaLnBrk="0" hangingPunct="0">
              <a:spcBef>
                <a:spcPts val="1200"/>
              </a:spcBef>
              <a:defRPr/>
            </a:pPr>
            <a:r>
              <a:rPr lang="zh-CN" altLang="en-US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证：考虑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个珠子的手镯，用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 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种颜色的珠子穿成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. </a:t>
            </a:r>
            <a:endParaRPr lang="en-US" altLang="zh-CN" sz="2400" dirty="0">
              <a:sym typeface="Symbol" pitchFamily="18" charset="2"/>
            </a:endParaRPr>
          </a:p>
          <a:p>
            <a:pPr indent="762000" eaLnBrk="0" hangingPunct="0">
              <a:spcBef>
                <a:spcPts val="300"/>
              </a:spcBef>
              <a:defRPr/>
            </a:pPr>
            <a:r>
              <a:rPr lang="zh-CN" altLang="en-US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 考虑旋转，则</a:t>
            </a:r>
            <a:endParaRPr lang="zh-CN" altLang="en-US" sz="2400" dirty="0">
              <a:sym typeface="Symbol" pitchFamily="18" charset="2"/>
            </a:endParaRPr>
          </a:p>
          <a:p>
            <a:pPr indent="762000" eaLnBrk="0" hangingPunct="0">
              <a:spcBef>
                <a:spcPts val="300"/>
              </a:spcBef>
              <a:defRPr/>
            </a:pP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 G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={ </a:t>
            </a:r>
            <a:r>
              <a:rPr lang="en-US" altLang="zh-CN" sz="2400" b="1" baseline="-30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 </a:t>
            </a:r>
            <a:r>
              <a:rPr lang="en-US" altLang="zh-CN" sz="2400" b="1" baseline="-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 … , </a:t>
            </a:r>
            <a:r>
              <a:rPr lang="en-US" altLang="zh-CN" sz="2400" b="1" i="1" baseline="-300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CN" sz="2400" b="1" baseline="-30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  <a:endParaRPr lang="en-US" altLang="zh-CN" sz="2400" dirty="0">
              <a:sym typeface="Symbol" pitchFamily="18" charset="2"/>
            </a:endParaRPr>
          </a:p>
          <a:p>
            <a:pPr indent="762000" eaLnBrk="0" hangingPunct="0">
              <a:spcBef>
                <a:spcPts val="300"/>
              </a:spcBef>
              <a:defRPr/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 </a:t>
            </a:r>
            <a:r>
              <a:rPr lang="en-US" altLang="zh-CN" sz="2400" b="1" baseline="-30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=(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)(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zh-CN" sz="2400" b="1" dirty="0">
                <a:latin typeface="Arial"/>
                <a:cs typeface="Times New Roman" pitchFamily="18" charset="0"/>
              </a:rPr>
              <a:t>…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altLang="zh-CN" sz="2400" dirty="0">
              <a:sym typeface="Symbol" pitchFamily="18" charset="2"/>
            </a:endParaRPr>
          </a:p>
          <a:p>
            <a:pPr indent="762000" eaLnBrk="0" hangingPunct="0">
              <a:spcBef>
                <a:spcPts val="300"/>
              </a:spcBef>
              <a:defRPr/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 </a:t>
            </a:r>
            <a:r>
              <a:rPr lang="en-US" altLang="zh-CN" sz="2400" b="1" baseline="-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=(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b="1" dirty="0">
                <a:latin typeface="Arial"/>
                <a:cs typeface="Times New Roman" pitchFamily="18" charset="0"/>
              </a:rPr>
              <a:t>…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) </a:t>
            </a:r>
            <a:endParaRPr lang="en-US" altLang="zh-CN" sz="2400" dirty="0">
              <a:sym typeface="Symbol" pitchFamily="18" charset="2"/>
            </a:endParaRPr>
          </a:p>
          <a:p>
            <a:pPr indent="762000" eaLnBrk="0" hangingPunct="0">
              <a:spcBef>
                <a:spcPts val="300"/>
              </a:spcBef>
              <a:defRPr/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 …</a:t>
            </a:r>
            <a:endParaRPr lang="en-US" altLang="zh-CN" sz="2400" dirty="0">
              <a:sym typeface="Symbol" pitchFamily="18" charset="2"/>
            </a:endParaRPr>
          </a:p>
          <a:p>
            <a:pPr indent="762000" eaLnBrk="0" hangingPunct="0">
              <a:spcBef>
                <a:spcPts val="300"/>
              </a:spcBef>
              <a:defRPr/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 </a:t>
            </a:r>
            <a:r>
              <a:rPr lang="en-US" altLang="zh-CN" sz="2400" b="1" i="1" baseline="-300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=(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b="1" dirty="0">
                <a:latin typeface="Arial"/>
                <a:cs typeface="Times New Roman" pitchFamily="18" charset="0"/>
              </a:rPr>
              <a:t>…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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) </a:t>
            </a:r>
            <a:endParaRPr lang="en-US" altLang="zh-CN" sz="2400" b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indent="762000" eaLnBrk="0" hangingPunct="0">
              <a:defRPr/>
            </a:pPr>
            <a:r>
              <a:rPr lang="en-US" altLang="zh-CN" sz="12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      </a:t>
            </a:r>
          </a:p>
        </p:txBody>
      </p:sp>
      <p:graphicFrame>
        <p:nvGraphicFramePr>
          <p:cNvPr id="13314" name="Object 3">
            <a:extLst>
              <a:ext uri="{FF2B5EF4-FFF2-40B4-BE49-F238E27FC236}">
                <a16:creationId xmlns:a16="http://schemas.microsoft.com/office/drawing/2014/main" id="{E9BBFCF2-B1F3-4441-B259-38DF051F93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4438" y="4643438"/>
          <a:ext cx="4933950" cy="1357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9" name="公式" r:id="rId4" imgW="2577960" imgH="685800" progId="Equation.3">
                  <p:embed/>
                </p:oleObj>
              </mc:Choice>
              <mc:Fallback>
                <p:oleObj name="公式" r:id="rId4" imgW="2577960" imgH="685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438" y="4643438"/>
                        <a:ext cx="4933950" cy="1357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8" name="Rectangle 5">
            <a:extLst>
              <a:ext uri="{FF2B5EF4-FFF2-40B4-BE49-F238E27FC236}">
                <a16:creationId xmlns:a16="http://schemas.microsoft.com/office/drawing/2014/main" id="{FA657C75-C659-4783-B2F2-C08A1A8B82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95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1100"/>
              <a:t> </a:t>
            </a:r>
            <a:endParaRPr lang="zh-CN" altLang="zh-C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标题 1">
            <a:extLst>
              <a:ext uri="{FF2B5EF4-FFF2-40B4-BE49-F238E27FC236}">
                <a16:creationId xmlns:a16="http://schemas.microsoft.com/office/drawing/2014/main" id="{356CFE59-414E-499F-AACA-ECD75F1BD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正多边形的置换群</a:t>
            </a:r>
          </a:p>
        </p:txBody>
      </p:sp>
      <p:sp>
        <p:nvSpPr>
          <p:cNvPr id="43011" name="灯片编号占位符 2">
            <a:extLst>
              <a:ext uri="{FF2B5EF4-FFF2-40B4-BE49-F238E27FC236}">
                <a16:creationId xmlns:a16="http://schemas.microsoft.com/office/drawing/2014/main" id="{D4A0421F-C453-49E8-80AD-D7C12DD9C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2891338-11BF-40E3-A95A-5C2326A48619}" type="slidenum">
              <a:rPr lang="en-US" altLang="zh-CN">
                <a:solidFill>
                  <a:srgbClr val="898989"/>
                </a:solidFill>
              </a:rPr>
              <a:pPr eaLnBrk="1" hangingPunct="1"/>
              <a:t>17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4" name="六边形 3">
            <a:extLst>
              <a:ext uri="{FF2B5EF4-FFF2-40B4-BE49-F238E27FC236}">
                <a16:creationId xmlns:a16="http://schemas.microsoft.com/office/drawing/2014/main" id="{0F91B2AF-F652-419F-A699-904CD23DAB09}"/>
              </a:ext>
            </a:extLst>
          </p:cNvPr>
          <p:cNvSpPr/>
          <p:nvPr/>
        </p:nvSpPr>
        <p:spPr>
          <a:xfrm>
            <a:off x="6143625" y="1500188"/>
            <a:ext cx="1928813" cy="1785937"/>
          </a:xfrm>
          <a:prstGeom prst="hexago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8437" name="TextBox 4">
            <a:extLst>
              <a:ext uri="{FF2B5EF4-FFF2-40B4-BE49-F238E27FC236}">
                <a16:creationId xmlns:a16="http://schemas.microsoft.com/office/drawing/2014/main" id="{B6D9E810-D96E-4BC4-AB6C-36EE32A4BB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0" y="1000125"/>
            <a:ext cx="4429125" cy="4986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500"/>
              </a:lnSpc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对顶点置换</a:t>
            </a:r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ts val="3500"/>
              </a:lnSpc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旋转：</a:t>
            </a:r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ts val="3500"/>
              </a:lnSpc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()()()()()()            1</a:t>
            </a:r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ts val="3500"/>
              </a:lnSpc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(     )                    2 </a:t>
            </a:r>
          </a:p>
          <a:p>
            <a:pPr eaLnBrk="1" hangingPunct="1">
              <a:lnSpc>
                <a:spcPts val="3500"/>
              </a:lnSpc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(  )(  )                   2</a:t>
            </a:r>
          </a:p>
          <a:p>
            <a:pPr eaLnBrk="1" hangingPunct="1">
              <a:lnSpc>
                <a:spcPts val="3500"/>
              </a:lnSpc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( )( )( )                 1</a:t>
            </a:r>
          </a:p>
          <a:p>
            <a:pPr eaLnBrk="1" hangingPunct="1">
              <a:lnSpc>
                <a:spcPts val="3500"/>
              </a:lnSpc>
            </a:pPr>
            <a:r>
              <a:rPr lang="zh-CN" altLang="en-US" sz="2400" b="1"/>
              <a:t>翻转：</a:t>
            </a:r>
            <a:endParaRPr lang="en-US" altLang="zh-CN" sz="2400" b="1"/>
          </a:p>
          <a:p>
            <a:pPr eaLnBrk="1" hangingPunct="1">
              <a:lnSpc>
                <a:spcPts val="3500"/>
              </a:lnSpc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()()( )( )               3</a:t>
            </a:r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ts val="3500"/>
              </a:lnSpc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( )( )( )                 3 </a:t>
            </a:r>
          </a:p>
          <a:p>
            <a:pPr eaLnBrk="1" hangingPunct="1">
              <a:lnSpc>
                <a:spcPts val="3500"/>
              </a:lnSpc>
            </a:pPr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ts val="3500"/>
              </a:lnSpc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考虑：对于边的置换？</a:t>
            </a:r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边形 6">
            <a:extLst>
              <a:ext uri="{FF2B5EF4-FFF2-40B4-BE49-F238E27FC236}">
                <a16:creationId xmlns:a16="http://schemas.microsoft.com/office/drawing/2014/main" id="{11B02EDB-C7A1-404A-AF99-E9D3C24FB22A}"/>
              </a:ext>
            </a:extLst>
          </p:cNvPr>
          <p:cNvSpPr/>
          <p:nvPr/>
        </p:nvSpPr>
        <p:spPr bwMode="auto">
          <a:xfrm>
            <a:off x="6072188" y="2855913"/>
            <a:ext cx="2286000" cy="428625"/>
          </a:xfrm>
          <a:prstGeom prst="parallelogram">
            <a:avLst>
              <a:gd name="adj" fmla="val 165529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9459" name="组合 22">
            <a:extLst>
              <a:ext uri="{FF2B5EF4-FFF2-40B4-BE49-F238E27FC236}">
                <a16:creationId xmlns:a16="http://schemas.microsoft.com/office/drawing/2014/main" id="{44F37EB8-0DF5-4DCE-9EF0-1C6635C2917F}"/>
              </a:ext>
            </a:extLst>
          </p:cNvPr>
          <p:cNvGrpSpPr>
            <a:grpSpLocks/>
          </p:cNvGrpSpPr>
          <p:nvPr/>
        </p:nvGrpSpPr>
        <p:grpSpPr bwMode="auto">
          <a:xfrm>
            <a:off x="5572125" y="1484313"/>
            <a:ext cx="3143250" cy="3716337"/>
            <a:chOff x="428596" y="1843559"/>
            <a:chExt cx="3143250" cy="3716337"/>
          </a:xfrm>
        </p:grpSpPr>
        <p:grpSp>
          <p:nvGrpSpPr>
            <p:cNvPr id="19473" name="组合 20">
              <a:extLst>
                <a:ext uri="{FF2B5EF4-FFF2-40B4-BE49-F238E27FC236}">
                  <a16:creationId xmlns:a16="http://schemas.microsoft.com/office/drawing/2014/main" id="{643DC38F-A37E-4DC0-8BF0-AFBB0D112B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8596" y="1843559"/>
              <a:ext cx="3143250" cy="3716337"/>
              <a:chOff x="428625" y="1843559"/>
              <a:chExt cx="3143250" cy="3716337"/>
            </a:xfrm>
          </p:grpSpPr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D41E257F-B776-4134-8295-9DD6DD888AAD}"/>
                  </a:ext>
                </a:extLst>
              </p:cNvPr>
              <p:cNvCxnSpPr/>
              <p:nvPr/>
            </p:nvCxnSpPr>
            <p:spPr>
              <a:xfrm>
                <a:off x="428625" y="3429471"/>
                <a:ext cx="3143250" cy="1588"/>
              </a:xfrm>
              <a:prstGeom prst="line">
                <a:avLst/>
              </a:prstGeom>
              <a:ln w="38100">
                <a:solidFill>
                  <a:srgbClr val="0066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16A5097A-593C-4772-AE34-21A57586649C}"/>
                  </a:ext>
                </a:extLst>
              </p:cNvPr>
              <p:cNvCxnSpPr/>
              <p:nvPr/>
            </p:nvCxnSpPr>
            <p:spPr>
              <a:xfrm rot="5400000">
                <a:off x="233363" y="3700934"/>
                <a:ext cx="3716337" cy="1587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53FFBAAA-8385-44ED-A6F4-960B0412B557}"/>
                  </a:ext>
                </a:extLst>
              </p:cNvPr>
              <p:cNvCxnSpPr/>
              <p:nvPr/>
            </p:nvCxnSpPr>
            <p:spPr>
              <a:xfrm rot="5400000">
                <a:off x="2428876" y="2143596"/>
                <a:ext cx="785812" cy="642937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FF1425B9-A2B3-4546-A76E-5F7BDC896890}"/>
                </a:ext>
              </a:extLst>
            </p:cNvPr>
            <p:cNvCxnSpPr/>
            <p:nvPr/>
          </p:nvCxnSpPr>
          <p:spPr>
            <a:xfrm rot="5400000">
              <a:off x="607190" y="4036690"/>
              <a:ext cx="1143000" cy="928688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034" name="标题 1">
            <a:extLst>
              <a:ext uri="{FF2B5EF4-FFF2-40B4-BE49-F238E27FC236}">
                <a16:creationId xmlns:a16="http://schemas.microsoft.com/office/drawing/2014/main" id="{47BD3EBB-1172-44DF-9BB7-15C51F4FC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正八面体的置换群</a:t>
            </a:r>
          </a:p>
        </p:txBody>
      </p:sp>
      <p:sp>
        <p:nvSpPr>
          <p:cNvPr id="44035" name="灯片编号占位符 2">
            <a:extLst>
              <a:ext uri="{FF2B5EF4-FFF2-40B4-BE49-F238E27FC236}">
                <a16:creationId xmlns:a16="http://schemas.microsoft.com/office/drawing/2014/main" id="{A7234948-AEE8-4028-B7CA-0FD419A1D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6F73C17-95FA-4B5E-8473-BDB8508F88A4}" type="slidenum">
              <a:rPr lang="en-US" altLang="zh-CN">
                <a:solidFill>
                  <a:srgbClr val="898989"/>
                </a:solidFill>
              </a:rPr>
              <a:pPr eaLnBrk="1" hangingPunct="1"/>
              <a:t>18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9462" name="TextBox 4">
            <a:extLst>
              <a:ext uri="{FF2B5EF4-FFF2-40B4-BE49-F238E27FC236}">
                <a16:creationId xmlns:a16="http://schemas.microsoft.com/office/drawing/2014/main" id="{ACF23BC4-2B02-4269-80EA-833E378280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1120775"/>
            <a:ext cx="4429125" cy="509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000"/>
              </a:lnSpc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对面的置换：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ts val="3000"/>
              </a:lnSpc>
              <a:spcBef>
                <a:spcPts val="600"/>
              </a:spcBef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旋转：</a:t>
            </a:r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ts val="3000"/>
              </a:lnSpc>
              <a:spcBef>
                <a:spcPts val="600"/>
              </a:spcBef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黑色轴 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个（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0,90, 180, 270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度）</a:t>
            </a:r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ts val="3000"/>
              </a:lnSpc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()()()()()() ()()            1</a:t>
            </a:r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ts val="3000"/>
              </a:lnSpc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(   )(   )                       6 </a:t>
            </a:r>
          </a:p>
          <a:p>
            <a:pPr eaLnBrk="1" hangingPunct="1">
              <a:lnSpc>
                <a:spcPts val="3000"/>
              </a:lnSpc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( )( )( )(  )                   3</a:t>
            </a:r>
          </a:p>
          <a:p>
            <a:pPr eaLnBrk="1" hangingPunct="1">
              <a:lnSpc>
                <a:spcPts val="3000"/>
              </a:lnSpc>
              <a:spcBef>
                <a:spcPts val="600"/>
              </a:spcBef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蓝色轴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6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个   （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180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度）     </a:t>
            </a:r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ts val="3000"/>
              </a:lnSpc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( )( )( )(  )                   6</a:t>
            </a:r>
          </a:p>
          <a:p>
            <a:pPr eaLnBrk="1" hangingPunct="1">
              <a:lnSpc>
                <a:spcPts val="3000"/>
              </a:lnSpc>
              <a:spcBef>
                <a:spcPts val="600"/>
              </a:spcBef>
            </a:pPr>
            <a:r>
              <a:rPr lang="zh-CN" altLang="en-US" sz="2400" b="1"/>
              <a:t>橙色轴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b="1"/>
              <a:t>个（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120, 240</a:t>
            </a:r>
            <a:r>
              <a:rPr lang="zh-CN" altLang="en-US" sz="2400" b="1"/>
              <a:t>度）：</a:t>
            </a:r>
            <a:endParaRPr lang="en-US" altLang="zh-CN" sz="2400" b="1"/>
          </a:p>
          <a:p>
            <a:pPr eaLnBrk="1" hangingPunct="1">
              <a:lnSpc>
                <a:spcPts val="3000"/>
              </a:lnSpc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(  )(  )()()                    8 </a:t>
            </a:r>
          </a:p>
          <a:p>
            <a:pPr eaLnBrk="1" hangingPunct="1">
              <a:lnSpc>
                <a:spcPts val="3000"/>
              </a:lnSpc>
            </a:pPr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ts val="3000"/>
              </a:lnSpc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考虑：对于边、顶点的置换？</a:t>
            </a:r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28E9BE85-067D-477D-9373-96CFD42485FF}"/>
              </a:ext>
            </a:extLst>
          </p:cNvPr>
          <p:cNvCxnSpPr/>
          <p:nvPr/>
        </p:nvCxnSpPr>
        <p:spPr>
          <a:xfrm rot="10800000" flipH="1">
            <a:off x="6443663" y="3068638"/>
            <a:ext cx="1576387" cy="1587"/>
          </a:xfrm>
          <a:prstGeom prst="line">
            <a:avLst/>
          </a:prstGeom>
          <a:ln w="381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BC83DD50-6733-4FC4-91FA-ABE91D2ACF61}"/>
              </a:ext>
            </a:extLst>
          </p:cNvPr>
          <p:cNvCxnSpPr/>
          <p:nvPr/>
        </p:nvCxnSpPr>
        <p:spPr bwMode="auto">
          <a:xfrm rot="5400000">
            <a:off x="5929313" y="1998663"/>
            <a:ext cx="1428750" cy="1143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32AE7856-80F5-493D-9413-8FC5E3BB9134}"/>
              </a:ext>
            </a:extLst>
          </p:cNvPr>
          <p:cNvCxnSpPr/>
          <p:nvPr/>
        </p:nvCxnSpPr>
        <p:spPr bwMode="auto">
          <a:xfrm rot="16200000" flipH="1">
            <a:off x="6775450" y="2392363"/>
            <a:ext cx="1355725" cy="4286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26DA37AA-C355-497F-BC6C-0FF2E24B198E}"/>
              </a:ext>
            </a:extLst>
          </p:cNvPr>
          <p:cNvCxnSpPr/>
          <p:nvPr/>
        </p:nvCxnSpPr>
        <p:spPr bwMode="auto">
          <a:xfrm>
            <a:off x="7215188" y="1855788"/>
            <a:ext cx="1143000" cy="100171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C9F85BDF-CAD8-4EF4-B232-D23628BB1040}"/>
              </a:ext>
            </a:extLst>
          </p:cNvPr>
          <p:cNvCxnSpPr/>
          <p:nvPr/>
        </p:nvCxnSpPr>
        <p:spPr bwMode="auto">
          <a:xfrm rot="5400000">
            <a:off x="6500813" y="2141538"/>
            <a:ext cx="1000125" cy="4286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64C63A5F-CB02-4936-B2CE-A473477F05A2}"/>
              </a:ext>
            </a:extLst>
          </p:cNvPr>
          <p:cNvCxnSpPr/>
          <p:nvPr/>
        </p:nvCxnSpPr>
        <p:spPr bwMode="auto">
          <a:xfrm>
            <a:off x="6072188" y="3284538"/>
            <a:ext cx="1143000" cy="10715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9150E4C8-6205-4812-93F8-17BF8EE8FA8F}"/>
              </a:ext>
            </a:extLst>
          </p:cNvPr>
          <p:cNvCxnSpPr/>
          <p:nvPr/>
        </p:nvCxnSpPr>
        <p:spPr bwMode="auto">
          <a:xfrm rot="16200000" flipH="1">
            <a:off x="6250782" y="3391694"/>
            <a:ext cx="1500187" cy="4286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5C31AA05-7695-409D-8E3F-60AF7E2EBFAA}"/>
              </a:ext>
            </a:extLst>
          </p:cNvPr>
          <p:cNvCxnSpPr/>
          <p:nvPr/>
        </p:nvCxnSpPr>
        <p:spPr bwMode="auto">
          <a:xfrm rot="5400000">
            <a:off x="6953250" y="3570288"/>
            <a:ext cx="1000125" cy="4286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45A27866-799A-44C5-937F-B29758347DF9}"/>
              </a:ext>
            </a:extLst>
          </p:cNvPr>
          <p:cNvCxnSpPr/>
          <p:nvPr/>
        </p:nvCxnSpPr>
        <p:spPr bwMode="auto">
          <a:xfrm rot="5400000">
            <a:off x="7066756" y="3034507"/>
            <a:ext cx="1500187" cy="1143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D22F4471-2DF3-447D-ACAE-A4084092DB22}"/>
              </a:ext>
            </a:extLst>
          </p:cNvPr>
          <p:cNvCxnSpPr/>
          <p:nvPr/>
        </p:nvCxnSpPr>
        <p:spPr bwMode="auto">
          <a:xfrm rot="5400000">
            <a:off x="5572125" y="1998663"/>
            <a:ext cx="3000375" cy="2428875"/>
          </a:xfrm>
          <a:prstGeom prst="line">
            <a:avLst/>
          </a:prstGeom>
          <a:ln w="38100">
            <a:solidFill>
              <a:srgbClr val="FFC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代数结构PP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代数结构PPT" id="{59FB3D3D-6029-4102-98A0-9B60F27E0E23}" vid="{0AB676A5-E0BB-48C0-B1BF-4DD3C7F3CCB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代数结构PPT主题</Template>
  <TotalTime>3731</TotalTime>
  <Words>838</Words>
  <Application>Microsoft Office PowerPoint</Application>
  <PresentationFormat>全屏显示(4:3)</PresentationFormat>
  <Paragraphs>142</Paragraphs>
  <Slides>18</Slides>
  <Notes>16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Arial</vt:lpstr>
      <vt:lpstr>宋体</vt:lpstr>
      <vt:lpstr>Calibri</vt:lpstr>
      <vt:lpstr>Times New Roman</vt:lpstr>
      <vt:lpstr>Symbol</vt:lpstr>
      <vt:lpstr>Wingdings</vt:lpstr>
      <vt:lpstr>代数结构PPT</vt:lpstr>
      <vt:lpstr>文档</vt:lpstr>
      <vt:lpstr>Microsoft Office Word 97 - 2003 文档</vt:lpstr>
      <vt:lpstr>Document</vt:lpstr>
      <vt:lpstr>Microsoft 公式 3.0</vt:lpstr>
      <vt:lpstr>23.3 Burnside引理</vt:lpstr>
      <vt:lpstr>不动置换类和轨道</vt:lpstr>
      <vt:lpstr>实例</vt:lpstr>
      <vt:lpstr>不动置换类与轨道的关系</vt:lpstr>
      <vt:lpstr>Burnside引理</vt:lpstr>
      <vt:lpstr>证明</vt:lpstr>
      <vt:lpstr>证明（续）</vt:lpstr>
      <vt:lpstr>Burnside引理的应用</vt:lpstr>
      <vt:lpstr>应用:立方体涂色</vt:lpstr>
      <vt:lpstr>应用:图的同构</vt:lpstr>
      <vt:lpstr>23.4 Polay定理</vt:lpstr>
      <vt:lpstr>Polay定理</vt:lpstr>
      <vt:lpstr>证明思路</vt:lpstr>
      <vt:lpstr>与Burnside引理的区别</vt:lpstr>
      <vt:lpstr>应用</vt:lpstr>
      <vt:lpstr>应用:Fermat小定理</vt:lpstr>
      <vt:lpstr>正多边形的置换群</vt:lpstr>
      <vt:lpstr>正八面体的置换群</vt:lpstr>
    </vt:vector>
  </TitlesOfParts>
  <Company>深圳市斯尔顿科技有限公司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付 康</cp:lastModifiedBy>
  <cp:revision>334</cp:revision>
  <dcterms:created xsi:type="dcterms:W3CDTF">2005-12-02T07:25:32Z</dcterms:created>
  <dcterms:modified xsi:type="dcterms:W3CDTF">2020-08-19T05:14:57Z</dcterms:modified>
</cp:coreProperties>
</file>