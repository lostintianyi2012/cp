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3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>
        <p:scale>
          <a:sx n="70" d="100"/>
          <a:sy n="70" d="100"/>
        </p:scale>
        <p:origin x="1589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0736462-3780-478A-92BD-1EAF2DB704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9BBE14-1DA1-4141-B83D-E523DB088E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5B69D472-9686-4A37-8C0A-0CAD753C0345}" type="datetimeFigureOut">
              <a:rPr lang="zh-CN" altLang="en-US"/>
              <a:pPr>
                <a:defRPr/>
              </a:pPr>
              <a:t>2020/8/12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04E852D-5FEC-46A4-B368-4102DB6725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06BD819-0AB0-4B66-8337-2437F288C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DECBE0-7D8F-4D78-9C90-E4A3F4B55E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718348-7BBE-4922-9924-9A630E043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0FE7E111-170E-4438-B162-F2C8B2EA942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C8C19887-55AC-4B07-8106-5284EB9C6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3AF4C9-0AFD-4B8B-A7CB-0BAC02A1EA90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BA94782-271D-4429-A3D7-413EC1D5B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9A7ABDB-C856-41F1-80F9-2394BEFB3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A5102D97-0AB5-4879-B1FD-7F40692C2D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C04027-ED7D-48D4-AC89-8EEAB619F2B7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C02713F-9D73-4DC2-8B59-31545504A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52B0BFF-F742-4DEC-9C09-770009CF2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A0AAFBAF-4E35-4C63-860D-7EF464FC6C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F62C45-C2E3-4CDF-A626-9A028557C160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CD79D93-D6DC-4DE3-A144-D9F4FBA48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3257520-A859-48AB-B97A-713239424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5C271990-3425-4285-85F8-DBD8DD3C6C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83F440-52A7-4397-B45E-CDA3CFD5706B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10CF469-BCF8-400A-8147-30344FE610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7A1FE58-74ED-4EC5-B6BF-74912465B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6CD8919-3C7F-4F27-9203-F94DC59307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588A139-4BAB-4AE4-B566-BDD891ADD27C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DE9EC4A-8EF4-4151-BA2F-118238182D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78A47E-D38D-4095-9214-FE56E79BE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57EF221-578F-474B-BF88-DE55668DC5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6DFA92-FB85-45C0-81FF-2B1CCB6BFB01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4D96DF23-73DE-48D7-9BEA-810DF0A452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CA6699A-E7C7-43D3-898D-570904B23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19B5B9C-04EE-4943-A10F-055CDBBCB4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1CF32B-9825-4663-B474-5062EBD135B7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A6A856E-8F78-4BD6-A73C-D976468C5A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3571FC0-065A-47EC-8FC5-B48077106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648E431-4F56-4BFC-8FE3-5904EE37F1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7DA94C-60F0-4CDD-9F94-E213D8640FE5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691BAC4-909D-4A9B-860B-439E3D45A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6A8F0A5-2724-4C96-B466-C36619DEE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098AECDC-923B-4E57-9C79-C367C28354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0783B5-9AEA-411E-99B6-2A7F31E25442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284461F-D0D5-455E-9B70-CA3D07A88A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A0E7A6E-C782-4253-B924-50928F795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326688D-810B-455E-8A7B-DA63F351D9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FF0F6B-86C8-4772-B193-E2D9FC7369C4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F2DA90C-B5AE-4A2D-B870-674C12FFDD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B990BDB-4D9E-4F16-B0A9-342AEE477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27D95C9-D632-4DDD-83E5-C475A001D4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55A4D5-237E-4D38-86B8-0BE77F1A3F2F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DF15DE8-F9DF-4B70-A3E3-10D119360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F0AB0F4-6022-4DC2-8BD9-9733D7BA0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92E83-7430-4A34-A82D-75F8EB4CE2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4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57D1A9-0DDB-4E06-A05B-DB47C858BAB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81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7F7B45-0507-461D-B88E-914F2AA68D7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61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23E0A1-60C4-4B4B-9BC1-A2F6A450E15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446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70D6B-1202-40C5-9772-710C57EBED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29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03601-2B57-45DA-BF14-E80327ABB8D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107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80F42C-A0C0-4F71-A921-30C4D193F26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112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64D582-6F22-4A8E-8EBC-BE06FFAB6E6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550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341E4-46AD-4CBF-BD97-338117F170B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41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4A7F35-F254-49FD-B8D8-22B29BD041E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74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8F791-0E22-4330-8895-8548A192F23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9376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8F791-0E22-4330-8895-8548A192F23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74826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38B9C6E-AAFC-4957-8480-D6D9B001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CEE740D-81A0-4E6A-91D4-EF0F0F31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C73166B-3C5E-435E-A5E4-D35B2F516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3EB44-478E-4519-B271-1EB0544D73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643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55C8F791-0E22-4330-8895-8548A192F23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575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B587A120-31D3-4138-9708-06608A4E0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22.3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生成函数及其性质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EE6BA56-1030-4690-9D56-8AB32CA8C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413"/>
            <a:ext cx="7772400" cy="4530725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b="1"/>
              <a:t>生成函数的定义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牛顿二项式定理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生成函数的性质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生成函数与序列的对应关系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619BF4-7020-4125-BB90-9AEDDC10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0D4263-D33C-4C34-8D6D-E45D55C5C4CC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5229B00B-B4C7-4D83-8C37-76EBA490DA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268413"/>
          <a:ext cx="8743950" cy="495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文档" r:id="rId4" imgW="3929453" imgH="2222360" progId="Word.Document.8">
                  <p:embed/>
                </p:oleObj>
              </mc:Choice>
              <mc:Fallback>
                <p:oleObj name="文档" r:id="rId4" imgW="3929453" imgH="22223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268413"/>
                        <a:ext cx="8743950" cy="495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Rectangle 3">
            <a:extLst>
              <a:ext uri="{FF2B5EF4-FFF2-40B4-BE49-F238E27FC236}">
                <a16:creationId xmlns:a16="http://schemas.microsoft.com/office/drawing/2014/main" id="{C707A8BF-39A1-4215-810C-C7760ECD7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生成函数的定义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082939-F0E1-4531-A154-B1A5BFED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B4775D-0185-473E-95DB-D9303196D9C8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E0DD9AC4-4B5A-43BC-B942-0560DF1ED5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600" y="1125538"/>
          <a:ext cx="8170863" cy="55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文档" r:id="rId4" imgW="4195111" imgH="2866783" progId="Word.Document.8">
                  <p:embed/>
                </p:oleObj>
              </mc:Choice>
              <mc:Fallback>
                <p:oleObj name="文档" r:id="rId4" imgW="4195111" imgH="286678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1125538"/>
                        <a:ext cx="8170863" cy="558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3">
            <a:extLst>
              <a:ext uri="{FF2B5EF4-FFF2-40B4-BE49-F238E27FC236}">
                <a16:creationId xmlns:a16="http://schemas.microsoft.com/office/drawing/2014/main" id="{E929CDF8-D9D9-4798-B4AC-56111FC27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牛顿二项式定理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03633C-55F6-413C-8E47-424CF3D9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AB65D7-35ED-4558-B516-502CE8DD2843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C6FC7532-CA18-41FD-BC53-ED435FA9A6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636838"/>
          <a:ext cx="7627938" cy="496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文档" r:id="rId4" imgW="4213523" imgH="2738538" progId="Word.Document.8">
                  <p:embed/>
                </p:oleObj>
              </mc:Choice>
              <mc:Fallback>
                <p:oleObj name="文档" r:id="rId4" imgW="4213523" imgH="273853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636838"/>
                        <a:ext cx="7627938" cy="496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C63B2414-1B86-4728-BAF0-988FC827E4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125538"/>
          <a:ext cx="4310062" cy="187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公式" r:id="rId6" imgW="2031840" imgH="888840" progId="Equation.3">
                  <p:embed/>
                </p:oleObj>
              </mc:Choice>
              <mc:Fallback>
                <p:oleObj name="公式" r:id="rId6" imgW="2031840" imgH="8888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25538"/>
                        <a:ext cx="4310062" cy="187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4">
            <a:extLst>
              <a:ext uri="{FF2B5EF4-FFF2-40B4-BE49-F238E27FC236}">
                <a16:creationId xmlns:a16="http://schemas.microsoft.com/office/drawing/2014/main" id="{EB69B05A-1584-46D9-92C8-3A15BD43B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975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牛顿二项式定理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62FF4D-82F2-485F-9AD1-AA6E9F37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645A81-B007-4880-B206-49142CE4AEEC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C3391C55-844B-4E99-B979-3E6FC5AE34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341438"/>
          <a:ext cx="6815138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文档" r:id="rId4" imgW="2824283" imgH="786866" progId="Word.Document.8">
                  <p:embed/>
                </p:oleObj>
              </mc:Choice>
              <mc:Fallback>
                <p:oleObj name="文档" r:id="rId4" imgW="2824283" imgH="78686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341438"/>
                        <a:ext cx="6815138" cy="190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Rectangle 3">
            <a:extLst>
              <a:ext uri="{FF2B5EF4-FFF2-40B4-BE49-F238E27FC236}">
                <a16:creationId xmlns:a16="http://schemas.microsoft.com/office/drawing/2014/main" id="{902A9CB7-C3A2-4548-AFF6-E668E1749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575" y="282575"/>
            <a:ext cx="857885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生成函数的性质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线性与乘积</a:t>
            </a:r>
          </a:p>
        </p:txBody>
      </p:sp>
      <p:graphicFrame>
        <p:nvGraphicFramePr>
          <p:cNvPr id="355332" name="Object 4">
            <a:extLst>
              <a:ext uri="{FF2B5EF4-FFF2-40B4-BE49-F238E27FC236}">
                <a16:creationId xmlns:a16="http://schemas.microsoft.com/office/drawing/2014/main" id="{F7733C88-60E2-4413-B564-D5C3DFC08F3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-323850" y="3717925"/>
          <a:ext cx="8893175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文档" r:id="rId6" imgW="3631427" imgH="848835" progId="Word.Document.8">
                  <p:embed/>
                </p:oleObj>
              </mc:Choice>
              <mc:Fallback>
                <p:oleObj name="文档" r:id="rId6" imgW="3631427" imgH="84883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23850" y="3717925"/>
                        <a:ext cx="8893175" cy="207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C8879-43E9-45E1-A7AD-2D054AB9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38EA85-13D9-4A56-B24A-A3E8A5810E52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05557937-B9C5-4159-80E5-C12306900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196975"/>
          <a:ext cx="7058025" cy="505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文档" r:id="rId4" imgW="3606455" imgH="2575172" progId="Word.Document.8">
                  <p:embed/>
                </p:oleObj>
              </mc:Choice>
              <mc:Fallback>
                <p:oleObj name="文档" r:id="rId4" imgW="3606455" imgH="257517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196975"/>
                        <a:ext cx="7058025" cy="505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>
            <a:extLst>
              <a:ext uri="{FF2B5EF4-FFF2-40B4-BE49-F238E27FC236}">
                <a16:creationId xmlns:a16="http://schemas.microsoft.com/office/drawing/2014/main" id="{8991980A-817E-44A3-8F03-BC53E05FD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7794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生成函数的性质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移位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927879-A94D-4033-AD92-A131939C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650685-FE7E-45A1-BDEE-2475DE005139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9E00A6FB-3F9A-417E-913C-2BC049ECB0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981075"/>
          <a:ext cx="7842250" cy="561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文档" r:id="rId4" imgW="4179982" imgH="2986415" progId="Word.Document.8">
                  <p:embed/>
                </p:oleObj>
              </mc:Choice>
              <mc:Fallback>
                <p:oleObj name="文档" r:id="rId4" imgW="4179982" imgH="29864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81075"/>
                        <a:ext cx="7842250" cy="561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Rectangle 3">
            <a:extLst>
              <a:ext uri="{FF2B5EF4-FFF2-40B4-BE49-F238E27FC236}">
                <a16:creationId xmlns:a16="http://schemas.microsoft.com/office/drawing/2014/main" id="{CC19B041-F429-4C8E-83CA-9BB3D6D84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生成函数的性质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求和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11D917-B478-46A8-A17F-E5AB89D4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CEE22F-49DA-41F0-8E03-377FB2C58604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42DB670B-1D72-4C56-A60A-9435D7F8BB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412875"/>
          <a:ext cx="8218487" cy="170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文档" r:id="rId4" imgW="3338215" imgH="762366" progId="Word.Document.8">
                  <p:embed/>
                </p:oleObj>
              </mc:Choice>
              <mc:Fallback>
                <p:oleObj name="文档" r:id="rId4" imgW="3338215" imgH="76236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412875"/>
                        <a:ext cx="8218487" cy="170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3">
            <a:extLst>
              <a:ext uri="{FF2B5EF4-FFF2-40B4-BE49-F238E27FC236}">
                <a16:creationId xmlns:a16="http://schemas.microsoft.com/office/drawing/2014/main" id="{9CBCC88E-86C6-4901-A415-8DE70394E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6868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生成函数性质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换元与微积分</a:t>
            </a:r>
          </a:p>
        </p:txBody>
      </p:sp>
      <p:graphicFrame>
        <p:nvGraphicFramePr>
          <p:cNvPr id="361476" name="Object 4">
            <a:extLst>
              <a:ext uri="{FF2B5EF4-FFF2-40B4-BE49-F238E27FC236}">
                <a16:creationId xmlns:a16="http://schemas.microsoft.com/office/drawing/2014/main" id="{9AAAC101-AFED-400C-965C-6D3ABC9F5890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25438" y="3089275"/>
          <a:ext cx="748665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文档" r:id="rId6" imgW="3554969" imgH="1357199" progId="Word.Document.8">
                  <p:embed/>
                </p:oleObj>
              </mc:Choice>
              <mc:Fallback>
                <p:oleObj name="文档" r:id="rId6" imgW="3554969" imgH="1357199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3089275"/>
                        <a:ext cx="7486650" cy="2859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E9F35-0720-480A-B082-9881F809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102CD3-E2BA-449D-B8FE-9DECE1994F0C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07C45CAF-80C6-4540-866B-33DA5C371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225" y="979488"/>
          <a:ext cx="8108950" cy="564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Document" r:id="rId4" imgW="4417581" imgH="3067570" progId="Word.Document.8">
                  <p:embed/>
                </p:oleObj>
              </mc:Choice>
              <mc:Fallback>
                <p:oleObj name="Document" r:id="rId4" imgW="4417581" imgH="306757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979488"/>
                        <a:ext cx="8108950" cy="564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Rectangle 3">
            <a:extLst>
              <a:ext uri="{FF2B5EF4-FFF2-40B4-BE49-F238E27FC236}">
                <a16:creationId xmlns:a16="http://schemas.microsoft.com/office/drawing/2014/main" id="{303FBC91-67AB-4D5B-AAA1-5AB68F300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生成函数与序列的对应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36EF0A-103F-4081-9E52-EEC93BA7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480AB8-B374-4F70-B467-67E27031F612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B2A85B7D-CFEA-4CE0-BE9B-61B096A351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908050"/>
          <a:ext cx="797242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文档" r:id="rId4" imgW="4298277" imgH="1294509" progId="Word.Document.8">
                  <p:embed/>
                </p:oleObj>
              </mc:Choice>
              <mc:Fallback>
                <p:oleObj name="文档" r:id="rId4" imgW="4298277" imgH="129450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908050"/>
                        <a:ext cx="7972425" cy="2400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146CCB6D-DAA0-49D2-B34A-F84628E01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2636838"/>
          <a:ext cx="6559550" cy="383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公式" r:id="rId6" imgW="3263760" imgH="1904760" progId="Equation.3">
                  <p:embed/>
                </p:oleObj>
              </mc:Choice>
              <mc:Fallback>
                <p:oleObj name="公式" r:id="rId6" imgW="3263760" imgH="1904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636838"/>
                        <a:ext cx="6559550" cy="3833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Rectangle 4">
            <a:extLst>
              <a:ext uri="{FF2B5EF4-FFF2-40B4-BE49-F238E27FC236}">
                <a16:creationId xmlns:a16="http://schemas.microsoft.com/office/drawing/2014/main" id="{7311B15F-4C48-4DE1-B801-18E8C5A65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C68C98-05AC-4EDD-8BC2-216B0EFA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1775140-1B50-4D65-8DD6-8C430AD34A42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>
            <a:extLst>
              <a:ext uri="{FF2B5EF4-FFF2-40B4-BE49-F238E27FC236}">
                <a16:creationId xmlns:a16="http://schemas.microsoft.com/office/drawing/2014/main" id="{306F2746-E0D4-484D-9A54-6B5EEFAC9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56793"/>
            <a:ext cx="8686800" cy="6318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生成函数与序列的对应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7D304F68-14C7-4D6E-8335-B35C440FE2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52513"/>
            <a:ext cx="8002588" cy="1323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2. </a:t>
            </a:r>
            <a:r>
              <a:rPr lang="zh-CN" altLang="en-US" sz="2400" b="1">
                <a:latin typeface="Times New Roman" panose="02020603050405020304" pitchFamily="18" charset="0"/>
              </a:rPr>
              <a:t>给定序列</a:t>
            </a:r>
            <a:r>
              <a:rPr lang="en-US" altLang="zh-CN" sz="2400" b="1">
                <a:latin typeface="Times New Roman" panose="02020603050405020304" pitchFamily="18" charset="0"/>
              </a:rPr>
              <a:t>{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</a:rPr>
              <a:t>的生成函数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),</a:t>
            </a:r>
            <a:r>
              <a:rPr lang="zh-CN" altLang="en-US" sz="2400" b="1">
                <a:latin typeface="Times New Roman" panose="02020603050405020304" pitchFamily="18" charset="0"/>
              </a:rPr>
              <a:t>求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</a:t>
            </a:r>
            <a:r>
              <a:rPr lang="zh-CN" altLang="en-US" sz="2400" b="1">
                <a:latin typeface="Times New Roman" panose="02020603050405020304" pitchFamily="18" charset="0"/>
              </a:rPr>
              <a:t>待定系数法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例   </a:t>
            </a:r>
          </a:p>
        </p:txBody>
      </p:sp>
      <p:graphicFrame>
        <p:nvGraphicFramePr>
          <p:cNvPr id="10243" name="Object 5">
            <a:extLst>
              <a:ext uri="{FF2B5EF4-FFF2-40B4-BE49-F238E27FC236}">
                <a16:creationId xmlns:a16="http://schemas.microsoft.com/office/drawing/2014/main" id="{C08C0024-9677-4969-99D3-AE942EFBC9E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547813" y="1989138"/>
          <a:ext cx="6264275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公式" r:id="rId4" imgW="2730240" imgH="1498320" progId="Equation.3">
                  <p:embed/>
                </p:oleObj>
              </mc:Choice>
              <mc:Fallback>
                <p:oleObj name="公式" r:id="rId4" imgW="2730240" imgH="14983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6264275" cy="343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9D7445-532B-4AFE-B137-C624EB15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B748D3-809A-4C8C-A015-7F537BC085CF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3304</TotalTime>
  <Words>107</Words>
  <Application>Microsoft Office PowerPoint</Application>
  <PresentationFormat>全屏显示(4:3)</PresentationFormat>
  <Paragraphs>40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Calibri</vt:lpstr>
      <vt:lpstr>Times New Roman</vt:lpstr>
      <vt:lpstr>Wingdings</vt:lpstr>
      <vt:lpstr>代数结构PPT</vt:lpstr>
      <vt:lpstr>文档</vt:lpstr>
      <vt:lpstr>公式</vt:lpstr>
      <vt:lpstr>Microsoft Office Word 97 - 2003 文档</vt:lpstr>
      <vt:lpstr>22.3  生成函数及其性质</vt:lpstr>
      <vt:lpstr>生成函数的定义</vt:lpstr>
      <vt:lpstr>牛顿二项式定理</vt:lpstr>
      <vt:lpstr>牛顿二项式定理(续)</vt:lpstr>
      <vt:lpstr>生成函数的性质:线性与乘积</vt:lpstr>
      <vt:lpstr>生成函数的性质: 移位</vt:lpstr>
      <vt:lpstr>生成函数的性质: 求和</vt:lpstr>
      <vt:lpstr>生成函数性质: 换元与微积分</vt:lpstr>
      <vt:lpstr>生成函数与序列的对应</vt:lpstr>
      <vt:lpstr>实例</vt:lpstr>
      <vt:lpstr>生成函数与序列的对应(续)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323</cp:revision>
  <dcterms:created xsi:type="dcterms:W3CDTF">2005-12-02T07:25:32Z</dcterms:created>
  <dcterms:modified xsi:type="dcterms:W3CDTF">2020-08-12T04:57:28Z</dcterms:modified>
</cp:coreProperties>
</file>