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9" r:id="rId1"/>
  </p:sldMasterIdLst>
  <p:notesMasterIdLst>
    <p:notesMasterId r:id="rId30"/>
  </p:notesMasterIdLst>
  <p:sldIdLst>
    <p:sldId id="263" r:id="rId2"/>
    <p:sldId id="266" r:id="rId3"/>
    <p:sldId id="267" r:id="rId4"/>
    <p:sldId id="268" r:id="rId5"/>
    <p:sldId id="269" r:id="rId6"/>
    <p:sldId id="276" r:id="rId7"/>
    <p:sldId id="277" r:id="rId8"/>
    <p:sldId id="278" r:id="rId9"/>
    <p:sldId id="279" r:id="rId10"/>
    <p:sldId id="280" r:id="rId11"/>
    <p:sldId id="281" r:id="rId12"/>
    <p:sldId id="294" r:id="rId13"/>
    <p:sldId id="282" r:id="rId14"/>
    <p:sldId id="283" r:id="rId15"/>
    <p:sldId id="284" r:id="rId16"/>
    <p:sldId id="295" r:id="rId17"/>
    <p:sldId id="285" r:id="rId18"/>
    <p:sldId id="286" r:id="rId19"/>
    <p:sldId id="296" r:id="rId20"/>
    <p:sldId id="287" r:id="rId21"/>
    <p:sldId id="297" r:id="rId22"/>
    <p:sldId id="288" r:id="rId23"/>
    <p:sldId id="298" r:id="rId24"/>
    <p:sldId id="289" r:id="rId25"/>
    <p:sldId id="290" r:id="rId26"/>
    <p:sldId id="291" r:id="rId27"/>
    <p:sldId id="292" r:id="rId28"/>
    <p:sldId id="293" r:id="rId29"/>
  </p:sldIdLst>
  <p:sldSz cx="9144000" cy="6858000" type="screen4x3"/>
  <p:notesSz cx="7099300" cy="10234613"/>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669900"/>
    <a:srgbClr val="99CC00"/>
    <a:srgbClr val="CC0000"/>
    <a:srgbClr val="FFD54F"/>
    <a:srgbClr val="4D4D4D"/>
    <a:srgbClr val="CC6600"/>
    <a:srgbClr val="CCEC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32" autoAdjust="0"/>
    <p:restoredTop sz="93333" autoAdjust="0"/>
  </p:normalViewPr>
  <p:slideViewPr>
    <p:cSldViewPr>
      <p:cViewPr varScale="1">
        <p:scale>
          <a:sx n="80" d="100"/>
          <a:sy n="80" d="100"/>
        </p:scale>
        <p:origin x="1301"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E3EA27A8-DF69-42CC-9C65-818A5CE07B2B}"/>
              </a:ext>
            </a:extLst>
          </p:cNvPr>
          <p:cNvSpPr>
            <a:spLocks noGrp="1"/>
          </p:cNvSpPr>
          <p:nvPr>
            <p:ph type="hdr" sz="quarter"/>
          </p:nvPr>
        </p:nvSpPr>
        <p:spPr>
          <a:xfrm>
            <a:off x="0" y="0"/>
            <a:ext cx="3076575" cy="511175"/>
          </a:xfrm>
          <a:prstGeom prst="rect">
            <a:avLst/>
          </a:prstGeom>
        </p:spPr>
        <p:txBody>
          <a:bodyPr vert="horz" lIns="99048" tIns="49524" rIns="99048" bIns="49524" rtlCol="0"/>
          <a:lstStyle>
            <a:lvl1pPr algn="l">
              <a:defRPr sz="1300">
                <a:latin typeface="Arial" charset="0"/>
                <a:ea typeface="宋体" pitchFamily="2" charset="-122"/>
              </a:defRPr>
            </a:lvl1pPr>
          </a:lstStyle>
          <a:p>
            <a:pPr>
              <a:defRPr/>
            </a:pPr>
            <a:endParaRPr lang="zh-CN" altLang="en-US"/>
          </a:p>
        </p:txBody>
      </p:sp>
      <p:sp>
        <p:nvSpPr>
          <p:cNvPr id="3" name="日期占位符 2">
            <a:extLst>
              <a:ext uri="{FF2B5EF4-FFF2-40B4-BE49-F238E27FC236}">
                <a16:creationId xmlns:a16="http://schemas.microsoft.com/office/drawing/2014/main" id="{4635D1BE-4F12-439A-87A7-1AE2E568B1A3}"/>
              </a:ext>
            </a:extLst>
          </p:cNvPr>
          <p:cNvSpPr>
            <a:spLocks noGrp="1"/>
          </p:cNvSpPr>
          <p:nvPr>
            <p:ph type="dt" idx="1"/>
          </p:nvPr>
        </p:nvSpPr>
        <p:spPr>
          <a:xfrm>
            <a:off x="4021138" y="0"/>
            <a:ext cx="3076575" cy="511175"/>
          </a:xfrm>
          <a:prstGeom prst="rect">
            <a:avLst/>
          </a:prstGeom>
        </p:spPr>
        <p:txBody>
          <a:bodyPr vert="horz" lIns="99048" tIns="49524" rIns="99048" bIns="49524" rtlCol="0"/>
          <a:lstStyle>
            <a:lvl1pPr algn="r">
              <a:defRPr sz="1300">
                <a:latin typeface="Arial" charset="0"/>
                <a:ea typeface="宋体" pitchFamily="2" charset="-122"/>
              </a:defRPr>
            </a:lvl1pPr>
          </a:lstStyle>
          <a:p>
            <a:pPr>
              <a:defRPr/>
            </a:pPr>
            <a:fld id="{D84C3BC6-FC14-4809-A44A-AA562701CB37}" type="datetimeFigureOut">
              <a:rPr lang="zh-CN" altLang="en-US"/>
              <a:pPr>
                <a:defRPr/>
              </a:pPr>
              <a:t>2020/7/3</a:t>
            </a:fld>
            <a:endParaRPr lang="zh-CN" altLang="en-US"/>
          </a:p>
        </p:txBody>
      </p:sp>
      <p:sp>
        <p:nvSpPr>
          <p:cNvPr id="4" name="幻灯片图像占位符 3">
            <a:extLst>
              <a:ext uri="{FF2B5EF4-FFF2-40B4-BE49-F238E27FC236}">
                <a16:creationId xmlns:a16="http://schemas.microsoft.com/office/drawing/2014/main" id="{A2EC7A77-5BA2-4FD8-892B-AE22BC3972B3}"/>
              </a:ext>
            </a:extLst>
          </p:cNvPr>
          <p:cNvSpPr>
            <a:spLocks noGrp="1" noRot="1" noChangeAspect="1"/>
          </p:cNvSpPr>
          <p:nvPr>
            <p:ph type="sldImg" idx="2"/>
          </p:nvPr>
        </p:nvSpPr>
        <p:spPr>
          <a:xfrm>
            <a:off x="992188" y="768350"/>
            <a:ext cx="5114925" cy="3836988"/>
          </a:xfrm>
          <a:prstGeom prst="rect">
            <a:avLst/>
          </a:prstGeom>
          <a:noFill/>
          <a:ln w="12700">
            <a:solidFill>
              <a:prstClr val="black"/>
            </a:solidFill>
          </a:ln>
        </p:spPr>
        <p:txBody>
          <a:bodyPr vert="horz" lIns="99048" tIns="49524" rIns="99048" bIns="49524" rtlCol="0" anchor="ctr"/>
          <a:lstStyle/>
          <a:p>
            <a:pPr lvl="0"/>
            <a:endParaRPr lang="zh-CN" altLang="en-US" noProof="0"/>
          </a:p>
        </p:txBody>
      </p:sp>
      <p:sp>
        <p:nvSpPr>
          <p:cNvPr id="5" name="备注占位符 4">
            <a:extLst>
              <a:ext uri="{FF2B5EF4-FFF2-40B4-BE49-F238E27FC236}">
                <a16:creationId xmlns:a16="http://schemas.microsoft.com/office/drawing/2014/main" id="{30B1A145-1FA7-42C3-8A21-B4F9AD324B36}"/>
              </a:ext>
            </a:extLst>
          </p:cNvPr>
          <p:cNvSpPr>
            <a:spLocks noGrp="1"/>
          </p:cNvSpPr>
          <p:nvPr>
            <p:ph type="body" sz="quarter" idx="3"/>
          </p:nvPr>
        </p:nvSpPr>
        <p:spPr>
          <a:xfrm>
            <a:off x="709613" y="4860925"/>
            <a:ext cx="5680075" cy="4605338"/>
          </a:xfrm>
          <a:prstGeom prst="rect">
            <a:avLst/>
          </a:prstGeom>
        </p:spPr>
        <p:txBody>
          <a:bodyPr vert="horz" lIns="99048" tIns="49524" rIns="99048" bIns="49524"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a:extLst>
              <a:ext uri="{FF2B5EF4-FFF2-40B4-BE49-F238E27FC236}">
                <a16:creationId xmlns:a16="http://schemas.microsoft.com/office/drawing/2014/main" id="{70124DA6-DAD2-408B-A0C6-16F58C1C319B}"/>
              </a:ext>
            </a:extLst>
          </p:cNvPr>
          <p:cNvSpPr>
            <a:spLocks noGrp="1"/>
          </p:cNvSpPr>
          <p:nvPr>
            <p:ph type="ftr" sz="quarter" idx="4"/>
          </p:nvPr>
        </p:nvSpPr>
        <p:spPr>
          <a:xfrm>
            <a:off x="0" y="9721850"/>
            <a:ext cx="3076575" cy="511175"/>
          </a:xfrm>
          <a:prstGeom prst="rect">
            <a:avLst/>
          </a:prstGeom>
        </p:spPr>
        <p:txBody>
          <a:bodyPr vert="horz" lIns="99048" tIns="49524" rIns="99048" bIns="49524" rtlCol="0" anchor="b"/>
          <a:lstStyle>
            <a:lvl1pPr algn="l">
              <a:defRPr sz="1300">
                <a:latin typeface="Arial" charset="0"/>
                <a:ea typeface="宋体" pitchFamily="2" charset="-122"/>
              </a:defRPr>
            </a:lvl1pPr>
          </a:lstStyle>
          <a:p>
            <a:pPr>
              <a:defRPr/>
            </a:pPr>
            <a:endParaRPr lang="zh-CN" altLang="en-US"/>
          </a:p>
        </p:txBody>
      </p:sp>
      <p:sp>
        <p:nvSpPr>
          <p:cNvPr id="7" name="灯片编号占位符 6">
            <a:extLst>
              <a:ext uri="{FF2B5EF4-FFF2-40B4-BE49-F238E27FC236}">
                <a16:creationId xmlns:a16="http://schemas.microsoft.com/office/drawing/2014/main" id="{44A1E2F1-FCB6-4F00-929E-6330D1C47B9D}"/>
              </a:ext>
            </a:extLst>
          </p:cNvPr>
          <p:cNvSpPr>
            <a:spLocks noGrp="1"/>
          </p:cNvSpPr>
          <p:nvPr>
            <p:ph type="sldNum" sz="quarter" idx="5"/>
          </p:nvPr>
        </p:nvSpPr>
        <p:spPr>
          <a:xfrm>
            <a:off x="4021138" y="9721850"/>
            <a:ext cx="3076575" cy="511175"/>
          </a:xfrm>
          <a:prstGeom prst="rect">
            <a:avLst/>
          </a:prstGeom>
        </p:spPr>
        <p:txBody>
          <a:bodyPr vert="horz" wrap="square" lIns="99048" tIns="49524" rIns="99048" bIns="49524" numCol="1" anchor="b" anchorCtr="0" compatLnSpc="1">
            <a:prstTxWarp prst="textNoShape">
              <a:avLst/>
            </a:prstTxWarp>
          </a:bodyPr>
          <a:lstStyle>
            <a:lvl1pPr algn="r">
              <a:defRPr sz="1300"/>
            </a:lvl1pPr>
          </a:lstStyle>
          <a:p>
            <a:fld id="{26F778AC-990C-4FB4-B347-A88B7C3BEC03}" type="slidenum">
              <a:rPr lang="zh-CN" altLang="en-US"/>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幻灯片图像占位符 1">
            <a:extLst>
              <a:ext uri="{FF2B5EF4-FFF2-40B4-BE49-F238E27FC236}">
                <a16:creationId xmlns:a16="http://schemas.microsoft.com/office/drawing/2014/main" id="{CEB9F9EA-2D3E-4ADF-BD5A-A9F8AF649921}"/>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备注占位符 2">
            <a:extLst>
              <a:ext uri="{FF2B5EF4-FFF2-40B4-BE49-F238E27FC236}">
                <a16:creationId xmlns:a16="http://schemas.microsoft.com/office/drawing/2014/main" id="{82C345EB-80E1-4C14-9EF4-4C2261725E2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a:p>
        </p:txBody>
      </p:sp>
      <p:sp>
        <p:nvSpPr>
          <p:cNvPr id="31748" name="灯片编号占位符 3">
            <a:extLst>
              <a:ext uri="{FF2B5EF4-FFF2-40B4-BE49-F238E27FC236}">
                <a16:creationId xmlns:a16="http://schemas.microsoft.com/office/drawing/2014/main" id="{D2557AC1-ADAA-499F-833F-82153411A4B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DB52715-8574-43ED-BAA3-4842240F4EBC}" type="slidenum">
              <a:rPr lang="zh-CN" altLang="en-US"/>
              <a:pPr eaLnBrk="1" hangingPunct="1"/>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D22F8D91-6205-46F0-A330-613ED2D9DB7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AFB2EBC-9A43-42E0-BF51-23005F418D99}" type="slidenum">
              <a:rPr lang="en-US" altLang="zh-CN"/>
              <a:pPr eaLnBrk="1" hangingPunct="1"/>
              <a:t>2</a:t>
            </a:fld>
            <a:endParaRPr lang="en-US" altLang="zh-CN"/>
          </a:p>
        </p:txBody>
      </p:sp>
      <p:sp>
        <p:nvSpPr>
          <p:cNvPr id="32771" name="Rectangle 2">
            <a:extLst>
              <a:ext uri="{FF2B5EF4-FFF2-40B4-BE49-F238E27FC236}">
                <a16:creationId xmlns:a16="http://schemas.microsoft.com/office/drawing/2014/main" id="{0093201A-99B6-43CC-8764-D89783C3C0A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2772" name="Rectangle 3">
            <a:extLst>
              <a:ext uri="{FF2B5EF4-FFF2-40B4-BE49-F238E27FC236}">
                <a16:creationId xmlns:a16="http://schemas.microsoft.com/office/drawing/2014/main" id="{85BEEEC0-1DB3-4206-9FCB-EA9A7DD677A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a:extLst>
              <a:ext uri="{FF2B5EF4-FFF2-40B4-BE49-F238E27FC236}">
                <a16:creationId xmlns:a16="http://schemas.microsoft.com/office/drawing/2014/main" id="{E6FB6064-006A-4CA5-8093-78B1B11751F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0C9BAE6-1455-4AF3-95A3-11E115B8900A}" type="slidenum">
              <a:rPr lang="en-US" altLang="zh-CN"/>
              <a:pPr eaLnBrk="1" hangingPunct="1"/>
              <a:t>3</a:t>
            </a:fld>
            <a:endParaRPr lang="en-US" altLang="zh-CN"/>
          </a:p>
        </p:txBody>
      </p:sp>
      <p:sp>
        <p:nvSpPr>
          <p:cNvPr id="33795" name="Rectangle 2">
            <a:extLst>
              <a:ext uri="{FF2B5EF4-FFF2-40B4-BE49-F238E27FC236}">
                <a16:creationId xmlns:a16="http://schemas.microsoft.com/office/drawing/2014/main" id="{525D79AD-830D-41BF-B321-2E404EC3257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6" name="Rectangle 3">
            <a:extLst>
              <a:ext uri="{FF2B5EF4-FFF2-40B4-BE49-F238E27FC236}">
                <a16:creationId xmlns:a16="http://schemas.microsoft.com/office/drawing/2014/main" id="{D27D97EE-87E1-401E-B2A6-55617EBA2D3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BE05EE72-4CD3-47E6-B7C9-B391BE9E17E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78C4E63-BBDB-4EB0-9016-EBE3109C9120}" type="slidenum">
              <a:rPr lang="en-US" altLang="zh-CN"/>
              <a:pPr eaLnBrk="1" hangingPunct="1"/>
              <a:t>4</a:t>
            </a:fld>
            <a:endParaRPr lang="en-US" altLang="zh-CN"/>
          </a:p>
        </p:txBody>
      </p:sp>
      <p:sp>
        <p:nvSpPr>
          <p:cNvPr id="34819" name="Rectangle 2">
            <a:extLst>
              <a:ext uri="{FF2B5EF4-FFF2-40B4-BE49-F238E27FC236}">
                <a16:creationId xmlns:a16="http://schemas.microsoft.com/office/drawing/2014/main" id="{83B86862-703B-4762-B60B-8A34C168A6D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4820" name="Rectangle 3">
            <a:extLst>
              <a:ext uri="{FF2B5EF4-FFF2-40B4-BE49-F238E27FC236}">
                <a16:creationId xmlns:a16="http://schemas.microsoft.com/office/drawing/2014/main" id="{94BAC878-5495-4E2F-9E99-0F1C032843D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a:extLst>
              <a:ext uri="{FF2B5EF4-FFF2-40B4-BE49-F238E27FC236}">
                <a16:creationId xmlns:a16="http://schemas.microsoft.com/office/drawing/2014/main" id="{24606875-E237-4930-B661-B852413009B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F52FCAD-F891-4F59-A0EE-492319DC936A}" type="slidenum">
              <a:rPr lang="en-US" altLang="zh-CN"/>
              <a:pPr eaLnBrk="1" hangingPunct="1"/>
              <a:t>5</a:t>
            </a:fld>
            <a:endParaRPr lang="en-US" altLang="zh-CN"/>
          </a:p>
        </p:txBody>
      </p:sp>
      <p:sp>
        <p:nvSpPr>
          <p:cNvPr id="35843" name="Rectangle 2">
            <a:extLst>
              <a:ext uri="{FF2B5EF4-FFF2-40B4-BE49-F238E27FC236}">
                <a16:creationId xmlns:a16="http://schemas.microsoft.com/office/drawing/2014/main" id="{596F9EA1-FA5D-4C54-9F3A-0D4BE0CCA23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4" name="Rectangle 3">
            <a:extLst>
              <a:ext uri="{FF2B5EF4-FFF2-40B4-BE49-F238E27FC236}">
                <a16:creationId xmlns:a16="http://schemas.microsoft.com/office/drawing/2014/main" id="{5091C2ED-DC13-4032-842E-63CD6A18E43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a:extLst>
              <a:ext uri="{FF2B5EF4-FFF2-40B4-BE49-F238E27FC236}">
                <a16:creationId xmlns:a16="http://schemas.microsoft.com/office/drawing/2014/main" id="{43F6B17E-29A3-40BD-9A45-BDA28148F1D3}"/>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7E9092B-F261-43F7-8674-93E39CFE3CD2}" type="slidenum">
              <a:rPr lang="en-US" altLang="zh-CN"/>
              <a:pPr eaLnBrk="1" hangingPunct="1"/>
              <a:t>6</a:t>
            </a:fld>
            <a:endParaRPr lang="en-US" altLang="zh-CN"/>
          </a:p>
        </p:txBody>
      </p:sp>
      <p:sp>
        <p:nvSpPr>
          <p:cNvPr id="36867" name="Rectangle 2">
            <a:extLst>
              <a:ext uri="{FF2B5EF4-FFF2-40B4-BE49-F238E27FC236}">
                <a16:creationId xmlns:a16="http://schemas.microsoft.com/office/drawing/2014/main" id="{F56CD0DA-3E3A-42AB-A7CE-F8D31B4C763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8" name="Rectangle 3">
            <a:extLst>
              <a:ext uri="{FF2B5EF4-FFF2-40B4-BE49-F238E27FC236}">
                <a16:creationId xmlns:a16="http://schemas.microsoft.com/office/drawing/2014/main" id="{079E42AA-433E-47B5-BAEA-B2250A33BCF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5A16E26E-D495-47AF-ABEE-86EDDF9C0EF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4C8EEA4C-D44C-487F-836E-E39F7F8E13F4}" type="slidenum">
              <a:rPr lang="en-US" altLang="zh-CN"/>
              <a:pPr eaLnBrk="1" hangingPunct="1"/>
              <a:t>7</a:t>
            </a:fld>
            <a:endParaRPr lang="en-US" altLang="zh-CN"/>
          </a:p>
        </p:txBody>
      </p:sp>
      <p:sp>
        <p:nvSpPr>
          <p:cNvPr id="37891" name="Rectangle 2">
            <a:extLst>
              <a:ext uri="{FF2B5EF4-FFF2-40B4-BE49-F238E27FC236}">
                <a16:creationId xmlns:a16="http://schemas.microsoft.com/office/drawing/2014/main" id="{D918405A-0CFF-460D-883A-12160BDD67E3}"/>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2" name="Rectangle 3">
            <a:extLst>
              <a:ext uri="{FF2B5EF4-FFF2-40B4-BE49-F238E27FC236}">
                <a16:creationId xmlns:a16="http://schemas.microsoft.com/office/drawing/2014/main" id="{3D15B0B9-4CD9-4796-B285-3EF634E4F14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EE8D3B62-F220-40DC-9A75-53F60D56384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67E50D5C-DF2D-4070-A1E5-5B9945992F9D}" type="slidenum">
              <a:rPr lang="en-US" altLang="zh-CN"/>
              <a:pPr eaLnBrk="1" hangingPunct="1"/>
              <a:t>8</a:t>
            </a:fld>
            <a:endParaRPr lang="en-US" altLang="zh-CN"/>
          </a:p>
        </p:txBody>
      </p:sp>
      <p:sp>
        <p:nvSpPr>
          <p:cNvPr id="38915" name="Rectangle 2">
            <a:extLst>
              <a:ext uri="{FF2B5EF4-FFF2-40B4-BE49-F238E27FC236}">
                <a16:creationId xmlns:a16="http://schemas.microsoft.com/office/drawing/2014/main" id="{41490728-F2A0-4479-A21C-405BEC1B7C3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6" name="Rectangle 3">
            <a:extLst>
              <a:ext uri="{FF2B5EF4-FFF2-40B4-BE49-F238E27FC236}">
                <a16:creationId xmlns:a16="http://schemas.microsoft.com/office/drawing/2014/main" id="{B1AF3D05-ACBD-4761-A017-970659017262}"/>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96584C94-B71D-451F-B4C8-D57458AEC4A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87E0F74-F696-4482-8795-C91D7BF6DBFB}" type="slidenum">
              <a:rPr lang="en-US" altLang="zh-CN"/>
              <a:pPr eaLnBrk="1" hangingPunct="1"/>
              <a:t>9</a:t>
            </a:fld>
            <a:endParaRPr lang="en-US" altLang="zh-CN"/>
          </a:p>
        </p:txBody>
      </p:sp>
      <p:sp>
        <p:nvSpPr>
          <p:cNvPr id="39939" name="Rectangle 2">
            <a:extLst>
              <a:ext uri="{FF2B5EF4-FFF2-40B4-BE49-F238E27FC236}">
                <a16:creationId xmlns:a16="http://schemas.microsoft.com/office/drawing/2014/main" id="{EF6D2261-8D33-4922-B7BF-A97EE41CBDD1}"/>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40" name="Rectangle 3">
            <a:extLst>
              <a:ext uri="{FF2B5EF4-FFF2-40B4-BE49-F238E27FC236}">
                <a16:creationId xmlns:a16="http://schemas.microsoft.com/office/drawing/2014/main" id="{B19FDBD8-B53F-4CCA-A27A-70AB53028E3D}"/>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a:extLst>
              <a:ext uri="{FF2B5EF4-FFF2-40B4-BE49-F238E27FC236}">
                <a16:creationId xmlns:a16="http://schemas.microsoft.com/office/drawing/2014/main" id="{96ECB14C-98DF-44B5-B0D5-748437455FD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5D95D42-7E52-496B-8D64-6B7858CAB389}" type="slidenum">
              <a:rPr lang="en-US" altLang="zh-CN"/>
              <a:pPr eaLnBrk="1" hangingPunct="1"/>
              <a:t>11</a:t>
            </a:fld>
            <a:endParaRPr lang="en-US" altLang="zh-CN"/>
          </a:p>
        </p:txBody>
      </p:sp>
      <p:sp>
        <p:nvSpPr>
          <p:cNvPr id="40963" name="Rectangle 2">
            <a:extLst>
              <a:ext uri="{FF2B5EF4-FFF2-40B4-BE49-F238E27FC236}">
                <a16:creationId xmlns:a16="http://schemas.microsoft.com/office/drawing/2014/main" id="{E2064656-1C9F-4A09-9E4D-42824DB5926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0964" name="Rectangle 3">
            <a:extLst>
              <a:ext uri="{FF2B5EF4-FFF2-40B4-BE49-F238E27FC236}">
                <a16:creationId xmlns:a16="http://schemas.microsoft.com/office/drawing/2014/main" id="{BCD3527C-366C-4E75-91BF-F737FA793D5E}"/>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60E8F592-7693-4555-A294-E343907099C7}"/>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6190757-322E-4CBE-9142-83348C2DBE05}" type="slidenum">
              <a:rPr lang="en-US" altLang="zh-CN"/>
              <a:pPr eaLnBrk="1" hangingPunct="1"/>
              <a:t>12</a:t>
            </a:fld>
            <a:endParaRPr lang="en-US" altLang="zh-CN"/>
          </a:p>
        </p:txBody>
      </p:sp>
      <p:sp>
        <p:nvSpPr>
          <p:cNvPr id="41987" name="Rectangle 2">
            <a:extLst>
              <a:ext uri="{FF2B5EF4-FFF2-40B4-BE49-F238E27FC236}">
                <a16:creationId xmlns:a16="http://schemas.microsoft.com/office/drawing/2014/main" id="{61F8AEA1-F8D8-45C4-9918-391BEBF9955F}"/>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8" name="Rectangle 3">
            <a:extLst>
              <a:ext uri="{FF2B5EF4-FFF2-40B4-BE49-F238E27FC236}">
                <a16:creationId xmlns:a16="http://schemas.microsoft.com/office/drawing/2014/main" id="{9BD0A48F-3821-498F-88C6-EEF0CAB1A319}"/>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D093EB64-E6B6-40E5-82F2-79FC01AEF8A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B273909-6FC9-4615-AD92-8A958AFB044B}" type="slidenum">
              <a:rPr lang="en-US" altLang="zh-CN"/>
              <a:pPr eaLnBrk="1" hangingPunct="1"/>
              <a:t>14</a:t>
            </a:fld>
            <a:endParaRPr lang="en-US" altLang="zh-CN"/>
          </a:p>
        </p:txBody>
      </p:sp>
      <p:sp>
        <p:nvSpPr>
          <p:cNvPr id="43011" name="Rectangle 2">
            <a:extLst>
              <a:ext uri="{FF2B5EF4-FFF2-40B4-BE49-F238E27FC236}">
                <a16:creationId xmlns:a16="http://schemas.microsoft.com/office/drawing/2014/main" id="{6E586CFD-B78D-4AD0-8C39-75B0045E7FD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2" name="Rectangle 3">
            <a:extLst>
              <a:ext uri="{FF2B5EF4-FFF2-40B4-BE49-F238E27FC236}">
                <a16:creationId xmlns:a16="http://schemas.microsoft.com/office/drawing/2014/main" id="{5238F34E-BEB2-492D-8ABE-E88EFA5ED19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AF250879-117C-47BB-9ED0-ADB57510D89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0D5FA11-3012-4977-B6D6-2880EC1E5382}" type="slidenum">
              <a:rPr lang="en-US" altLang="zh-CN"/>
              <a:pPr eaLnBrk="1" hangingPunct="1"/>
              <a:t>17</a:t>
            </a:fld>
            <a:endParaRPr lang="en-US" altLang="zh-CN"/>
          </a:p>
        </p:txBody>
      </p:sp>
      <p:sp>
        <p:nvSpPr>
          <p:cNvPr id="44035" name="Rectangle 2">
            <a:extLst>
              <a:ext uri="{FF2B5EF4-FFF2-40B4-BE49-F238E27FC236}">
                <a16:creationId xmlns:a16="http://schemas.microsoft.com/office/drawing/2014/main" id="{46ECF150-6FA6-473B-8528-20F0E59285C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6" name="Rectangle 3">
            <a:extLst>
              <a:ext uri="{FF2B5EF4-FFF2-40B4-BE49-F238E27FC236}">
                <a16:creationId xmlns:a16="http://schemas.microsoft.com/office/drawing/2014/main" id="{9E057881-33C6-4167-9D7D-F68D7002225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zh-CN"/>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9CC8E7DB-6119-4294-97FB-DDAAE9BC6A9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C67DEC68-2265-4977-9101-01E772E9D622}" type="slidenum">
              <a:rPr lang="en-US" altLang="zh-CN"/>
              <a:pPr eaLnBrk="1" hangingPunct="1"/>
              <a:t>18</a:t>
            </a:fld>
            <a:endParaRPr lang="en-US" altLang="zh-CN"/>
          </a:p>
        </p:txBody>
      </p:sp>
      <p:sp>
        <p:nvSpPr>
          <p:cNvPr id="45059" name="Rectangle 2">
            <a:extLst>
              <a:ext uri="{FF2B5EF4-FFF2-40B4-BE49-F238E27FC236}">
                <a16:creationId xmlns:a16="http://schemas.microsoft.com/office/drawing/2014/main" id="{AB7E2784-4C4D-4F9A-92C6-55C9EF4B9DF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5060" name="Rectangle 3">
            <a:extLst>
              <a:ext uri="{FF2B5EF4-FFF2-40B4-BE49-F238E27FC236}">
                <a16:creationId xmlns:a16="http://schemas.microsoft.com/office/drawing/2014/main" id="{CFBAB7D9-E3AC-4630-BD1C-CD7133F831F8}"/>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zh-CN"/>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4EC4FE09-3043-4B80-8CC7-81474A0E4D6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C02CB20-171A-42F3-B342-02A30063B9FB}" type="slidenum">
              <a:rPr lang="en-US" altLang="zh-CN"/>
              <a:pPr eaLnBrk="1" hangingPunct="1"/>
              <a:t>20</a:t>
            </a:fld>
            <a:endParaRPr lang="en-US" altLang="zh-CN"/>
          </a:p>
        </p:txBody>
      </p:sp>
      <p:sp>
        <p:nvSpPr>
          <p:cNvPr id="46083" name="Rectangle 2">
            <a:extLst>
              <a:ext uri="{FF2B5EF4-FFF2-40B4-BE49-F238E27FC236}">
                <a16:creationId xmlns:a16="http://schemas.microsoft.com/office/drawing/2014/main" id="{1D913AEF-1896-40C1-AD0D-F1B7C52CCBC5}"/>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4" name="Rectangle 3">
            <a:extLst>
              <a:ext uri="{FF2B5EF4-FFF2-40B4-BE49-F238E27FC236}">
                <a16:creationId xmlns:a16="http://schemas.microsoft.com/office/drawing/2014/main" id="{1EEE25C2-0A32-4631-A146-28C4327F4B0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zh-CN"/>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F2739EAE-C777-446E-AE23-1EFEC7535A9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E168E81-C152-4C91-9054-BC54A8734A7F}" type="slidenum">
              <a:rPr lang="en-US" altLang="zh-CN"/>
              <a:pPr eaLnBrk="1" hangingPunct="1"/>
              <a:t>21</a:t>
            </a:fld>
            <a:endParaRPr lang="en-US" altLang="zh-CN"/>
          </a:p>
        </p:txBody>
      </p:sp>
      <p:sp>
        <p:nvSpPr>
          <p:cNvPr id="47107" name="Rectangle 2">
            <a:extLst>
              <a:ext uri="{FF2B5EF4-FFF2-40B4-BE49-F238E27FC236}">
                <a16:creationId xmlns:a16="http://schemas.microsoft.com/office/drawing/2014/main" id="{74515F27-DAD6-4B83-9961-FDEC8E42FB7A}"/>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7108" name="Rectangle 3">
            <a:extLst>
              <a:ext uri="{FF2B5EF4-FFF2-40B4-BE49-F238E27FC236}">
                <a16:creationId xmlns:a16="http://schemas.microsoft.com/office/drawing/2014/main" id="{B4B866D3-2E5D-49DC-8723-8D9219A26FC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zh-CN"/>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D643CDE0-81C7-4792-9F51-CF3AA4F07A7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0F86B3E-356D-473D-B2D6-9677F7A372E6}" type="slidenum">
              <a:rPr lang="en-US" altLang="zh-CN"/>
              <a:pPr eaLnBrk="1" hangingPunct="1"/>
              <a:t>22</a:t>
            </a:fld>
            <a:endParaRPr lang="en-US" altLang="zh-CN"/>
          </a:p>
        </p:txBody>
      </p:sp>
      <p:sp>
        <p:nvSpPr>
          <p:cNvPr id="48131" name="Rectangle 2">
            <a:extLst>
              <a:ext uri="{FF2B5EF4-FFF2-40B4-BE49-F238E27FC236}">
                <a16:creationId xmlns:a16="http://schemas.microsoft.com/office/drawing/2014/main" id="{B77E62CC-7171-448B-9434-3ADE83720EFB}"/>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2" name="Rectangle 3">
            <a:extLst>
              <a:ext uri="{FF2B5EF4-FFF2-40B4-BE49-F238E27FC236}">
                <a16:creationId xmlns:a16="http://schemas.microsoft.com/office/drawing/2014/main" id="{B3D1D32B-BD79-48AA-9E4F-30BB02B97486}"/>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zh-CN"/>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D4E0F02E-4539-4C09-A4B5-D4ED02D780B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6DF8278-5308-4223-AE7D-275B4BE65B82}" type="slidenum">
              <a:rPr lang="en-US" altLang="zh-CN"/>
              <a:pPr eaLnBrk="1" hangingPunct="1"/>
              <a:t>23</a:t>
            </a:fld>
            <a:endParaRPr lang="en-US" altLang="zh-CN"/>
          </a:p>
        </p:txBody>
      </p:sp>
      <p:sp>
        <p:nvSpPr>
          <p:cNvPr id="49155" name="Rectangle 2">
            <a:extLst>
              <a:ext uri="{FF2B5EF4-FFF2-40B4-BE49-F238E27FC236}">
                <a16:creationId xmlns:a16="http://schemas.microsoft.com/office/drawing/2014/main" id="{7A97F775-BED6-416E-95C4-AE2E3F6C7C6D}"/>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9156" name="Rectangle 3">
            <a:extLst>
              <a:ext uri="{FF2B5EF4-FFF2-40B4-BE49-F238E27FC236}">
                <a16:creationId xmlns:a16="http://schemas.microsoft.com/office/drawing/2014/main" id="{846D99DC-12D0-4DEA-BB2B-ACA8959243E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zh-CN"/>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a:extLst>
              <a:ext uri="{FF2B5EF4-FFF2-40B4-BE49-F238E27FC236}">
                <a16:creationId xmlns:a16="http://schemas.microsoft.com/office/drawing/2014/main" id="{015B6204-0C82-427B-B2CB-393CB9991566}"/>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D99FB8F-B884-4F15-BDF1-EB2B7241292D}" type="slidenum">
              <a:rPr lang="en-US" altLang="zh-CN"/>
              <a:pPr eaLnBrk="1" hangingPunct="1"/>
              <a:t>24</a:t>
            </a:fld>
            <a:endParaRPr lang="en-US" altLang="zh-CN"/>
          </a:p>
        </p:txBody>
      </p:sp>
      <p:sp>
        <p:nvSpPr>
          <p:cNvPr id="50179" name="Rectangle 2">
            <a:extLst>
              <a:ext uri="{FF2B5EF4-FFF2-40B4-BE49-F238E27FC236}">
                <a16:creationId xmlns:a16="http://schemas.microsoft.com/office/drawing/2014/main" id="{C97C8600-19CC-4CE8-8DD9-927549923389}"/>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80" name="Rectangle 3">
            <a:extLst>
              <a:ext uri="{FF2B5EF4-FFF2-40B4-BE49-F238E27FC236}">
                <a16:creationId xmlns:a16="http://schemas.microsoft.com/office/drawing/2014/main" id="{C9799239-B639-4C1D-B167-2B12A4F3DCC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zh-CN"/>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F50B99B6-0E9F-4329-89B5-32356116C08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C1E53ED-816E-4412-AB2A-0C5E24E91454}" type="slidenum">
              <a:rPr lang="en-US" altLang="zh-CN"/>
              <a:pPr eaLnBrk="1" hangingPunct="1"/>
              <a:t>25</a:t>
            </a:fld>
            <a:endParaRPr lang="en-US" altLang="zh-CN"/>
          </a:p>
        </p:txBody>
      </p:sp>
      <p:sp>
        <p:nvSpPr>
          <p:cNvPr id="51203" name="Rectangle 2">
            <a:extLst>
              <a:ext uri="{FF2B5EF4-FFF2-40B4-BE49-F238E27FC236}">
                <a16:creationId xmlns:a16="http://schemas.microsoft.com/office/drawing/2014/main" id="{41092D80-0B52-495F-9D7A-5FF45C4663EC}"/>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4" name="Rectangle 3">
            <a:extLst>
              <a:ext uri="{FF2B5EF4-FFF2-40B4-BE49-F238E27FC236}">
                <a16:creationId xmlns:a16="http://schemas.microsoft.com/office/drawing/2014/main" id="{9F7750A9-D800-4048-AEAF-A52AAFC8347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zh-CN"/>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FAD84EB4-CC26-4F7D-B7B1-38A7839B110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38E7AE0-97B4-4843-B734-FACF466ADA43}" type="slidenum">
              <a:rPr lang="en-US" altLang="zh-CN"/>
              <a:pPr eaLnBrk="1" hangingPunct="1"/>
              <a:t>28</a:t>
            </a:fld>
            <a:endParaRPr lang="en-US" altLang="zh-CN"/>
          </a:p>
        </p:txBody>
      </p:sp>
      <p:sp>
        <p:nvSpPr>
          <p:cNvPr id="52227" name="Rectangle 2">
            <a:extLst>
              <a:ext uri="{FF2B5EF4-FFF2-40B4-BE49-F238E27FC236}">
                <a16:creationId xmlns:a16="http://schemas.microsoft.com/office/drawing/2014/main" id="{E28A49BE-BC7C-4277-9EF2-6D20942BB8F0}"/>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8" name="Rectangle 3">
            <a:extLst>
              <a:ext uri="{FF2B5EF4-FFF2-40B4-BE49-F238E27FC236}">
                <a16:creationId xmlns:a16="http://schemas.microsoft.com/office/drawing/2014/main" id="{B40E3347-9628-4253-9406-53C21FD49DB5}"/>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4530"/>
            <a:ext cx="6858000" cy="2387600"/>
          </a:xfrm>
        </p:spPr>
        <p:txBody>
          <a:bodyPr anchor="b">
            <a:normAutofit/>
          </a:bodyPr>
          <a:lstStyle>
            <a:lvl1pPr algn="ctr">
              <a:defRPr sz="4500"/>
            </a:lvl1pPr>
          </a:lstStyle>
          <a:p>
            <a:r>
              <a:rPr lang="zh-CN" altLang="en-US" noProof="1"/>
              <a:t>单击此处编辑母版标题样式</a:t>
            </a:r>
            <a:endParaRPr lang="en-US" noProof="1"/>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solidFill>
                  <a:schemeClr val="tx1">
                    <a:lumMod val="75000"/>
                    <a:lumOff val="25000"/>
                  </a:schemeClr>
                </a:solidFill>
              </a:defRPr>
            </a:lvl1pPr>
            <a:lvl2pPr marL="342900" indent="0" algn="ctr">
              <a:buNone/>
              <a:defRPr sz="2100"/>
            </a:lvl2pPr>
            <a:lvl3pPr marL="685800" indent="0" algn="ctr">
              <a:buNone/>
              <a:defRPr sz="1800"/>
            </a:lvl3pPr>
            <a:lvl4pPr marL="1028700" indent="0" algn="ctr">
              <a:buNone/>
              <a:defRPr sz="1500"/>
            </a:lvl4pPr>
            <a:lvl5pPr marL="1371600" indent="0" algn="ctr">
              <a:buNone/>
              <a:defRPr sz="1500"/>
            </a:lvl5pPr>
            <a:lvl6pPr marL="1714500" indent="0" algn="ctr">
              <a:buNone/>
              <a:defRPr sz="1500"/>
            </a:lvl6pPr>
            <a:lvl7pPr marL="2057400" indent="0" algn="ctr">
              <a:buNone/>
              <a:defRPr sz="1500"/>
            </a:lvl7pPr>
            <a:lvl8pPr marL="2400300" indent="0" algn="ctr">
              <a:buNone/>
              <a:defRPr sz="1500"/>
            </a:lvl8pPr>
            <a:lvl9pPr marL="2743200" indent="0" algn="ctr">
              <a:buNone/>
              <a:defRPr sz="1500"/>
            </a:lvl9pPr>
          </a:lstStyle>
          <a:p>
            <a:r>
              <a:rPr lang="zh-CN" altLang="en-US" noProof="1"/>
              <a:t>单击此处编辑母版副标题样式</a:t>
            </a:r>
            <a:endParaRPr lang="en-US" noProof="1"/>
          </a:p>
        </p:txBody>
      </p:sp>
      <p:sp>
        <p:nvSpPr>
          <p:cNvPr id="4" name="Date Placeholder 3">
            <a:extLst>
              <a:ext uri="{FF2B5EF4-FFF2-40B4-BE49-F238E27FC236}">
                <a16:creationId xmlns:a16="http://schemas.microsoft.com/office/drawing/2014/main" id="{93C302FB-ECBB-4181-BEAC-75E5AD4D8D75}"/>
              </a:ext>
            </a:extLst>
          </p:cNvPr>
          <p:cNvSpPr>
            <a:spLocks noGrp="1"/>
          </p:cNvSpPr>
          <p:nvPr>
            <p:ph type="dt" sz="half" idx="10"/>
          </p:nvPr>
        </p:nvSpPr>
        <p:spPr/>
        <p:txBody>
          <a:bodyPr/>
          <a:lstStyle>
            <a:lvl1pPr>
              <a:defRPr/>
            </a:lvl1pPr>
          </a:lstStyle>
          <a:p>
            <a:pPr>
              <a:defRPr/>
            </a:pPr>
            <a:endParaRPr lang="en-US" altLang="zh-CN"/>
          </a:p>
        </p:txBody>
      </p:sp>
      <p:sp>
        <p:nvSpPr>
          <p:cNvPr id="5" name="Footer Placeholder 4">
            <a:extLst>
              <a:ext uri="{FF2B5EF4-FFF2-40B4-BE49-F238E27FC236}">
                <a16:creationId xmlns:a16="http://schemas.microsoft.com/office/drawing/2014/main" id="{D4044936-3FE8-4186-AAFA-A6A52493B3D0}"/>
              </a:ext>
            </a:extLst>
          </p:cNvPr>
          <p:cNvSpPr>
            <a:spLocks noGrp="1"/>
          </p:cNvSpPr>
          <p:nvPr>
            <p:ph type="ftr" sz="quarter" idx="11"/>
          </p:nvPr>
        </p:nvSpPr>
        <p:spPr/>
        <p:txBody>
          <a:bodyPr/>
          <a:lstStyle>
            <a:lvl1pPr>
              <a:defRPr/>
            </a:lvl1pPr>
          </a:lstStyle>
          <a:p>
            <a:pPr>
              <a:defRPr/>
            </a:pPr>
            <a:endParaRPr lang="en-US" altLang="zh-CN"/>
          </a:p>
        </p:txBody>
      </p:sp>
      <p:sp>
        <p:nvSpPr>
          <p:cNvPr id="6" name="Slide Number Placeholder 5">
            <a:extLst>
              <a:ext uri="{FF2B5EF4-FFF2-40B4-BE49-F238E27FC236}">
                <a16:creationId xmlns:a16="http://schemas.microsoft.com/office/drawing/2014/main" id="{DF0A8976-C2FE-4A99-BF8D-52F451515F4D}"/>
              </a:ext>
            </a:extLst>
          </p:cNvPr>
          <p:cNvSpPr>
            <a:spLocks noGrp="1"/>
          </p:cNvSpPr>
          <p:nvPr>
            <p:ph type="sldNum" sz="quarter" idx="12"/>
          </p:nvPr>
        </p:nvSpPr>
        <p:spPr/>
        <p:txBody>
          <a:bodyPr/>
          <a:lstStyle>
            <a:lvl1pPr>
              <a:defRPr/>
            </a:lvl1pPr>
          </a:lstStyle>
          <a:p>
            <a:fld id="{13B1FAA5-B658-43CC-B31C-B19E4243DDFD}" type="slidenum">
              <a:rPr lang="en-US" altLang="zh-CN" smtClean="0"/>
              <a:pPr/>
              <a:t>‹#›</a:t>
            </a:fld>
            <a:endParaRPr lang="en-US" altLang="zh-CN"/>
          </a:p>
        </p:txBody>
      </p:sp>
    </p:spTree>
    <p:extLst>
      <p:ext uri="{BB962C8B-B14F-4D97-AF65-F5344CB8AC3E}">
        <p14:creationId xmlns:p14="http://schemas.microsoft.com/office/powerpoint/2010/main" val="3255510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noProof="1"/>
              <a:t>单击此处编辑母版标题样式</a:t>
            </a:r>
            <a:endParaRPr lang="en-US" noProof="1"/>
          </a:p>
        </p:txBody>
      </p:sp>
      <p:sp>
        <p:nvSpPr>
          <p:cNvPr id="3" name="Content Placeholder 2"/>
          <p:cNvSpPr>
            <a:spLocks noGrp="1"/>
          </p:cNvSpPr>
          <p:nvPr>
            <p:ph idx="1"/>
          </p:nvPr>
        </p:nvSpPr>
        <p:spPr/>
        <p:txBody>
          <a:bodyPr/>
          <a:lstStyle/>
          <a:p>
            <a:pPr lvl="0"/>
            <a:r>
              <a:rPr lang="zh-CN" altLang="en-US" noProof="1"/>
              <a:t>单击此处编辑母版文本样式</a:t>
            </a:r>
          </a:p>
          <a:p>
            <a:pPr lvl="1"/>
            <a:r>
              <a:rPr lang="zh-CN" altLang="en-US" noProof="1"/>
              <a:t>二级</a:t>
            </a:r>
          </a:p>
          <a:p>
            <a:pPr lvl="2"/>
            <a:r>
              <a:rPr lang="zh-CN" altLang="en-US" noProof="1"/>
              <a:t>三级</a:t>
            </a:r>
          </a:p>
          <a:p>
            <a:pPr lvl="3"/>
            <a:r>
              <a:rPr lang="zh-CN" altLang="en-US" noProof="1"/>
              <a:t>四级</a:t>
            </a:r>
          </a:p>
          <a:p>
            <a:pPr lvl="4"/>
            <a:r>
              <a:rPr lang="zh-CN" altLang="en-US" noProof="1"/>
              <a:t>五级</a:t>
            </a:r>
            <a:endParaRPr lang="en-US" noProof="1"/>
          </a:p>
        </p:txBody>
      </p:sp>
      <p:sp>
        <p:nvSpPr>
          <p:cNvPr id="4" name="Date Placeholder 3">
            <a:extLst>
              <a:ext uri="{FF2B5EF4-FFF2-40B4-BE49-F238E27FC236}">
                <a16:creationId xmlns:a16="http://schemas.microsoft.com/office/drawing/2014/main" id="{6078ECD6-6DE1-442B-B5A0-C847BC381285}"/>
              </a:ext>
            </a:extLst>
          </p:cNvPr>
          <p:cNvSpPr>
            <a:spLocks noGrp="1"/>
          </p:cNvSpPr>
          <p:nvPr>
            <p:ph type="dt" sz="half" idx="10"/>
          </p:nvPr>
        </p:nvSpPr>
        <p:spPr/>
        <p:txBody>
          <a:bodyPr/>
          <a:lstStyle>
            <a:lvl1pPr>
              <a:defRPr/>
            </a:lvl1pPr>
          </a:lstStyle>
          <a:p>
            <a:pPr>
              <a:defRPr/>
            </a:pPr>
            <a:endParaRPr lang="en-US" altLang="zh-CN"/>
          </a:p>
        </p:txBody>
      </p:sp>
      <p:sp>
        <p:nvSpPr>
          <p:cNvPr id="5" name="Footer Placeholder 4">
            <a:extLst>
              <a:ext uri="{FF2B5EF4-FFF2-40B4-BE49-F238E27FC236}">
                <a16:creationId xmlns:a16="http://schemas.microsoft.com/office/drawing/2014/main" id="{0B712DB9-2F7E-4D22-8307-61F0B7736216}"/>
              </a:ext>
            </a:extLst>
          </p:cNvPr>
          <p:cNvSpPr>
            <a:spLocks noGrp="1"/>
          </p:cNvSpPr>
          <p:nvPr>
            <p:ph type="ftr" sz="quarter" idx="11"/>
          </p:nvPr>
        </p:nvSpPr>
        <p:spPr/>
        <p:txBody>
          <a:bodyPr/>
          <a:lstStyle>
            <a:lvl1pPr>
              <a:defRPr/>
            </a:lvl1pPr>
          </a:lstStyle>
          <a:p>
            <a:pPr>
              <a:defRPr/>
            </a:pPr>
            <a:endParaRPr lang="en-US" altLang="zh-CN"/>
          </a:p>
        </p:txBody>
      </p:sp>
      <p:sp>
        <p:nvSpPr>
          <p:cNvPr id="6" name="Slide Number Placeholder 5">
            <a:extLst>
              <a:ext uri="{FF2B5EF4-FFF2-40B4-BE49-F238E27FC236}">
                <a16:creationId xmlns:a16="http://schemas.microsoft.com/office/drawing/2014/main" id="{C0BEB7D0-3C40-4C38-B8F0-1CA91BE983E8}"/>
              </a:ext>
            </a:extLst>
          </p:cNvPr>
          <p:cNvSpPr>
            <a:spLocks noGrp="1"/>
          </p:cNvSpPr>
          <p:nvPr>
            <p:ph type="sldNum" sz="quarter" idx="12"/>
          </p:nvPr>
        </p:nvSpPr>
        <p:spPr/>
        <p:txBody>
          <a:bodyPr/>
          <a:lstStyle>
            <a:lvl1pPr>
              <a:defRPr/>
            </a:lvl1pPr>
          </a:lstStyle>
          <a:p>
            <a:fld id="{147F0DFB-7187-4488-876E-90340E2EAD2D}" type="slidenum">
              <a:rPr lang="en-US" altLang="zh-CN" smtClean="0"/>
              <a:pPr/>
              <a:t>‹#›</a:t>
            </a:fld>
            <a:endParaRPr lang="en-US" altLang="zh-CN"/>
          </a:p>
        </p:txBody>
      </p:sp>
    </p:spTree>
    <p:extLst>
      <p:ext uri="{BB962C8B-B14F-4D97-AF65-F5344CB8AC3E}">
        <p14:creationId xmlns:p14="http://schemas.microsoft.com/office/powerpoint/2010/main" val="515628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12423"/>
            <a:ext cx="7886700" cy="2851208"/>
          </a:xfrm>
        </p:spPr>
        <p:txBody>
          <a:bodyPr anchor="b">
            <a:normAutofit/>
          </a:bodyPr>
          <a:lstStyle>
            <a:lvl1pPr>
              <a:defRPr sz="4500" b="0"/>
            </a:lvl1pPr>
          </a:lstStyle>
          <a:p>
            <a:r>
              <a:rPr lang="zh-CN" altLang="en-US" noProof="1"/>
              <a:t>单击此处编辑母版标题样式</a:t>
            </a:r>
            <a:endParaRPr lang="en-US" noProof="1"/>
          </a:p>
        </p:txBody>
      </p:sp>
      <p:sp>
        <p:nvSpPr>
          <p:cNvPr id="3" name="Text Placeholder 2"/>
          <p:cNvSpPr>
            <a:spLocks noGrp="1"/>
          </p:cNvSpPr>
          <p:nvPr>
            <p:ph type="body" idx="1"/>
          </p:nvPr>
        </p:nvSpPr>
        <p:spPr>
          <a:xfrm>
            <a:off x="623888" y="4552634"/>
            <a:ext cx="7886700" cy="1500187"/>
          </a:xfrm>
        </p:spPr>
        <p:txBody>
          <a:bodyPr/>
          <a:lstStyle>
            <a:lvl1pPr marL="0" indent="0">
              <a:buNone/>
              <a:defRPr sz="180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zh-CN" altLang="en-US" noProof="1"/>
              <a:t>单击此处编辑母版文本样式</a:t>
            </a:r>
          </a:p>
        </p:txBody>
      </p:sp>
      <p:sp>
        <p:nvSpPr>
          <p:cNvPr id="4" name="Date Placeholder 3">
            <a:extLst>
              <a:ext uri="{FF2B5EF4-FFF2-40B4-BE49-F238E27FC236}">
                <a16:creationId xmlns:a16="http://schemas.microsoft.com/office/drawing/2014/main" id="{12B7BDF6-4F17-4692-AA70-0696F782224C}"/>
              </a:ext>
            </a:extLst>
          </p:cNvPr>
          <p:cNvSpPr>
            <a:spLocks noGrp="1"/>
          </p:cNvSpPr>
          <p:nvPr>
            <p:ph type="dt" sz="half" idx="10"/>
          </p:nvPr>
        </p:nvSpPr>
        <p:spPr/>
        <p:txBody>
          <a:bodyPr/>
          <a:lstStyle>
            <a:lvl1pPr>
              <a:defRPr/>
            </a:lvl1pPr>
          </a:lstStyle>
          <a:p>
            <a:pPr>
              <a:defRPr/>
            </a:pPr>
            <a:endParaRPr lang="en-US" altLang="zh-CN"/>
          </a:p>
        </p:txBody>
      </p:sp>
      <p:sp>
        <p:nvSpPr>
          <p:cNvPr id="5" name="Footer Placeholder 4">
            <a:extLst>
              <a:ext uri="{FF2B5EF4-FFF2-40B4-BE49-F238E27FC236}">
                <a16:creationId xmlns:a16="http://schemas.microsoft.com/office/drawing/2014/main" id="{4D58B359-034A-4589-9748-9B077717FD18}"/>
              </a:ext>
            </a:extLst>
          </p:cNvPr>
          <p:cNvSpPr>
            <a:spLocks noGrp="1"/>
          </p:cNvSpPr>
          <p:nvPr>
            <p:ph type="ftr" sz="quarter" idx="11"/>
          </p:nvPr>
        </p:nvSpPr>
        <p:spPr/>
        <p:txBody>
          <a:bodyPr/>
          <a:lstStyle>
            <a:lvl1pPr>
              <a:defRPr/>
            </a:lvl1pPr>
          </a:lstStyle>
          <a:p>
            <a:pPr>
              <a:defRPr/>
            </a:pPr>
            <a:endParaRPr lang="en-US" altLang="zh-CN"/>
          </a:p>
        </p:txBody>
      </p:sp>
      <p:sp>
        <p:nvSpPr>
          <p:cNvPr id="6" name="Slide Number Placeholder 5">
            <a:extLst>
              <a:ext uri="{FF2B5EF4-FFF2-40B4-BE49-F238E27FC236}">
                <a16:creationId xmlns:a16="http://schemas.microsoft.com/office/drawing/2014/main" id="{29D4759B-2BFD-4394-9510-E4EFA530AC1E}"/>
              </a:ext>
            </a:extLst>
          </p:cNvPr>
          <p:cNvSpPr>
            <a:spLocks noGrp="1"/>
          </p:cNvSpPr>
          <p:nvPr>
            <p:ph type="sldNum" sz="quarter" idx="12"/>
          </p:nvPr>
        </p:nvSpPr>
        <p:spPr/>
        <p:txBody>
          <a:bodyPr/>
          <a:lstStyle>
            <a:lvl1pPr>
              <a:defRPr/>
            </a:lvl1pPr>
          </a:lstStyle>
          <a:p>
            <a:fld id="{9380644A-1E0E-4BFF-8399-7129D52F7058}" type="slidenum">
              <a:rPr lang="en-US" altLang="zh-CN" smtClean="0"/>
              <a:pPr/>
              <a:t>‹#›</a:t>
            </a:fld>
            <a:endParaRPr lang="en-US" altLang="zh-CN"/>
          </a:p>
        </p:txBody>
      </p:sp>
    </p:spTree>
    <p:extLst>
      <p:ext uri="{BB962C8B-B14F-4D97-AF65-F5344CB8AC3E}">
        <p14:creationId xmlns:p14="http://schemas.microsoft.com/office/powerpoint/2010/main" val="2214248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noProof="1"/>
              <a:t>单击此处编辑母版标题样式</a:t>
            </a:r>
            <a:endParaRPr lang="en-US" noProof="1"/>
          </a:p>
        </p:txBody>
      </p:sp>
      <p:sp>
        <p:nvSpPr>
          <p:cNvPr id="3" name="Content Placeholder 2"/>
          <p:cNvSpPr>
            <a:spLocks noGrp="1"/>
          </p:cNvSpPr>
          <p:nvPr>
            <p:ph sz="half" idx="1"/>
          </p:nvPr>
        </p:nvSpPr>
        <p:spPr>
          <a:xfrm>
            <a:off x="633845" y="1828801"/>
            <a:ext cx="3886200" cy="4351337"/>
          </a:xfrm>
        </p:spPr>
        <p:txBody>
          <a:bodyPr/>
          <a:lstStyle/>
          <a:p>
            <a:pPr lvl="0"/>
            <a:r>
              <a:rPr lang="zh-CN" altLang="en-US" noProof="1"/>
              <a:t>单击此处编辑母版文本样式</a:t>
            </a:r>
          </a:p>
          <a:p>
            <a:pPr lvl="1"/>
            <a:r>
              <a:rPr lang="zh-CN" altLang="en-US" noProof="1"/>
              <a:t>二级</a:t>
            </a:r>
          </a:p>
          <a:p>
            <a:pPr lvl="2"/>
            <a:r>
              <a:rPr lang="zh-CN" altLang="en-US" noProof="1"/>
              <a:t>三级</a:t>
            </a:r>
          </a:p>
          <a:p>
            <a:pPr lvl="3"/>
            <a:r>
              <a:rPr lang="zh-CN" altLang="en-US" noProof="1"/>
              <a:t>四级</a:t>
            </a:r>
          </a:p>
          <a:p>
            <a:pPr lvl="4"/>
            <a:r>
              <a:rPr lang="zh-CN" altLang="en-US" noProof="1"/>
              <a:t>五级</a:t>
            </a:r>
            <a:endParaRPr lang="en-US" noProof="1"/>
          </a:p>
        </p:txBody>
      </p:sp>
      <p:sp>
        <p:nvSpPr>
          <p:cNvPr id="4" name="Content Placeholder 3"/>
          <p:cNvSpPr>
            <a:spLocks noGrp="1"/>
          </p:cNvSpPr>
          <p:nvPr>
            <p:ph sz="half" idx="2"/>
          </p:nvPr>
        </p:nvSpPr>
        <p:spPr>
          <a:xfrm>
            <a:off x="4629150" y="1828801"/>
            <a:ext cx="3886200" cy="4351337"/>
          </a:xfrm>
        </p:spPr>
        <p:txBody>
          <a:bodyPr/>
          <a:lstStyle/>
          <a:p>
            <a:pPr lvl="0"/>
            <a:r>
              <a:rPr lang="zh-CN" altLang="en-US" noProof="1"/>
              <a:t>单击此处编辑母版文本样式</a:t>
            </a:r>
          </a:p>
          <a:p>
            <a:pPr lvl="1"/>
            <a:r>
              <a:rPr lang="zh-CN" altLang="en-US" noProof="1"/>
              <a:t>二级</a:t>
            </a:r>
          </a:p>
          <a:p>
            <a:pPr lvl="2"/>
            <a:r>
              <a:rPr lang="zh-CN" altLang="en-US" noProof="1"/>
              <a:t>三级</a:t>
            </a:r>
          </a:p>
          <a:p>
            <a:pPr lvl="3"/>
            <a:r>
              <a:rPr lang="zh-CN" altLang="en-US" noProof="1"/>
              <a:t>四级</a:t>
            </a:r>
          </a:p>
          <a:p>
            <a:pPr lvl="4"/>
            <a:r>
              <a:rPr lang="zh-CN" altLang="en-US" noProof="1"/>
              <a:t>五级</a:t>
            </a:r>
            <a:endParaRPr lang="en-US" noProof="1"/>
          </a:p>
        </p:txBody>
      </p:sp>
      <p:sp>
        <p:nvSpPr>
          <p:cNvPr id="5" name="Date Placeholder 3">
            <a:extLst>
              <a:ext uri="{FF2B5EF4-FFF2-40B4-BE49-F238E27FC236}">
                <a16:creationId xmlns:a16="http://schemas.microsoft.com/office/drawing/2014/main" id="{7C3B0C42-1B67-4DF6-BB0A-476FB12BDD47}"/>
              </a:ext>
            </a:extLst>
          </p:cNvPr>
          <p:cNvSpPr>
            <a:spLocks noGrp="1"/>
          </p:cNvSpPr>
          <p:nvPr>
            <p:ph type="dt" sz="half" idx="10"/>
          </p:nvPr>
        </p:nvSpPr>
        <p:spPr/>
        <p:txBody>
          <a:bodyPr/>
          <a:lstStyle>
            <a:lvl1pPr>
              <a:defRPr/>
            </a:lvl1pPr>
          </a:lstStyle>
          <a:p>
            <a:pPr>
              <a:defRPr/>
            </a:pPr>
            <a:endParaRPr lang="en-US" altLang="zh-CN"/>
          </a:p>
        </p:txBody>
      </p:sp>
      <p:sp>
        <p:nvSpPr>
          <p:cNvPr id="6" name="Footer Placeholder 4">
            <a:extLst>
              <a:ext uri="{FF2B5EF4-FFF2-40B4-BE49-F238E27FC236}">
                <a16:creationId xmlns:a16="http://schemas.microsoft.com/office/drawing/2014/main" id="{E89F5DBE-72F9-4365-85FA-41EC1CB2BFEF}"/>
              </a:ext>
            </a:extLst>
          </p:cNvPr>
          <p:cNvSpPr>
            <a:spLocks noGrp="1"/>
          </p:cNvSpPr>
          <p:nvPr>
            <p:ph type="ftr" sz="quarter" idx="11"/>
          </p:nvPr>
        </p:nvSpPr>
        <p:spPr/>
        <p:txBody>
          <a:bodyPr/>
          <a:lstStyle>
            <a:lvl1pPr>
              <a:defRPr/>
            </a:lvl1pPr>
          </a:lstStyle>
          <a:p>
            <a:pPr>
              <a:defRPr/>
            </a:pPr>
            <a:endParaRPr lang="en-US" altLang="zh-CN"/>
          </a:p>
        </p:txBody>
      </p:sp>
      <p:sp>
        <p:nvSpPr>
          <p:cNvPr id="7" name="Slide Number Placeholder 5">
            <a:extLst>
              <a:ext uri="{FF2B5EF4-FFF2-40B4-BE49-F238E27FC236}">
                <a16:creationId xmlns:a16="http://schemas.microsoft.com/office/drawing/2014/main" id="{FC6DA02B-39B3-4BC0-81C3-BF13A68F24BC}"/>
              </a:ext>
            </a:extLst>
          </p:cNvPr>
          <p:cNvSpPr>
            <a:spLocks noGrp="1"/>
          </p:cNvSpPr>
          <p:nvPr>
            <p:ph type="sldNum" sz="quarter" idx="12"/>
          </p:nvPr>
        </p:nvSpPr>
        <p:spPr/>
        <p:txBody>
          <a:bodyPr/>
          <a:lstStyle>
            <a:lvl1pPr>
              <a:defRPr/>
            </a:lvl1pPr>
          </a:lstStyle>
          <a:p>
            <a:fld id="{E960539A-6EBB-4F9F-96A3-E91BA67BD559}" type="slidenum">
              <a:rPr lang="en-US" altLang="zh-CN" smtClean="0"/>
              <a:pPr/>
              <a:t>‹#›</a:t>
            </a:fld>
            <a:endParaRPr lang="en-US" altLang="zh-CN"/>
          </a:p>
        </p:txBody>
      </p:sp>
    </p:spTree>
    <p:extLst>
      <p:ext uri="{BB962C8B-B14F-4D97-AF65-F5344CB8AC3E}">
        <p14:creationId xmlns:p14="http://schemas.microsoft.com/office/powerpoint/2010/main" val="5957062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33845" y="1681851"/>
            <a:ext cx="3867150" cy="825699"/>
          </a:xfrm>
        </p:spPr>
        <p:txBody>
          <a:bodyPr anchor="b"/>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4" name="Content Placeholder 3"/>
          <p:cNvSpPr>
            <a:spLocks noGrp="1"/>
          </p:cNvSpPr>
          <p:nvPr>
            <p:ph sz="half" idx="2"/>
          </p:nvPr>
        </p:nvSpPr>
        <p:spPr>
          <a:xfrm>
            <a:off x="633845" y="2507551"/>
            <a:ext cx="3867150" cy="3680525"/>
          </a:xfrm>
        </p:spPr>
        <p:txBody>
          <a:bodyPr/>
          <a:lstStyle/>
          <a:p>
            <a:pPr lvl="0"/>
            <a:r>
              <a:rPr lang="zh-CN" altLang="en-US" noProof="1"/>
              <a:t>单击此处编辑母版文本样式</a:t>
            </a:r>
          </a:p>
          <a:p>
            <a:pPr lvl="1"/>
            <a:r>
              <a:rPr lang="zh-CN" altLang="en-US" noProof="1"/>
              <a:t>二级</a:t>
            </a:r>
          </a:p>
          <a:p>
            <a:pPr lvl="2"/>
            <a:r>
              <a:rPr lang="zh-CN" altLang="en-US" noProof="1"/>
              <a:t>三级</a:t>
            </a:r>
          </a:p>
          <a:p>
            <a:pPr lvl="3"/>
            <a:r>
              <a:rPr lang="zh-CN" altLang="en-US" noProof="1"/>
              <a:t>四级</a:t>
            </a:r>
          </a:p>
          <a:p>
            <a:pPr lvl="4"/>
            <a:r>
              <a:rPr lang="zh-CN" altLang="en-US" noProof="1"/>
              <a:t>五级</a:t>
            </a:r>
            <a:endParaRPr lang="en-US" noProof="1"/>
          </a:p>
        </p:txBody>
      </p:sp>
      <p:sp>
        <p:nvSpPr>
          <p:cNvPr id="5" name="Text Placeholder 4"/>
          <p:cNvSpPr>
            <a:spLocks noGrp="1"/>
          </p:cNvSpPr>
          <p:nvPr>
            <p:ph type="body" sz="quarter" idx="3"/>
          </p:nvPr>
        </p:nvSpPr>
        <p:spPr>
          <a:xfrm>
            <a:off x="4629150" y="1681851"/>
            <a:ext cx="3886201" cy="825698"/>
          </a:xfrm>
        </p:spPr>
        <p:txBody>
          <a:bodyPr anchor="b"/>
          <a:lstStyle>
            <a:lvl1pPr marL="0" indent="0">
              <a:spcBef>
                <a:spcPts val="0"/>
              </a:spcBef>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noProof="1"/>
              <a:t>单击此处编辑母版文本样式</a:t>
            </a:r>
          </a:p>
        </p:txBody>
      </p:sp>
      <p:sp>
        <p:nvSpPr>
          <p:cNvPr id="6" name="Content Placeholder 5"/>
          <p:cNvSpPr>
            <a:spLocks noGrp="1"/>
          </p:cNvSpPr>
          <p:nvPr>
            <p:ph sz="quarter" idx="4"/>
          </p:nvPr>
        </p:nvSpPr>
        <p:spPr>
          <a:xfrm>
            <a:off x="4629150" y="2507551"/>
            <a:ext cx="3886201" cy="3680525"/>
          </a:xfrm>
        </p:spPr>
        <p:txBody>
          <a:bodyPr/>
          <a:lstStyle/>
          <a:p>
            <a:pPr lvl="0"/>
            <a:r>
              <a:rPr lang="zh-CN" altLang="en-US" noProof="1"/>
              <a:t>单击此处编辑母版文本样式</a:t>
            </a:r>
          </a:p>
          <a:p>
            <a:pPr lvl="1"/>
            <a:r>
              <a:rPr lang="zh-CN" altLang="en-US" noProof="1"/>
              <a:t>二级</a:t>
            </a:r>
          </a:p>
          <a:p>
            <a:pPr lvl="2"/>
            <a:r>
              <a:rPr lang="zh-CN" altLang="en-US" noProof="1"/>
              <a:t>三级</a:t>
            </a:r>
          </a:p>
          <a:p>
            <a:pPr lvl="3"/>
            <a:r>
              <a:rPr lang="zh-CN" altLang="en-US" noProof="1"/>
              <a:t>四级</a:t>
            </a:r>
          </a:p>
          <a:p>
            <a:pPr lvl="4"/>
            <a:r>
              <a:rPr lang="zh-CN" altLang="en-US" noProof="1"/>
              <a:t>五级</a:t>
            </a:r>
            <a:endParaRPr lang="en-US" noProof="1"/>
          </a:p>
        </p:txBody>
      </p:sp>
      <p:sp>
        <p:nvSpPr>
          <p:cNvPr id="10" name="Title 9"/>
          <p:cNvSpPr>
            <a:spLocks noGrp="1"/>
          </p:cNvSpPr>
          <p:nvPr>
            <p:ph type="title"/>
          </p:nvPr>
        </p:nvSpPr>
        <p:spPr/>
        <p:txBody>
          <a:bodyPr/>
          <a:lstStyle/>
          <a:p>
            <a:r>
              <a:rPr lang="zh-CN" altLang="en-US" noProof="1"/>
              <a:t>单击此处编辑母版标题样式</a:t>
            </a:r>
            <a:endParaRPr lang="en-US" noProof="1"/>
          </a:p>
        </p:txBody>
      </p:sp>
      <p:sp>
        <p:nvSpPr>
          <p:cNvPr id="7" name="Date Placeholder 3">
            <a:extLst>
              <a:ext uri="{FF2B5EF4-FFF2-40B4-BE49-F238E27FC236}">
                <a16:creationId xmlns:a16="http://schemas.microsoft.com/office/drawing/2014/main" id="{95CFAED1-575A-4879-9D8C-4794E13E49B1}"/>
              </a:ext>
            </a:extLst>
          </p:cNvPr>
          <p:cNvSpPr>
            <a:spLocks noGrp="1"/>
          </p:cNvSpPr>
          <p:nvPr>
            <p:ph type="dt" sz="half" idx="10"/>
          </p:nvPr>
        </p:nvSpPr>
        <p:spPr/>
        <p:txBody>
          <a:bodyPr/>
          <a:lstStyle>
            <a:lvl1pPr>
              <a:defRPr/>
            </a:lvl1pPr>
          </a:lstStyle>
          <a:p>
            <a:pPr>
              <a:defRPr/>
            </a:pPr>
            <a:endParaRPr lang="en-US" altLang="zh-CN"/>
          </a:p>
        </p:txBody>
      </p:sp>
      <p:sp>
        <p:nvSpPr>
          <p:cNvPr id="8" name="Footer Placeholder 4">
            <a:extLst>
              <a:ext uri="{FF2B5EF4-FFF2-40B4-BE49-F238E27FC236}">
                <a16:creationId xmlns:a16="http://schemas.microsoft.com/office/drawing/2014/main" id="{6FF9D973-1A10-4A91-8EF1-468D9342CEFF}"/>
              </a:ext>
            </a:extLst>
          </p:cNvPr>
          <p:cNvSpPr>
            <a:spLocks noGrp="1"/>
          </p:cNvSpPr>
          <p:nvPr>
            <p:ph type="ftr" sz="quarter" idx="11"/>
          </p:nvPr>
        </p:nvSpPr>
        <p:spPr/>
        <p:txBody>
          <a:bodyPr/>
          <a:lstStyle>
            <a:lvl1pPr>
              <a:defRPr/>
            </a:lvl1pPr>
          </a:lstStyle>
          <a:p>
            <a:pPr>
              <a:defRPr/>
            </a:pPr>
            <a:endParaRPr lang="en-US" altLang="zh-CN"/>
          </a:p>
        </p:txBody>
      </p:sp>
      <p:sp>
        <p:nvSpPr>
          <p:cNvPr id="9" name="Slide Number Placeholder 5">
            <a:extLst>
              <a:ext uri="{FF2B5EF4-FFF2-40B4-BE49-F238E27FC236}">
                <a16:creationId xmlns:a16="http://schemas.microsoft.com/office/drawing/2014/main" id="{C4ADF493-71C3-43F0-B09E-26C2A41E5572}"/>
              </a:ext>
            </a:extLst>
          </p:cNvPr>
          <p:cNvSpPr>
            <a:spLocks noGrp="1"/>
          </p:cNvSpPr>
          <p:nvPr>
            <p:ph type="sldNum" sz="quarter" idx="12"/>
          </p:nvPr>
        </p:nvSpPr>
        <p:spPr/>
        <p:txBody>
          <a:bodyPr/>
          <a:lstStyle>
            <a:lvl1pPr>
              <a:defRPr/>
            </a:lvl1pPr>
          </a:lstStyle>
          <a:p>
            <a:fld id="{54D6989E-A95C-4B44-B2AE-8A7AC4344410}" type="slidenum">
              <a:rPr lang="en-US" altLang="zh-CN" smtClean="0"/>
              <a:pPr/>
              <a:t>‹#›</a:t>
            </a:fld>
            <a:endParaRPr lang="en-US" altLang="zh-CN"/>
          </a:p>
        </p:txBody>
      </p:sp>
    </p:spTree>
    <p:extLst>
      <p:ext uri="{BB962C8B-B14F-4D97-AF65-F5344CB8AC3E}">
        <p14:creationId xmlns:p14="http://schemas.microsoft.com/office/powerpoint/2010/main" val="14197076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zh-CN" altLang="en-US" noProof="1"/>
              <a:t>单击此处编辑母版标题样式</a:t>
            </a:r>
            <a:endParaRPr lang="en-US" noProof="1"/>
          </a:p>
        </p:txBody>
      </p:sp>
      <p:sp>
        <p:nvSpPr>
          <p:cNvPr id="3" name="Date Placeholder 3">
            <a:extLst>
              <a:ext uri="{FF2B5EF4-FFF2-40B4-BE49-F238E27FC236}">
                <a16:creationId xmlns:a16="http://schemas.microsoft.com/office/drawing/2014/main" id="{D6492A12-AAED-4B63-BBC2-66BC9FD755C5}"/>
              </a:ext>
            </a:extLst>
          </p:cNvPr>
          <p:cNvSpPr>
            <a:spLocks noGrp="1"/>
          </p:cNvSpPr>
          <p:nvPr>
            <p:ph type="dt" sz="half" idx="10"/>
          </p:nvPr>
        </p:nvSpPr>
        <p:spPr/>
        <p:txBody>
          <a:bodyPr/>
          <a:lstStyle>
            <a:lvl1pPr>
              <a:defRPr/>
            </a:lvl1pPr>
          </a:lstStyle>
          <a:p>
            <a:pPr>
              <a:defRPr/>
            </a:pPr>
            <a:endParaRPr lang="en-US" altLang="zh-CN"/>
          </a:p>
        </p:txBody>
      </p:sp>
      <p:sp>
        <p:nvSpPr>
          <p:cNvPr id="4" name="Footer Placeholder 4">
            <a:extLst>
              <a:ext uri="{FF2B5EF4-FFF2-40B4-BE49-F238E27FC236}">
                <a16:creationId xmlns:a16="http://schemas.microsoft.com/office/drawing/2014/main" id="{9033C87E-CC8D-444B-8D0A-2A8C6EDB7A9F}"/>
              </a:ext>
            </a:extLst>
          </p:cNvPr>
          <p:cNvSpPr>
            <a:spLocks noGrp="1"/>
          </p:cNvSpPr>
          <p:nvPr>
            <p:ph type="ftr" sz="quarter" idx="11"/>
          </p:nvPr>
        </p:nvSpPr>
        <p:spPr/>
        <p:txBody>
          <a:bodyPr/>
          <a:lstStyle>
            <a:lvl1pPr>
              <a:defRPr/>
            </a:lvl1pPr>
          </a:lstStyle>
          <a:p>
            <a:pPr>
              <a:defRPr/>
            </a:pPr>
            <a:endParaRPr lang="en-US" altLang="zh-CN"/>
          </a:p>
        </p:txBody>
      </p:sp>
      <p:sp>
        <p:nvSpPr>
          <p:cNvPr id="5" name="Slide Number Placeholder 5">
            <a:extLst>
              <a:ext uri="{FF2B5EF4-FFF2-40B4-BE49-F238E27FC236}">
                <a16:creationId xmlns:a16="http://schemas.microsoft.com/office/drawing/2014/main" id="{A40900BF-CDF2-45B9-9106-6AEACC82F079}"/>
              </a:ext>
            </a:extLst>
          </p:cNvPr>
          <p:cNvSpPr>
            <a:spLocks noGrp="1"/>
          </p:cNvSpPr>
          <p:nvPr>
            <p:ph type="sldNum" sz="quarter" idx="12"/>
          </p:nvPr>
        </p:nvSpPr>
        <p:spPr/>
        <p:txBody>
          <a:bodyPr/>
          <a:lstStyle>
            <a:lvl1pPr>
              <a:defRPr/>
            </a:lvl1pPr>
          </a:lstStyle>
          <a:p>
            <a:fld id="{7CC47786-3138-43C8-9BD3-86514E3A11BF}" type="slidenum">
              <a:rPr lang="en-US" altLang="zh-CN" smtClean="0"/>
              <a:pPr/>
              <a:t>‹#›</a:t>
            </a:fld>
            <a:endParaRPr lang="en-US" altLang="zh-CN"/>
          </a:p>
        </p:txBody>
      </p:sp>
    </p:spTree>
    <p:extLst>
      <p:ext uri="{BB962C8B-B14F-4D97-AF65-F5344CB8AC3E}">
        <p14:creationId xmlns:p14="http://schemas.microsoft.com/office/powerpoint/2010/main" val="374270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02FBF27B-9518-48EF-992A-F6E90B2EFD09}"/>
              </a:ext>
            </a:extLst>
          </p:cNvPr>
          <p:cNvSpPr>
            <a:spLocks noGrp="1"/>
          </p:cNvSpPr>
          <p:nvPr>
            <p:ph type="dt" sz="half" idx="10"/>
          </p:nvPr>
        </p:nvSpPr>
        <p:spPr/>
        <p:txBody>
          <a:bodyPr/>
          <a:lstStyle>
            <a:lvl1pPr>
              <a:defRPr/>
            </a:lvl1pPr>
          </a:lstStyle>
          <a:p>
            <a:pPr>
              <a:defRPr/>
            </a:pPr>
            <a:endParaRPr lang="en-US" altLang="zh-CN"/>
          </a:p>
        </p:txBody>
      </p:sp>
      <p:sp>
        <p:nvSpPr>
          <p:cNvPr id="3" name="Footer Placeholder 4">
            <a:extLst>
              <a:ext uri="{FF2B5EF4-FFF2-40B4-BE49-F238E27FC236}">
                <a16:creationId xmlns:a16="http://schemas.microsoft.com/office/drawing/2014/main" id="{816399A0-9354-4706-93F0-C3D62C401B63}"/>
              </a:ext>
            </a:extLst>
          </p:cNvPr>
          <p:cNvSpPr>
            <a:spLocks noGrp="1"/>
          </p:cNvSpPr>
          <p:nvPr>
            <p:ph type="ftr" sz="quarter" idx="11"/>
          </p:nvPr>
        </p:nvSpPr>
        <p:spPr/>
        <p:txBody>
          <a:bodyPr/>
          <a:lstStyle>
            <a:lvl1pPr>
              <a:defRPr/>
            </a:lvl1pPr>
          </a:lstStyle>
          <a:p>
            <a:pPr>
              <a:defRPr/>
            </a:pPr>
            <a:endParaRPr lang="en-US" altLang="zh-CN"/>
          </a:p>
        </p:txBody>
      </p:sp>
      <p:sp>
        <p:nvSpPr>
          <p:cNvPr id="4" name="Slide Number Placeholder 5">
            <a:extLst>
              <a:ext uri="{FF2B5EF4-FFF2-40B4-BE49-F238E27FC236}">
                <a16:creationId xmlns:a16="http://schemas.microsoft.com/office/drawing/2014/main" id="{CFF6D78E-0DD8-4BD2-AD64-DA29B3CB6F65}"/>
              </a:ext>
            </a:extLst>
          </p:cNvPr>
          <p:cNvSpPr>
            <a:spLocks noGrp="1"/>
          </p:cNvSpPr>
          <p:nvPr>
            <p:ph type="sldNum" sz="quarter" idx="12"/>
          </p:nvPr>
        </p:nvSpPr>
        <p:spPr/>
        <p:txBody>
          <a:bodyPr/>
          <a:lstStyle>
            <a:lvl1pPr>
              <a:defRPr/>
            </a:lvl1pPr>
          </a:lstStyle>
          <a:p>
            <a:fld id="{C511BBD8-7A08-4A64-BCBF-DEFE5A8E9397}" type="slidenum">
              <a:rPr lang="en-US" altLang="zh-CN" smtClean="0"/>
              <a:pPr/>
              <a:t>‹#›</a:t>
            </a:fld>
            <a:endParaRPr lang="en-US" altLang="zh-CN"/>
          </a:p>
        </p:txBody>
      </p:sp>
    </p:spTree>
    <p:extLst>
      <p:ext uri="{BB962C8B-B14F-4D97-AF65-F5344CB8AC3E}">
        <p14:creationId xmlns:p14="http://schemas.microsoft.com/office/powerpoint/2010/main" val="923033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1"/>
            <a:ext cx="2948940" cy="1600197"/>
          </a:xfrm>
        </p:spPr>
        <p:txBody>
          <a:bodyPr anchor="b">
            <a:normAutofit/>
          </a:bodyPr>
          <a:lstStyle>
            <a:lvl1pPr>
              <a:defRPr sz="2400" b="0"/>
            </a:lvl1pPr>
          </a:lstStyle>
          <a:p>
            <a:r>
              <a:rPr lang="zh-CN" altLang="en-US" noProof="1"/>
              <a:t>单击此处编辑母版标题样式</a:t>
            </a:r>
            <a:endParaRPr lang="en-US" noProof="1"/>
          </a:p>
        </p:txBody>
      </p:sp>
      <p:sp>
        <p:nvSpPr>
          <p:cNvPr id="3" name="Content Placeholder 2"/>
          <p:cNvSpPr>
            <a:spLocks noGrp="1"/>
          </p:cNvSpPr>
          <p:nvPr>
            <p:ph idx="1"/>
          </p:nvPr>
        </p:nvSpPr>
        <p:spPr>
          <a:xfrm>
            <a:off x="3886200" y="990600"/>
            <a:ext cx="4629150" cy="4876800"/>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noProof="1"/>
              <a:t>单击此处编辑母版文本样式</a:t>
            </a:r>
          </a:p>
          <a:p>
            <a:pPr lvl="1"/>
            <a:r>
              <a:rPr lang="zh-CN" altLang="en-US" noProof="1"/>
              <a:t>二级</a:t>
            </a:r>
          </a:p>
          <a:p>
            <a:pPr lvl="2"/>
            <a:r>
              <a:rPr lang="zh-CN" altLang="en-US" noProof="1"/>
              <a:t>三级</a:t>
            </a:r>
          </a:p>
          <a:p>
            <a:pPr lvl="3"/>
            <a:r>
              <a:rPr lang="zh-CN" altLang="en-US" noProof="1"/>
              <a:t>四级</a:t>
            </a:r>
          </a:p>
          <a:p>
            <a:pPr lvl="4"/>
            <a:r>
              <a:rPr lang="zh-CN" altLang="en-US" noProof="1"/>
              <a:t>五级</a:t>
            </a:r>
            <a:endParaRPr lang="en-US" noProof="1"/>
          </a:p>
        </p:txBody>
      </p:sp>
      <p:sp>
        <p:nvSpPr>
          <p:cNvPr id="4" name="Text Placeholder 3"/>
          <p:cNvSpPr>
            <a:spLocks noGrp="1"/>
          </p:cNvSpPr>
          <p:nvPr>
            <p:ph type="body" sz="half" idx="2"/>
          </p:nvPr>
        </p:nvSpPr>
        <p:spPr>
          <a:xfrm>
            <a:off x="630936" y="2057399"/>
            <a:ext cx="2948940" cy="3810001"/>
          </a:xfrm>
        </p:spPr>
        <p:txBody>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noProof="1"/>
              <a:t>单击此处编辑母版文本样式</a:t>
            </a:r>
          </a:p>
        </p:txBody>
      </p:sp>
      <p:sp>
        <p:nvSpPr>
          <p:cNvPr id="5" name="Date Placeholder 3">
            <a:extLst>
              <a:ext uri="{FF2B5EF4-FFF2-40B4-BE49-F238E27FC236}">
                <a16:creationId xmlns:a16="http://schemas.microsoft.com/office/drawing/2014/main" id="{8A33AD2E-6DEB-4AF4-A79C-12834056580E}"/>
              </a:ext>
            </a:extLst>
          </p:cNvPr>
          <p:cNvSpPr>
            <a:spLocks noGrp="1"/>
          </p:cNvSpPr>
          <p:nvPr>
            <p:ph type="dt" sz="half" idx="10"/>
          </p:nvPr>
        </p:nvSpPr>
        <p:spPr/>
        <p:txBody>
          <a:bodyPr/>
          <a:lstStyle>
            <a:lvl1pPr>
              <a:defRPr/>
            </a:lvl1pPr>
          </a:lstStyle>
          <a:p>
            <a:pPr>
              <a:defRPr/>
            </a:pPr>
            <a:endParaRPr lang="en-US" altLang="zh-CN"/>
          </a:p>
        </p:txBody>
      </p:sp>
      <p:sp>
        <p:nvSpPr>
          <p:cNvPr id="6" name="Footer Placeholder 4">
            <a:extLst>
              <a:ext uri="{FF2B5EF4-FFF2-40B4-BE49-F238E27FC236}">
                <a16:creationId xmlns:a16="http://schemas.microsoft.com/office/drawing/2014/main" id="{2F46D1DB-23D2-45A0-B12B-31DB83381CC5}"/>
              </a:ext>
            </a:extLst>
          </p:cNvPr>
          <p:cNvSpPr>
            <a:spLocks noGrp="1"/>
          </p:cNvSpPr>
          <p:nvPr>
            <p:ph type="ftr" sz="quarter" idx="11"/>
          </p:nvPr>
        </p:nvSpPr>
        <p:spPr/>
        <p:txBody>
          <a:bodyPr/>
          <a:lstStyle>
            <a:lvl1pPr>
              <a:defRPr/>
            </a:lvl1pPr>
          </a:lstStyle>
          <a:p>
            <a:pPr>
              <a:defRPr/>
            </a:pPr>
            <a:endParaRPr lang="en-US" altLang="zh-CN"/>
          </a:p>
        </p:txBody>
      </p:sp>
      <p:sp>
        <p:nvSpPr>
          <p:cNvPr id="7" name="Slide Number Placeholder 5">
            <a:extLst>
              <a:ext uri="{FF2B5EF4-FFF2-40B4-BE49-F238E27FC236}">
                <a16:creationId xmlns:a16="http://schemas.microsoft.com/office/drawing/2014/main" id="{7417D2F3-2191-4AE0-8322-90EAED316AD6}"/>
              </a:ext>
            </a:extLst>
          </p:cNvPr>
          <p:cNvSpPr>
            <a:spLocks noGrp="1"/>
          </p:cNvSpPr>
          <p:nvPr>
            <p:ph type="sldNum" sz="quarter" idx="12"/>
          </p:nvPr>
        </p:nvSpPr>
        <p:spPr/>
        <p:txBody>
          <a:bodyPr/>
          <a:lstStyle>
            <a:lvl1pPr>
              <a:defRPr/>
            </a:lvl1pPr>
          </a:lstStyle>
          <a:p>
            <a:fld id="{8A1D96BE-1D99-4155-B428-B760FD218C39}" type="slidenum">
              <a:rPr lang="en-US" altLang="zh-CN" smtClean="0"/>
              <a:pPr/>
              <a:t>‹#›</a:t>
            </a:fld>
            <a:endParaRPr lang="en-US" altLang="zh-CN"/>
          </a:p>
        </p:txBody>
      </p:sp>
    </p:spTree>
    <p:extLst>
      <p:ext uri="{BB962C8B-B14F-4D97-AF65-F5344CB8AC3E}">
        <p14:creationId xmlns:p14="http://schemas.microsoft.com/office/powerpoint/2010/main" val="10139397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30936" y="457200"/>
            <a:ext cx="2948940" cy="1600200"/>
          </a:xfrm>
        </p:spPr>
        <p:txBody>
          <a:bodyPr anchor="b">
            <a:normAutofit/>
          </a:bodyPr>
          <a:lstStyle>
            <a:lvl1pPr>
              <a:defRPr sz="2400" b="0"/>
            </a:lvl1pPr>
          </a:lstStyle>
          <a:p>
            <a:r>
              <a:rPr lang="zh-CN" altLang="en-US" noProof="1"/>
              <a:t>单击此处编辑母版标题样式</a:t>
            </a:r>
            <a:endParaRPr lang="en-US" noProof="1"/>
          </a:p>
        </p:txBody>
      </p:sp>
      <p:sp>
        <p:nvSpPr>
          <p:cNvPr id="3" name="Picture Placeholder 2"/>
          <p:cNvSpPr>
            <a:spLocks noGrp="1"/>
          </p:cNvSpPr>
          <p:nvPr>
            <p:ph type="pic" idx="1"/>
          </p:nvPr>
        </p:nvSpPr>
        <p:spPr>
          <a:xfrm>
            <a:off x="3886200" y="990600"/>
            <a:ext cx="4629150" cy="4876800"/>
          </a:xfrm>
        </p:spPr>
        <p:txBody>
          <a:bodyPr rtlCol="0">
            <a:normAutofit/>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zh-CN" altLang="en-US" noProof="0"/>
              <a:t>单击图标添加图片</a:t>
            </a:r>
            <a:endParaRPr lang="en-US" noProof="0" dirty="0"/>
          </a:p>
        </p:txBody>
      </p:sp>
      <p:sp>
        <p:nvSpPr>
          <p:cNvPr id="4" name="Text Placeholder 3"/>
          <p:cNvSpPr>
            <a:spLocks noGrp="1"/>
          </p:cNvSpPr>
          <p:nvPr>
            <p:ph type="body" sz="half" idx="2"/>
          </p:nvPr>
        </p:nvSpPr>
        <p:spPr>
          <a:xfrm>
            <a:off x="630936" y="2057400"/>
            <a:ext cx="2948940" cy="3810000"/>
          </a:xfrm>
        </p:spPr>
        <p:txBody>
          <a:bodyPr/>
          <a:lstStyle>
            <a:lvl1pPr marL="0" indent="0">
              <a:lnSpc>
                <a:spcPct val="90000"/>
              </a:lnSpc>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zh-CN" altLang="en-US" noProof="1"/>
              <a:t>单击此处编辑母版文本样式</a:t>
            </a:r>
          </a:p>
        </p:txBody>
      </p:sp>
      <p:sp>
        <p:nvSpPr>
          <p:cNvPr id="5" name="Date Placeholder 3">
            <a:extLst>
              <a:ext uri="{FF2B5EF4-FFF2-40B4-BE49-F238E27FC236}">
                <a16:creationId xmlns:a16="http://schemas.microsoft.com/office/drawing/2014/main" id="{AFE11BA2-2645-4C86-BF7B-DA6370188702}"/>
              </a:ext>
            </a:extLst>
          </p:cNvPr>
          <p:cNvSpPr>
            <a:spLocks noGrp="1"/>
          </p:cNvSpPr>
          <p:nvPr>
            <p:ph type="dt" sz="half" idx="10"/>
          </p:nvPr>
        </p:nvSpPr>
        <p:spPr/>
        <p:txBody>
          <a:bodyPr/>
          <a:lstStyle>
            <a:lvl1pPr>
              <a:defRPr/>
            </a:lvl1pPr>
          </a:lstStyle>
          <a:p>
            <a:pPr>
              <a:defRPr/>
            </a:pPr>
            <a:endParaRPr lang="en-US" altLang="zh-CN"/>
          </a:p>
        </p:txBody>
      </p:sp>
      <p:sp>
        <p:nvSpPr>
          <p:cNvPr id="6" name="Footer Placeholder 4">
            <a:extLst>
              <a:ext uri="{FF2B5EF4-FFF2-40B4-BE49-F238E27FC236}">
                <a16:creationId xmlns:a16="http://schemas.microsoft.com/office/drawing/2014/main" id="{2CF70980-D09A-4988-A0F8-4D86BA374258}"/>
              </a:ext>
            </a:extLst>
          </p:cNvPr>
          <p:cNvSpPr>
            <a:spLocks noGrp="1"/>
          </p:cNvSpPr>
          <p:nvPr>
            <p:ph type="ftr" sz="quarter" idx="11"/>
          </p:nvPr>
        </p:nvSpPr>
        <p:spPr/>
        <p:txBody>
          <a:bodyPr/>
          <a:lstStyle>
            <a:lvl1pPr>
              <a:defRPr/>
            </a:lvl1pPr>
          </a:lstStyle>
          <a:p>
            <a:pPr>
              <a:defRPr/>
            </a:pPr>
            <a:endParaRPr lang="en-US" altLang="zh-CN"/>
          </a:p>
        </p:txBody>
      </p:sp>
      <p:sp>
        <p:nvSpPr>
          <p:cNvPr id="7" name="Slide Number Placeholder 5">
            <a:extLst>
              <a:ext uri="{FF2B5EF4-FFF2-40B4-BE49-F238E27FC236}">
                <a16:creationId xmlns:a16="http://schemas.microsoft.com/office/drawing/2014/main" id="{03B8F944-89CC-4976-B04A-25BDBFAF7BBD}"/>
              </a:ext>
            </a:extLst>
          </p:cNvPr>
          <p:cNvSpPr>
            <a:spLocks noGrp="1"/>
          </p:cNvSpPr>
          <p:nvPr>
            <p:ph type="sldNum" sz="quarter" idx="12"/>
          </p:nvPr>
        </p:nvSpPr>
        <p:spPr/>
        <p:txBody>
          <a:bodyPr/>
          <a:lstStyle>
            <a:lvl1pPr>
              <a:defRPr/>
            </a:lvl1pPr>
          </a:lstStyle>
          <a:p>
            <a:fld id="{D3AC0780-A946-4E2E-A3A2-4873B8689B0B}" type="slidenum">
              <a:rPr lang="en-US" altLang="zh-CN" smtClean="0"/>
              <a:pPr/>
              <a:t>‹#›</a:t>
            </a:fld>
            <a:endParaRPr lang="en-US" altLang="zh-CN"/>
          </a:p>
        </p:txBody>
      </p:sp>
    </p:spTree>
    <p:extLst>
      <p:ext uri="{BB962C8B-B14F-4D97-AF65-F5344CB8AC3E}">
        <p14:creationId xmlns:p14="http://schemas.microsoft.com/office/powerpoint/2010/main" val="3912888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noProof="1"/>
              <a:t>单击此处编辑母版标题样式</a:t>
            </a:r>
            <a:endParaRPr lang="en-US" noProof="1"/>
          </a:p>
        </p:txBody>
      </p:sp>
      <p:sp>
        <p:nvSpPr>
          <p:cNvPr id="3" name="Vertical Text Placeholder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二级</a:t>
            </a:r>
          </a:p>
          <a:p>
            <a:pPr lvl="2"/>
            <a:r>
              <a:rPr lang="zh-CN" altLang="en-US" noProof="1"/>
              <a:t>三级</a:t>
            </a:r>
          </a:p>
          <a:p>
            <a:pPr lvl="3"/>
            <a:r>
              <a:rPr lang="zh-CN" altLang="en-US" noProof="1"/>
              <a:t>四级</a:t>
            </a:r>
          </a:p>
          <a:p>
            <a:pPr lvl="4"/>
            <a:r>
              <a:rPr lang="zh-CN" altLang="en-US" noProof="1"/>
              <a:t>五级</a:t>
            </a:r>
            <a:endParaRPr lang="en-US" noProof="1"/>
          </a:p>
        </p:txBody>
      </p:sp>
      <p:sp>
        <p:nvSpPr>
          <p:cNvPr id="4" name="Date Placeholder 3">
            <a:extLst>
              <a:ext uri="{FF2B5EF4-FFF2-40B4-BE49-F238E27FC236}">
                <a16:creationId xmlns:a16="http://schemas.microsoft.com/office/drawing/2014/main" id="{F2EEA7E6-CC2A-44FB-9827-7901DE7DB7E8}"/>
              </a:ext>
            </a:extLst>
          </p:cNvPr>
          <p:cNvSpPr>
            <a:spLocks noGrp="1"/>
          </p:cNvSpPr>
          <p:nvPr>
            <p:ph type="dt" sz="half" idx="10"/>
          </p:nvPr>
        </p:nvSpPr>
        <p:spPr/>
        <p:txBody>
          <a:bodyPr/>
          <a:lstStyle>
            <a:lvl1pPr>
              <a:defRPr/>
            </a:lvl1pPr>
          </a:lstStyle>
          <a:p>
            <a:pPr>
              <a:defRPr/>
            </a:pPr>
            <a:endParaRPr lang="en-US" altLang="zh-CN"/>
          </a:p>
        </p:txBody>
      </p:sp>
      <p:sp>
        <p:nvSpPr>
          <p:cNvPr id="5" name="Footer Placeholder 4">
            <a:extLst>
              <a:ext uri="{FF2B5EF4-FFF2-40B4-BE49-F238E27FC236}">
                <a16:creationId xmlns:a16="http://schemas.microsoft.com/office/drawing/2014/main" id="{DA0B0C6C-4F52-4307-B118-8EA1B25993D2}"/>
              </a:ext>
            </a:extLst>
          </p:cNvPr>
          <p:cNvSpPr>
            <a:spLocks noGrp="1"/>
          </p:cNvSpPr>
          <p:nvPr>
            <p:ph type="ftr" sz="quarter" idx="11"/>
          </p:nvPr>
        </p:nvSpPr>
        <p:spPr/>
        <p:txBody>
          <a:bodyPr/>
          <a:lstStyle>
            <a:lvl1pPr>
              <a:defRPr/>
            </a:lvl1pPr>
          </a:lstStyle>
          <a:p>
            <a:pPr>
              <a:defRPr/>
            </a:pPr>
            <a:endParaRPr lang="en-US" altLang="zh-CN"/>
          </a:p>
        </p:txBody>
      </p:sp>
      <p:sp>
        <p:nvSpPr>
          <p:cNvPr id="6" name="Slide Number Placeholder 5">
            <a:extLst>
              <a:ext uri="{FF2B5EF4-FFF2-40B4-BE49-F238E27FC236}">
                <a16:creationId xmlns:a16="http://schemas.microsoft.com/office/drawing/2014/main" id="{14321E3C-95E3-4173-A314-9B6B9C42A5F9}"/>
              </a:ext>
            </a:extLst>
          </p:cNvPr>
          <p:cNvSpPr>
            <a:spLocks noGrp="1"/>
          </p:cNvSpPr>
          <p:nvPr>
            <p:ph type="sldNum" sz="quarter" idx="12"/>
          </p:nvPr>
        </p:nvSpPr>
        <p:spPr/>
        <p:txBody>
          <a:bodyPr/>
          <a:lstStyle>
            <a:lvl1pPr>
              <a:defRPr/>
            </a:lvl1pPr>
          </a:lstStyle>
          <a:p>
            <a:fld id="{29E12649-374E-4A2E-BE2E-814F6AE2B16A}" type="slidenum">
              <a:rPr lang="en-US" altLang="zh-CN" smtClean="0"/>
              <a:pPr/>
              <a:t>‹#›</a:t>
            </a:fld>
            <a:endParaRPr lang="en-US" altLang="zh-CN"/>
          </a:p>
        </p:txBody>
      </p:sp>
    </p:spTree>
    <p:extLst>
      <p:ext uri="{BB962C8B-B14F-4D97-AF65-F5344CB8AC3E}">
        <p14:creationId xmlns:p14="http://schemas.microsoft.com/office/powerpoint/2010/main" val="13542951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0362"/>
            <a:ext cx="1971675" cy="5811838"/>
          </a:xfrm>
        </p:spPr>
        <p:txBody>
          <a:bodyPr vert="eaVert"/>
          <a:lstStyle/>
          <a:p>
            <a:r>
              <a:rPr lang="zh-CN" altLang="en-US" noProof="1"/>
              <a:t>单击此处编辑母版标题样式</a:t>
            </a:r>
            <a:endParaRPr lang="en-US" noProof="1"/>
          </a:p>
        </p:txBody>
      </p:sp>
      <p:sp>
        <p:nvSpPr>
          <p:cNvPr id="3" name="Vertical Text Placeholder 2"/>
          <p:cNvSpPr>
            <a:spLocks noGrp="1"/>
          </p:cNvSpPr>
          <p:nvPr>
            <p:ph type="body" orient="vert" idx="1"/>
          </p:nvPr>
        </p:nvSpPr>
        <p:spPr>
          <a:xfrm>
            <a:off x="628650" y="360363"/>
            <a:ext cx="5800725" cy="5811837"/>
          </a:xfrm>
        </p:spPr>
        <p:txBody>
          <a:bodyPr vert="eaVert"/>
          <a:lstStyle/>
          <a:p>
            <a:pPr lvl="0"/>
            <a:r>
              <a:rPr lang="zh-CN" altLang="en-US" noProof="1"/>
              <a:t>单击此处编辑母版文本样式</a:t>
            </a:r>
          </a:p>
          <a:p>
            <a:pPr lvl="1"/>
            <a:r>
              <a:rPr lang="zh-CN" altLang="en-US" noProof="1"/>
              <a:t>二级</a:t>
            </a:r>
          </a:p>
          <a:p>
            <a:pPr lvl="2"/>
            <a:r>
              <a:rPr lang="zh-CN" altLang="en-US" noProof="1"/>
              <a:t>三级</a:t>
            </a:r>
          </a:p>
          <a:p>
            <a:pPr lvl="3"/>
            <a:r>
              <a:rPr lang="zh-CN" altLang="en-US" noProof="1"/>
              <a:t>四级</a:t>
            </a:r>
          </a:p>
          <a:p>
            <a:pPr lvl="4"/>
            <a:r>
              <a:rPr lang="zh-CN" altLang="en-US" noProof="1"/>
              <a:t>五级</a:t>
            </a:r>
            <a:endParaRPr lang="en-US" noProof="1"/>
          </a:p>
        </p:txBody>
      </p:sp>
      <p:sp>
        <p:nvSpPr>
          <p:cNvPr id="4" name="Date Placeholder 3">
            <a:extLst>
              <a:ext uri="{FF2B5EF4-FFF2-40B4-BE49-F238E27FC236}">
                <a16:creationId xmlns:a16="http://schemas.microsoft.com/office/drawing/2014/main" id="{DC7E3772-D4C0-460C-AE3A-DA07F0D017EF}"/>
              </a:ext>
            </a:extLst>
          </p:cNvPr>
          <p:cNvSpPr>
            <a:spLocks noGrp="1"/>
          </p:cNvSpPr>
          <p:nvPr>
            <p:ph type="dt" sz="half" idx="10"/>
          </p:nvPr>
        </p:nvSpPr>
        <p:spPr/>
        <p:txBody>
          <a:bodyPr/>
          <a:lstStyle>
            <a:lvl1pPr>
              <a:defRPr/>
            </a:lvl1pPr>
          </a:lstStyle>
          <a:p>
            <a:pPr>
              <a:defRPr/>
            </a:pPr>
            <a:endParaRPr lang="en-US" altLang="zh-CN"/>
          </a:p>
        </p:txBody>
      </p:sp>
      <p:sp>
        <p:nvSpPr>
          <p:cNvPr id="5" name="Footer Placeholder 4">
            <a:extLst>
              <a:ext uri="{FF2B5EF4-FFF2-40B4-BE49-F238E27FC236}">
                <a16:creationId xmlns:a16="http://schemas.microsoft.com/office/drawing/2014/main" id="{E9F17A07-0398-4508-A4EB-5F91716CED33}"/>
              </a:ext>
            </a:extLst>
          </p:cNvPr>
          <p:cNvSpPr>
            <a:spLocks noGrp="1"/>
          </p:cNvSpPr>
          <p:nvPr>
            <p:ph type="ftr" sz="quarter" idx="11"/>
          </p:nvPr>
        </p:nvSpPr>
        <p:spPr/>
        <p:txBody>
          <a:bodyPr/>
          <a:lstStyle>
            <a:lvl1pPr>
              <a:defRPr/>
            </a:lvl1pPr>
          </a:lstStyle>
          <a:p>
            <a:pPr>
              <a:defRPr/>
            </a:pPr>
            <a:endParaRPr lang="en-US" altLang="zh-CN"/>
          </a:p>
        </p:txBody>
      </p:sp>
      <p:sp>
        <p:nvSpPr>
          <p:cNvPr id="6" name="Slide Number Placeholder 5">
            <a:extLst>
              <a:ext uri="{FF2B5EF4-FFF2-40B4-BE49-F238E27FC236}">
                <a16:creationId xmlns:a16="http://schemas.microsoft.com/office/drawing/2014/main" id="{200656AB-A5D4-4116-9083-0DFD3809A06D}"/>
              </a:ext>
            </a:extLst>
          </p:cNvPr>
          <p:cNvSpPr>
            <a:spLocks noGrp="1"/>
          </p:cNvSpPr>
          <p:nvPr>
            <p:ph type="sldNum" sz="quarter" idx="12"/>
          </p:nvPr>
        </p:nvSpPr>
        <p:spPr/>
        <p:txBody>
          <a:bodyPr/>
          <a:lstStyle>
            <a:lvl1pPr>
              <a:defRPr/>
            </a:lvl1pPr>
          </a:lstStyle>
          <a:p>
            <a:fld id="{4A337AE7-DAE8-4466-80A5-FF84CBAA1A65}" type="slidenum">
              <a:rPr lang="en-US" altLang="zh-CN" smtClean="0"/>
              <a:pPr/>
              <a:t>‹#›</a:t>
            </a:fld>
            <a:endParaRPr lang="en-US" altLang="zh-CN"/>
          </a:p>
        </p:txBody>
      </p:sp>
    </p:spTree>
    <p:extLst>
      <p:ext uri="{BB962C8B-B14F-4D97-AF65-F5344CB8AC3E}">
        <p14:creationId xmlns:p14="http://schemas.microsoft.com/office/powerpoint/2010/main" val="693112723"/>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noProof="1"/>
              <a:t>单击此处编辑母版标题样式</a:t>
            </a:r>
          </a:p>
        </p:txBody>
      </p:sp>
      <p:sp>
        <p:nvSpPr>
          <p:cNvPr id="3" name="表格占位符 2"/>
          <p:cNvSpPr>
            <a:spLocks noGrp="1"/>
          </p:cNvSpPr>
          <p:nvPr>
            <p:ph type="tbl" idx="1"/>
          </p:nvPr>
        </p:nvSpPr>
        <p:spPr>
          <a:xfrm>
            <a:off x="457200" y="1600200"/>
            <a:ext cx="8229600" cy="4530725"/>
          </a:xfrm>
        </p:spPr>
        <p:txBody>
          <a:bodyPr rtlCol="0">
            <a:normAutofit/>
          </a:bodyPr>
          <a:lstStyle/>
          <a:p>
            <a:pPr lvl="0"/>
            <a:r>
              <a:rPr lang="zh-CN" altLang="en-US" noProof="0"/>
              <a:t>单击图标添加表格</a:t>
            </a:r>
          </a:p>
        </p:txBody>
      </p:sp>
      <p:sp>
        <p:nvSpPr>
          <p:cNvPr id="4" name="Date Placeholder 3">
            <a:extLst>
              <a:ext uri="{FF2B5EF4-FFF2-40B4-BE49-F238E27FC236}">
                <a16:creationId xmlns:a16="http://schemas.microsoft.com/office/drawing/2014/main" id="{C512C9AE-DCDD-4E04-A04F-F233CFAEC2F4}"/>
              </a:ext>
            </a:extLst>
          </p:cNvPr>
          <p:cNvSpPr>
            <a:spLocks noGrp="1"/>
          </p:cNvSpPr>
          <p:nvPr>
            <p:ph type="dt" sz="half" idx="10"/>
          </p:nvPr>
        </p:nvSpPr>
        <p:spPr/>
        <p:txBody>
          <a:bodyPr/>
          <a:lstStyle>
            <a:lvl1pPr>
              <a:defRPr/>
            </a:lvl1pPr>
          </a:lstStyle>
          <a:p>
            <a:pPr>
              <a:defRPr/>
            </a:pPr>
            <a:endParaRPr lang="en-US" altLang="zh-CN"/>
          </a:p>
        </p:txBody>
      </p:sp>
      <p:sp>
        <p:nvSpPr>
          <p:cNvPr id="5" name="Footer Placeholder 4">
            <a:extLst>
              <a:ext uri="{FF2B5EF4-FFF2-40B4-BE49-F238E27FC236}">
                <a16:creationId xmlns:a16="http://schemas.microsoft.com/office/drawing/2014/main" id="{EB215395-8C76-4F42-B5A2-248312DCAA32}"/>
              </a:ext>
            </a:extLst>
          </p:cNvPr>
          <p:cNvSpPr>
            <a:spLocks noGrp="1"/>
          </p:cNvSpPr>
          <p:nvPr>
            <p:ph type="ftr" sz="quarter" idx="11"/>
          </p:nvPr>
        </p:nvSpPr>
        <p:spPr/>
        <p:txBody>
          <a:bodyPr/>
          <a:lstStyle>
            <a:lvl1pPr>
              <a:defRPr/>
            </a:lvl1pPr>
          </a:lstStyle>
          <a:p>
            <a:pPr>
              <a:defRPr/>
            </a:pPr>
            <a:endParaRPr lang="en-US" altLang="zh-CN"/>
          </a:p>
        </p:txBody>
      </p:sp>
      <p:sp>
        <p:nvSpPr>
          <p:cNvPr id="6" name="Slide Number Placeholder 5">
            <a:extLst>
              <a:ext uri="{FF2B5EF4-FFF2-40B4-BE49-F238E27FC236}">
                <a16:creationId xmlns:a16="http://schemas.microsoft.com/office/drawing/2014/main" id="{9CE1F831-1DA4-4961-BA8E-42854D1E8A7E}"/>
              </a:ext>
            </a:extLst>
          </p:cNvPr>
          <p:cNvSpPr>
            <a:spLocks noGrp="1"/>
          </p:cNvSpPr>
          <p:nvPr>
            <p:ph type="sldNum" sz="quarter" idx="12"/>
          </p:nvPr>
        </p:nvSpPr>
        <p:spPr/>
        <p:txBody>
          <a:bodyPr/>
          <a:lstStyle>
            <a:lvl1pPr>
              <a:defRPr/>
            </a:lvl1pPr>
          </a:lstStyle>
          <a:p>
            <a:fld id="{4A337AE7-DAE8-4466-80A5-FF84CBAA1A65}" type="slidenum">
              <a:rPr lang="en-US" altLang="zh-CN" smtClean="0"/>
              <a:pPr/>
              <a:t>‹#›</a:t>
            </a:fld>
            <a:endParaRPr lang="en-US" altLang="zh-CN"/>
          </a:p>
        </p:txBody>
      </p:sp>
    </p:spTree>
    <p:extLst>
      <p:ext uri="{BB962C8B-B14F-4D97-AF65-F5344CB8AC3E}">
        <p14:creationId xmlns:p14="http://schemas.microsoft.com/office/powerpoint/2010/main" val="605507261"/>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7813"/>
            <a:ext cx="8229600" cy="1139825"/>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307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a:extLst>
              <a:ext uri="{FF2B5EF4-FFF2-40B4-BE49-F238E27FC236}">
                <a16:creationId xmlns:a16="http://schemas.microsoft.com/office/drawing/2014/main" id="{1F393E31-B9D9-4B21-BB9D-8C0BAB2B282D}"/>
              </a:ext>
            </a:extLst>
          </p:cNvPr>
          <p:cNvSpPr>
            <a:spLocks noGrp="1"/>
          </p:cNvSpPr>
          <p:nvPr>
            <p:ph type="dt" sz="half" idx="10"/>
          </p:nvPr>
        </p:nvSpPr>
        <p:spPr/>
        <p:txBody>
          <a:bodyPr/>
          <a:lstStyle>
            <a:lvl1pPr>
              <a:defRPr/>
            </a:lvl1pPr>
          </a:lstStyle>
          <a:p>
            <a:pPr>
              <a:defRPr/>
            </a:pPr>
            <a:endParaRPr lang="en-US" altLang="zh-CN"/>
          </a:p>
        </p:txBody>
      </p:sp>
      <p:sp>
        <p:nvSpPr>
          <p:cNvPr id="6" name="页脚占位符 4">
            <a:extLst>
              <a:ext uri="{FF2B5EF4-FFF2-40B4-BE49-F238E27FC236}">
                <a16:creationId xmlns:a16="http://schemas.microsoft.com/office/drawing/2014/main" id="{7873B805-55F2-451D-A3DA-E96BD921CE28}"/>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5">
            <a:extLst>
              <a:ext uri="{FF2B5EF4-FFF2-40B4-BE49-F238E27FC236}">
                <a16:creationId xmlns:a16="http://schemas.microsoft.com/office/drawing/2014/main" id="{8E618381-F0C8-4161-A037-B9D1FC651FAF}"/>
              </a:ext>
            </a:extLst>
          </p:cNvPr>
          <p:cNvSpPr>
            <a:spLocks noGrp="1"/>
          </p:cNvSpPr>
          <p:nvPr>
            <p:ph type="sldNum" sz="quarter" idx="12"/>
          </p:nvPr>
        </p:nvSpPr>
        <p:spPr/>
        <p:txBody>
          <a:bodyPr/>
          <a:lstStyle>
            <a:lvl1pPr>
              <a:defRPr/>
            </a:lvl1pPr>
          </a:lstStyle>
          <a:p>
            <a:fld id="{70529B35-F703-4417-8550-3F7416917CB8}" type="slidenum">
              <a:rPr lang="en-US" altLang="zh-CN"/>
              <a:pPr/>
              <a:t>‹#›</a:t>
            </a:fld>
            <a:endParaRPr lang="en-US" altLang="zh-CN"/>
          </a:p>
        </p:txBody>
      </p:sp>
    </p:spTree>
    <p:extLst>
      <p:ext uri="{BB962C8B-B14F-4D97-AF65-F5344CB8AC3E}">
        <p14:creationId xmlns:p14="http://schemas.microsoft.com/office/powerpoint/2010/main" val="15863855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70E1B553-E368-40D3-9D3E-3BD6D64E1BCF}"/>
              </a:ext>
            </a:extLst>
          </p:cNvPr>
          <p:cNvSpPr>
            <a:spLocks noGrp="1" noChangeArrowheads="1"/>
          </p:cNvSpPr>
          <p:nvPr>
            <p:ph type="title" idx="4294967295"/>
          </p:nvPr>
        </p:nvSpPr>
        <p:spPr bwMode="auto">
          <a:xfrm>
            <a:off x="633413" y="365125"/>
            <a:ext cx="78867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Text Placeholder 2">
            <a:extLst>
              <a:ext uri="{FF2B5EF4-FFF2-40B4-BE49-F238E27FC236}">
                <a16:creationId xmlns:a16="http://schemas.microsoft.com/office/drawing/2014/main" id="{2D4F9B0E-3BF4-4FE4-8C05-05BA84AA6F3D}"/>
              </a:ext>
            </a:extLst>
          </p:cNvPr>
          <p:cNvSpPr>
            <a:spLocks noGrp="1" noChangeArrowheads="1"/>
          </p:cNvSpPr>
          <p:nvPr>
            <p:ph type="body" idx="4294967295"/>
          </p:nvPr>
        </p:nvSpPr>
        <p:spPr bwMode="auto">
          <a:xfrm>
            <a:off x="633413" y="1828800"/>
            <a:ext cx="78867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ltLang="zh-CN"/>
          </a:p>
        </p:txBody>
      </p:sp>
      <p:sp>
        <p:nvSpPr>
          <p:cNvPr id="4" name="Date Placeholder 3">
            <a:extLst>
              <a:ext uri="{FF2B5EF4-FFF2-40B4-BE49-F238E27FC236}">
                <a16:creationId xmlns:a16="http://schemas.microsoft.com/office/drawing/2014/main" id="{3AB03578-8626-4448-B336-3FEB4105EF55}"/>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eaLnBrk="1" fontAlgn="auto" hangingPunct="1">
              <a:spcBef>
                <a:spcPts val="0"/>
              </a:spcBef>
              <a:spcAft>
                <a:spcPts val="0"/>
              </a:spcAft>
              <a:defRPr sz="825">
                <a:solidFill>
                  <a:schemeClr val="tx1">
                    <a:lumMod val="65000"/>
                    <a:lumOff val="35000"/>
                  </a:schemeClr>
                </a:solidFill>
                <a:latin typeface="+mn-lt"/>
              </a:defRPr>
            </a:lvl1pPr>
          </a:lstStyle>
          <a:p>
            <a:pPr>
              <a:defRPr/>
            </a:pPr>
            <a:endParaRPr lang="en-US" altLang="zh-CN"/>
          </a:p>
        </p:txBody>
      </p:sp>
      <p:sp>
        <p:nvSpPr>
          <p:cNvPr id="5" name="Footer Placeholder 4">
            <a:extLst>
              <a:ext uri="{FF2B5EF4-FFF2-40B4-BE49-F238E27FC236}">
                <a16:creationId xmlns:a16="http://schemas.microsoft.com/office/drawing/2014/main" id="{ABE14521-3337-49DA-BA1B-81BE548869B2}"/>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eaLnBrk="1" fontAlgn="auto" hangingPunct="1">
              <a:spcBef>
                <a:spcPts val="0"/>
              </a:spcBef>
              <a:spcAft>
                <a:spcPts val="0"/>
              </a:spcAft>
              <a:defRPr sz="825">
                <a:solidFill>
                  <a:schemeClr val="tx1">
                    <a:lumMod val="65000"/>
                    <a:lumOff val="35000"/>
                  </a:schemeClr>
                </a:solidFill>
                <a:latin typeface="+mn-lt"/>
              </a:defRPr>
            </a:lvl1pPr>
          </a:lstStyle>
          <a:p>
            <a:pPr>
              <a:defRPr/>
            </a:pPr>
            <a:endParaRPr lang="en-US" altLang="zh-CN"/>
          </a:p>
        </p:txBody>
      </p:sp>
      <p:sp>
        <p:nvSpPr>
          <p:cNvPr id="6" name="Slide Number Placeholder 5">
            <a:extLst>
              <a:ext uri="{FF2B5EF4-FFF2-40B4-BE49-F238E27FC236}">
                <a16:creationId xmlns:a16="http://schemas.microsoft.com/office/drawing/2014/main" id="{CD837BF5-319D-4483-810E-894D2B2F1218}"/>
              </a:ext>
            </a:extLst>
          </p:cNvPr>
          <p:cNvSpPr>
            <a:spLocks noGrp="1"/>
          </p:cNvSpPr>
          <p:nvPr>
            <p:ph type="sldNum" sz="quarter" idx="4"/>
          </p:nvPr>
        </p:nvSpPr>
        <p:spPr>
          <a:xfrm>
            <a:off x="6462713" y="6356350"/>
            <a:ext cx="20574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800" smtClean="0">
                <a:solidFill>
                  <a:srgbClr val="898989"/>
                </a:solidFill>
              </a:defRPr>
            </a:lvl1pPr>
          </a:lstStyle>
          <a:p>
            <a:fld id="{4A337AE7-DAE8-4466-80A5-FF84CBAA1A65}" type="slidenum">
              <a:rPr lang="en-US" altLang="zh-CN" smtClean="0"/>
              <a:pPr/>
              <a:t>‹#›</a:t>
            </a:fld>
            <a:endParaRPr lang="en-US" altLang="zh-CN"/>
          </a:p>
        </p:txBody>
      </p:sp>
    </p:spTree>
    <p:extLst>
      <p:ext uri="{BB962C8B-B14F-4D97-AF65-F5344CB8AC3E}">
        <p14:creationId xmlns:p14="http://schemas.microsoft.com/office/powerpoint/2010/main" val="2927864348"/>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 id="2147483722" r:id="rId13"/>
  </p:sldLayoutIdLst>
  <p:hf hdr="0" ftr="0" dt="0"/>
  <p:txStyles>
    <p:titleStyle>
      <a:lvl1pPr algn="l" defTabSz="685800" rtl="0" eaLnBrk="1" fontAlgn="base" hangingPunct="1">
        <a:lnSpc>
          <a:spcPct val="90000"/>
        </a:lnSpc>
        <a:spcBef>
          <a:spcPct val="0"/>
        </a:spcBef>
        <a:spcAft>
          <a:spcPct val="0"/>
        </a:spcAft>
        <a:defRPr sz="3300" kern="1200">
          <a:solidFill>
            <a:schemeClr val="tx1"/>
          </a:solidFill>
          <a:latin typeface="+mj-lt"/>
          <a:ea typeface="+mj-ea"/>
          <a:cs typeface="+mj-cs"/>
        </a:defRPr>
      </a:lvl1pPr>
      <a:lvl2pPr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2pPr>
      <a:lvl3pPr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3pPr>
      <a:lvl4pPr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4pPr>
      <a:lvl5pPr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5pPr>
      <a:lvl6pPr marL="457200"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6pPr>
      <a:lvl7pPr marL="914400"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7pPr>
      <a:lvl8pPr marL="1371600"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8pPr>
      <a:lvl9pPr marL="1828800" algn="l" defTabSz="685800" rtl="0" eaLnBrk="1" fontAlgn="base" hangingPunct="1">
        <a:lnSpc>
          <a:spcPct val="90000"/>
        </a:lnSpc>
        <a:spcBef>
          <a:spcPct val="0"/>
        </a:spcBef>
        <a:spcAft>
          <a:spcPct val="0"/>
        </a:spcAft>
        <a:defRPr sz="3300">
          <a:solidFill>
            <a:schemeClr val="tx1"/>
          </a:solidFill>
          <a:latin typeface="Calibri Light" panose="020F0302020204030204" pitchFamily="34" charset="0"/>
        </a:defRPr>
      </a:lvl9pPr>
    </p:titleStyle>
    <p:bodyStyle>
      <a:lvl1pPr marL="171450" indent="-171450" algn="l" defTabSz="685800" rtl="0" eaLnBrk="1" fontAlgn="base" hangingPunct="1">
        <a:lnSpc>
          <a:spcPct val="90000"/>
        </a:lnSpc>
        <a:spcBef>
          <a:spcPts val="750"/>
        </a:spcBef>
        <a:spcAft>
          <a:spcPct val="0"/>
        </a:spcAft>
        <a:buFont typeface="Wingdings 2" panose="05020102010507070707" pitchFamily="18" charset="2"/>
        <a:buChar char=""/>
        <a:defRPr sz="2100" kern="1200">
          <a:solidFill>
            <a:schemeClr val="tx1"/>
          </a:solidFill>
          <a:latin typeface="+mn-lt"/>
          <a:ea typeface="+mn-ea"/>
          <a:cs typeface="+mn-cs"/>
        </a:defRPr>
      </a:lvl1pPr>
      <a:lvl2pPr marL="514350" indent="-171450" algn="l" defTabSz="685800" rtl="0" eaLnBrk="1" fontAlgn="base" hangingPunct="1">
        <a:lnSpc>
          <a:spcPct val="90000"/>
        </a:lnSpc>
        <a:spcBef>
          <a:spcPts val="375"/>
        </a:spcBef>
        <a:spcAft>
          <a:spcPct val="0"/>
        </a:spcAft>
        <a:buFont typeface="Wingdings 2" panose="05020102010507070707" pitchFamily="18" charset="2"/>
        <a:buChar char=""/>
        <a:defRPr kern="1200">
          <a:solidFill>
            <a:schemeClr val="tx1"/>
          </a:solidFill>
          <a:latin typeface="+mn-lt"/>
          <a:ea typeface="+mn-ea"/>
          <a:cs typeface="+mn-cs"/>
        </a:defRPr>
      </a:lvl2pPr>
      <a:lvl3pPr marL="857250" indent="-171450" algn="l" defTabSz="685800" rtl="0" eaLnBrk="1" fontAlgn="base" hangingPunct="1">
        <a:lnSpc>
          <a:spcPct val="90000"/>
        </a:lnSpc>
        <a:spcBef>
          <a:spcPts val="375"/>
        </a:spcBef>
        <a:spcAft>
          <a:spcPct val="0"/>
        </a:spcAft>
        <a:buFont typeface="Wingdings 2" panose="05020102010507070707" pitchFamily="18" charset="2"/>
        <a:buChar char=""/>
        <a:defRPr sz="1500" kern="1200">
          <a:solidFill>
            <a:schemeClr val="tx1"/>
          </a:solidFill>
          <a:latin typeface="+mn-lt"/>
          <a:ea typeface="+mn-ea"/>
          <a:cs typeface="+mn-cs"/>
        </a:defRPr>
      </a:lvl3pPr>
      <a:lvl4pPr marL="1200150" indent="-171450" algn="l" defTabSz="685800" rtl="0" eaLnBrk="1" fontAlgn="base" hangingPunct="1">
        <a:lnSpc>
          <a:spcPct val="90000"/>
        </a:lnSpc>
        <a:spcBef>
          <a:spcPts val="375"/>
        </a:spcBef>
        <a:spcAft>
          <a:spcPct val="0"/>
        </a:spcAft>
        <a:buFont typeface="Wingdings 2" panose="05020102010507070707" pitchFamily="18" charset="2"/>
        <a:buChar char=""/>
        <a:defRPr sz="1300" kern="1200">
          <a:solidFill>
            <a:schemeClr val="tx1"/>
          </a:solidFill>
          <a:latin typeface="+mn-lt"/>
          <a:ea typeface="+mn-ea"/>
          <a:cs typeface="+mn-cs"/>
        </a:defRPr>
      </a:lvl4pPr>
      <a:lvl5pPr marL="1543050" indent="-171450" algn="l" defTabSz="685800" rtl="0" eaLnBrk="1" fontAlgn="base" hangingPunct="1">
        <a:lnSpc>
          <a:spcPct val="90000"/>
        </a:lnSpc>
        <a:spcBef>
          <a:spcPts val="375"/>
        </a:spcBef>
        <a:spcAft>
          <a:spcPct val="0"/>
        </a:spcAft>
        <a:buFont typeface="Wingdings 2" panose="05020102010507070707" pitchFamily="18" charset="2"/>
        <a:buChar char=""/>
        <a:defRPr sz="1300" kern="1200">
          <a:solidFill>
            <a:schemeClr val="tx1"/>
          </a:solidFill>
          <a:latin typeface="+mn-lt"/>
          <a:ea typeface="+mn-ea"/>
          <a:cs typeface="+mn-cs"/>
        </a:defRPr>
      </a:lvl5pPr>
      <a:lvl6pPr marL="1885950" indent="-171450" algn="l" defTabSz="685800" rtl="0" eaLnBrk="1" latinLnBrk="0" hangingPunct="1">
        <a:spcBef>
          <a:spcPct val="20000"/>
        </a:spcBef>
        <a:buFont typeface="Wingdings 2" panose="05020102010507070707" pitchFamily="18" charset="2"/>
        <a:buChar char=""/>
        <a:defRPr sz="1350" kern="1200">
          <a:solidFill>
            <a:schemeClr val="tx1"/>
          </a:solidFill>
          <a:latin typeface="+mn-lt"/>
          <a:ea typeface="+mn-ea"/>
          <a:cs typeface="+mn-cs"/>
        </a:defRPr>
      </a:lvl6pPr>
      <a:lvl7pPr marL="2228850" indent="-171450" algn="l" defTabSz="685800" rtl="0" eaLnBrk="1" latinLnBrk="0" hangingPunct="1">
        <a:spcBef>
          <a:spcPct val="20000"/>
        </a:spcBef>
        <a:buFont typeface="Wingdings 2" panose="05020102010507070707" pitchFamily="18" charset="2"/>
        <a:buChar char=""/>
        <a:defRPr sz="1350" kern="1200">
          <a:solidFill>
            <a:schemeClr val="tx1"/>
          </a:solidFill>
          <a:latin typeface="+mn-lt"/>
          <a:ea typeface="+mn-ea"/>
          <a:cs typeface="+mn-cs"/>
        </a:defRPr>
      </a:lvl7pPr>
      <a:lvl8pPr marL="2571750" indent="-171450" algn="l" defTabSz="685800" rtl="0" eaLnBrk="1" latinLnBrk="0" hangingPunct="1">
        <a:spcBef>
          <a:spcPct val="20000"/>
        </a:spcBef>
        <a:buFont typeface="Wingdings 2" panose="05020102010507070707" pitchFamily="18" charset="2"/>
        <a:buChar char=""/>
        <a:defRPr sz="1350" kern="1200">
          <a:solidFill>
            <a:schemeClr val="tx1"/>
          </a:solidFill>
          <a:latin typeface="+mn-lt"/>
          <a:ea typeface="+mn-ea"/>
          <a:cs typeface="+mn-cs"/>
        </a:defRPr>
      </a:lvl8pPr>
      <a:lvl9pPr marL="2914650" indent="-171450" algn="l" defTabSz="685800" rtl="0" eaLnBrk="1" latinLnBrk="0" hangingPunct="1">
        <a:spcBef>
          <a:spcPct val="20000"/>
        </a:spcBef>
        <a:buFont typeface="Wingdings 2" panose="05020102010507070707" pitchFamily="18" charset="2"/>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内容占位符 2">
            <a:extLst>
              <a:ext uri="{FF2B5EF4-FFF2-40B4-BE49-F238E27FC236}">
                <a16:creationId xmlns:a16="http://schemas.microsoft.com/office/drawing/2014/main" id="{653488C5-8F2A-498A-AA6C-41A3B39BC61C}"/>
              </a:ext>
            </a:extLst>
          </p:cNvPr>
          <p:cNvSpPr>
            <a:spLocks noGrp="1"/>
          </p:cNvSpPr>
          <p:nvPr>
            <p:ph idx="1"/>
          </p:nvPr>
        </p:nvSpPr>
        <p:spPr>
          <a:xfrm>
            <a:off x="323850" y="1628775"/>
            <a:ext cx="8229600" cy="4032250"/>
          </a:xfrm>
        </p:spPr>
        <p:txBody>
          <a:bodyPr/>
          <a:lstStyle/>
          <a:p>
            <a:pPr algn="ctr" eaLnBrk="1" hangingPunct="1">
              <a:spcBef>
                <a:spcPts val="600"/>
              </a:spcBef>
              <a:buFont typeface="Arial" charset="0"/>
              <a:buNone/>
              <a:defRPr/>
            </a:pPr>
            <a:r>
              <a:rPr lang="zh-CN" altLang="en-US" sz="5400" b="1" dirty="0">
                <a:solidFill>
                  <a:srgbClr val="C00000"/>
                </a:solidFill>
                <a:effectLst>
                  <a:outerShdw blurRad="38100" dist="38100" dir="2700000" algn="tl">
                    <a:srgbClr val="000000">
                      <a:alpha val="43137"/>
                    </a:srgbClr>
                  </a:outerShdw>
                </a:effectLst>
                <a:latin typeface="+mn-ea"/>
              </a:rPr>
              <a:t>代数结构与组合数学</a:t>
            </a:r>
            <a:br>
              <a:rPr lang="zh-CN" altLang="en-US" sz="5400" b="1" dirty="0">
                <a:solidFill>
                  <a:srgbClr val="C00000"/>
                </a:solidFill>
                <a:effectLst>
                  <a:outerShdw blurRad="38100" dist="38100" dir="2700000" algn="tl">
                    <a:srgbClr val="000000">
                      <a:alpha val="43137"/>
                    </a:srgbClr>
                  </a:outerShdw>
                </a:effectLst>
                <a:latin typeface="+mn-ea"/>
              </a:rPr>
            </a:br>
            <a:r>
              <a:rPr lang="en-US" altLang="zh-CN" sz="4000" b="1" dirty="0">
                <a:solidFill>
                  <a:srgbClr val="C00000"/>
                </a:solidFill>
                <a:effectLst>
                  <a:outerShdw blurRad="38100" dist="38100" dir="2700000" algn="tl">
                    <a:srgbClr val="000000">
                      <a:alpha val="43137"/>
                    </a:srgbClr>
                  </a:outerShdw>
                </a:effectLst>
                <a:latin typeface="+mn-ea"/>
              </a:rPr>
              <a:t>-</a:t>
            </a:r>
            <a:r>
              <a:rPr lang="zh-CN" altLang="en-US" sz="4000" b="1" dirty="0">
                <a:solidFill>
                  <a:srgbClr val="C00000"/>
                </a:solidFill>
                <a:effectLst>
                  <a:outerShdw blurRad="38100" dist="38100" dir="2700000" algn="tl">
                    <a:srgbClr val="000000">
                      <a:alpha val="43137"/>
                    </a:srgbClr>
                  </a:outerShdw>
                </a:effectLst>
                <a:latin typeface="Arial" charset="0"/>
              </a:rPr>
              <a:t>离散数学 </a:t>
            </a:r>
            <a:r>
              <a:rPr lang="en-US" altLang="zh-CN" sz="4000" dirty="0">
                <a:solidFill>
                  <a:srgbClr val="C00000"/>
                </a:solidFill>
                <a:effectLst>
                  <a:outerShdw blurRad="38100" dist="38100" dir="2700000" algn="tl">
                    <a:srgbClr val="000000">
                      <a:alpha val="43137"/>
                    </a:srgbClr>
                  </a:outerShdw>
                </a:effectLst>
                <a:latin typeface="Arial" charset="0"/>
              </a:rPr>
              <a:t>2</a:t>
            </a:r>
          </a:p>
          <a:p>
            <a:pPr algn="ctr" eaLnBrk="1" hangingPunct="1">
              <a:spcBef>
                <a:spcPts val="600"/>
              </a:spcBef>
              <a:buFont typeface="Arial" charset="0"/>
              <a:buNone/>
              <a:defRPr/>
            </a:pPr>
            <a:r>
              <a:rPr lang="en-US" altLang="zh-CN" dirty="0">
                <a:latin typeface="Arial" charset="0"/>
              </a:rPr>
              <a:t>Algebraic Structure and </a:t>
            </a:r>
            <a:br>
              <a:rPr lang="en-US" altLang="zh-CN" dirty="0">
                <a:latin typeface="Arial" charset="0"/>
              </a:rPr>
            </a:br>
            <a:r>
              <a:rPr lang="en-US" altLang="zh-CN" dirty="0">
                <a:latin typeface="Arial" charset="0"/>
              </a:rPr>
              <a:t>Combinatorial Mathematics</a:t>
            </a:r>
          </a:p>
          <a:p>
            <a:pPr algn="ctr" eaLnBrk="1" hangingPunct="1">
              <a:spcBef>
                <a:spcPts val="1800"/>
              </a:spcBef>
              <a:buFont typeface="Arial" charset="0"/>
              <a:buNone/>
              <a:defRPr/>
            </a:pPr>
            <a:r>
              <a:rPr lang="zh-CN" altLang="en-US" b="1">
                <a:latin typeface="+mn-ea"/>
              </a:rPr>
              <a:t>屈婉玲  </a:t>
            </a:r>
            <a:r>
              <a:rPr lang="en-US" altLang="zh-CN" dirty="0">
                <a:latin typeface="Arial" charset="0"/>
              </a:rPr>
              <a:t>qwl@pku.edu.cn</a:t>
            </a:r>
          </a:p>
          <a:p>
            <a:pPr eaLnBrk="1" hangingPunct="1">
              <a:spcBef>
                <a:spcPts val="600"/>
              </a:spcBef>
              <a:buFont typeface="Arial" charset="0"/>
              <a:buNone/>
              <a:defRPr/>
            </a:pPr>
            <a:endParaRPr lang="en-US" altLang="zh-CN" dirty="0">
              <a:latin typeface="Arial" charset="0"/>
            </a:endParaRPr>
          </a:p>
          <a:p>
            <a:pPr eaLnBrk="1" hangingPunct="1">
              <a:spcBef>
                <a:spcPts val="600"/>
              </a:spcBef>
              <a:buFont typeface="Arial" charset="0"/>
              <a:buNone/>
              <a:defRPr/>
            </a:pPr>
            <a:r>
              <a:rPr lang="en-US" altLang="zh-CN" sz="4400" b="1" dirty="0">
                <a:solidFill>
                  <a:srgbClr val="C00000"/>
                </a:solidFill>
                <a:latin typeface="Arial" charset="0"/>
              </a:rPr>
              <a:t>                 </a:t>
            </a:r>
            <a:endParaRPr lang="en-US" altLang="zh-CN" sz="4400" b="1" dirty="0">
              <a:solidFill>
                <a:srgbClr val="C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9" name="Rectangle 2">
            <a:extLst>
              <a:ext uri="{FF2B5EF4-FFF2-40B4-BE49-F238E27FC236}">
                <a16:creationId xmlns:a16="http://schemas.microsoft.com/office/drawing/2014/main" id="{A2AE742E-C0F9-4B6D-8DDF-9224735E5AEE}"/>
              </a:ext>
            </a:extLst>
          </p:cNvPr>
          <p:cNvSpPr>
            <a:spLocks noGrp="1" noChangeArrowheads="1"/>
          </p:cNvSpPr>
          <p:nvPr>
            <p:ph type="title"/>
          </p:nvPr>
        </p:nvSpPr>
        <p:spPr>
          <a:xfrm>
            <a:off x="457200" y="188913"/>
            <a:ext cx="8229600" cy="706437"/>
          </a:xfrm>
        </p:spPr>
        <p:txBody>
          <a:bodyPr/>
          <a:lstStyle/>
          <a:p>
            <a:pPr algn="ctr" eaLnBrk="1" hangingPunct="1">
              <a:defRPr/>
            </a:pPr>
            <a:r>
              <a:rPr lang="zh-CN" altLang="en-US" b="1" dirty="0">
                <a:solidFill>
                  <a:srgbClr val="C00000"/>
                </a:solidFill>
                <a:effectLst>
                  <a:outerShdw blurRad="38100" dist="38100" dir="2700000" algn="tl">
                    <a:srgbClr val="000000">
                      <a:alpha val="43137"/>
                    </a:srgbClr>
                  </a:outerShdw>
                </a:effectLst>
                <a:latin typeface="宋体" charset="-122"/>
              </a:rPr>
              <a:t>引 言</a:t>
            </a:r>
          </a:p>
        </p:txBody>
      </p:sp>
      <p:sp>
        <p:nvSpPr>
          <p:cNvPr id="3076" name="Rectangle 3">
            <a:extLst>
              <a:ext uri="{FF2B5EF4-FFF2-40B4-BE49-F238E27FC236}">
                <a16:creationId xmlns:a16="http://schemas.microsoft.com/office/drawing/2014/main" id="{6CFF6C03-CD8E-4060-AC9B-3D5B817B8830}"/>
              </a:ext>
            </a:extLst>
          </p:cNvPr>
          <p:cNvSpPr>
            <a:spLocks noGrp="1" noChangeArrowheads="1"/>
          </p:cNvSpPr>
          <p:nvPr>
            <p:ph idx="1"/>
          </p:nvPr>
        </p:nvSpPr>
        <p:spPr>
          <a:xfrm>
            <a:off x="457200" y="1341438"/>
            <a:ext cx="8229600" cy="4525962"/>
          </a:xfrm>
        </p:spPr>
        <p:txBody>
          <a:bodyPr/>
          <a:lstStyle/>
          <a:p>
            <a:pPr eaLnBrk="1" hangingPunct="1"/>
            <a:r>
              <a:rPr lang="zh-CN" altLang="en-US" b="1">
                <a:solidFill>
                  <a:srgbClr val="C00000"/>
                </a:solidFill>
              </a:rPr>
              <a:t>课程简介</a:t>
            </a:r>
          </a:p>
          <a:p>
            <a:pPr lvl="1" eaLnBrk="1" hangingPunct="1"/>
            <a:r>
              <a:rPr lang="zh-CN" altLang="en-US" b="1"/>
              <a:t>现代数学的特点</a:t>
            </a:r>
          </a:p>
          <a:p>
            <a:pPr lvl="1" eaLnBrk="1" hangingPunct="1"/>
            <a:r>
              <a:rPr lang="zh-CN" altLang="en-US" b="1"/>
              <a:t>离散数学与计算机科学</a:t>
            </a:r>
          </a:p>
          <a:p>
            <a:pPr eaLnBrk="1" hangingPunct="1">
              <a:spcBef>
                <a:spcPct val="50000"/>
              </a:spcBef>
            </a:pPr>
            <a:r>
              <a:rPr lang="zh-CN" altLang="en-US" b="1">
                <a:solidFill>
                  <a:srgbClr val="C00000"/>
                </a:solidFill>
              </a:rPr>
              <a:t>学习安排</a:t>
            </a:r>
          </a:p>
          <a:p>
            <a:pPr lvl="1" eaLnBrk="1" hangingPunct="1"/>
            <a:r>
              <a:rPr lang="zh-CN" altLang="en-US" b="1"/>
              <a:t>教学要求</a:t>
            </a:r>
          </a:p>
          <a:p>
            <a:pPr lvl="1" eaLnBrk="1" hangingPunct="1"/>
            <a:r>
              <a:rPr lang="zh-CN" altLang="en-US" b="1"/>
              <a:t>教学安排</a:t>
            </a:r>
          </a:p>
          <a:p>
            <a:pPr lvl="1" eaLnBrk="1" hangingPunct="1"/>
            <a:r>
              <a:rPr lang="zh-CN" altLang="en-US" b="1"/>
              <a:t>教学资源</a:t>
            </a:r>
          </a:p>
        </p:txBody>
      </p:sp>
      <p:sp>
        <p:nvSpPr>
          <p:cNvPr id="4098" name="灯片编号占位符 5">
            <a:extLst>
              <a:ext uri="{FF2B5EF4-FFF2-40B4-BE49-F238E27FC236}">
                <a16:creationId xmlns:a16="http://schemas.microsoft.com/office/drawing/2014/main" id="{E8EFC01E-6CBC-4CA2-9BB5-905E2191E537}"/>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A796D27-D0B2-4BA0-B7E6-EC6F0D92121B}" type="slidenum">
              <a:rPr lang="en-US" altLang="zh-CN">
                <a:solidFill>
                  <a:srgbClr val="898989"/>
                </a:solidFill>
              </a:rPr>
              <a:pPr eaLnBrk="1" hangingPunct="1"/>
              <a:t>2</a:t>
            </a:fld>
            <a:endParaRPr lang="en-US" altLang="zh-CN">
              <a:solidFill>
                <a:srgbClr val="898989"/>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Rectangle 2">
            <a:extLst>
              <a:ext uri="{FF2B5EF4-FFF2-40B4-BE49-F238E27FC236}">
                <a16:creationId xmlns:a16="http://schemas.microsoft.com/office/drawing/2014/main" id="{11D7EACE-E0E0-42CA-99D4-C263D1404800}"/>
              </a:ext>
            </a:extLst>
          </p:cNvPr>
          <p:cNvSpPr>
            <a:spLocks noGrp="1" noChangeArrowheads="1"/>
          </p:cNvSpPr>
          <p:nvPr>
            <p:ph type="title"/>
          </p:nvPr>
        </p:nvSpPr>
        <p:spPr>
          <a:xfrm>
            <a:off x="457200" y="277813"/>
            <a:ext cx="8229600" cy="630237"/>
          </a:xfrm>
        </p:spPr>
        <p:txBody>
          <a:bodyPr/>
          <a:lstStyle/>
          <a:p>
            <a:pPr algn="ctr" eaLnBrk="1" hangingPunct="1">
              <a:defRPr/>
            </a:pPr>
            <a:r>
              <a:rPr lang="zh-CN" altLang="en-US" b="1" dirty="0">
                <a:solidFill>
                  <a:srgbClr val="C00000"/>
                </a:solidFill>
                <a:effectLst>
                  <a:outerShdw blurRad="38100" dist="38100" dir="2700000" algn="tl">
                    <a:srgbClr val="000000">
                      <a:alpha val="43137"/>
                    </a:srgbClr>
                  </a:outerShdw>
                </a:effectLst>
              </a:rPr>
              <a:t>现代数学的特点</a:t>
            </a:r>
          </a:p>
        </p:txBody>
      </p:sp>
      <p:sp>
        <p:nvSpPr>
          <p:cNvPr id="5124" name="Rectangle 3">
            <a:extLst>
              <a:ext uri="{FF2B5EF4-FFF2-40B4-BE49-F238E27FC236}">
                <a16:creationId xmlns:a16="http://schemas.microsoft.com/office/drawing/2014/main" id="{9244EEF9-A448-4993-897A-E8E72ADE7C7F}"/>
              </a:ext>
            </a:extLst>
          </p:cNvPr>
          <p:cNvSpPr>
            <a:spLocks noGrp="1" noChangeArrowheads="1"/>
          </p:cNvSpPr>
          <p:nvPr>
            <p:ph type="body" sz="half" idx="1"/>
          </p:nvPr>
        </p:nvSpPr>
        <p:spPr>
          <a:xfrm>
            <a:off x="684213" y="1125538"/>
            <a:ext cx="4810125" cy="676275"/>
          </a:xfrm>
        </p:spPr>
        <p:txBody>
          <a:bodyPr/>
          <a:lstStyle/>
          <a:p>
            <a:pPr eaLnBrk="1" hangingPunct="1">
              <a:buFont typeface="Wingdings" pitchFamily="2" charset="2"/>
              <a:buNone/>
              <a:defRPr/>
            </a:pPr>
            <a:r>
              <a:rPr lang="zh-CN" altLang="en-US" sz="2800" b="1" dirty="0">
                <a:solidFill>
                  <a:srgbClr val="CC0000"/>
                </a:solidFill>
                <a:latin typeface="+mn-ea"/>
              </a:rPr>
              <a:t>特点</a:t>
            </a:r>
            <a:r>
              <a:rPr lang="en-US" altLang="zh-CN" sz="2800" b="1" dirty="0">
                <a:solidFill>
                  <a:srgbClr val="CC0000"/>
                </a:solidFill>
                <a:latin typeface="Times New Roman" pitchFamily="18" charset="0"/>
                <a:cs typeface="Times New Roman" pitchFamily="18" charset="0"/>
              </a:rPr>
              <a:t>1  </a:t>
            </a:r>
            <a:r>
              <a:rPr lang="zh-CN" altLang="en-US" sz="2800" b="1" dirty="0">
                <a:solidFill>
                  <a:srgbClr val="C00000"/>
                </a:solidFill>
                <a:latin typeface="+mn-ea"/>
              </a:rPr>
              <a:t>高度抽象和统一</a:t>
            </a:r>
          </a:p>
          <a:p>
            <a:pPr eaLnBrk="1" hangingPunct="1">
              <a:buFont typeface="Arial" charset="0"/>
              <a:buChar char="•"/>
              <a:defRPr/>
            </a:pPr>
            <a:endParaRPr lang="en-US" altLang="zh-CN" sz="2400" dirty="0">
              <a:solidFill>
                <a:srgbClr val="A50021"/>
              </a:solidFill>
              <a:ea typeface="幼圆" pitchFamily="49" charset="-122"/>
            </a:endParaRPr>
          </a:p>
        </p:txBody>
      </p:sp>
      <p:sp>
        <p:nvSpPr>
          <p:cNvPr id="5122" name="灯片编号占位符 6">
            <a:extLst>
              <a:ext uri="{FF2B5EF4-FFF2-40B4-BE49-F238E27FC236}">
                <a16:creationId xmlns:a16="http://schemas.microsoft.com/office/drawing/2014/main" id="{0BC65AE8-E00A-4ECD-8B18-1B69DEEC092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D313424-8290-4437-9B6F-C75CFCA3FBD1}" type="slidenum">
              <a:rPr lang="en-US" altLang="zh-CN">
                <a:solidFill>
                  <a:srgbClr val="898989"/>
                </a:solidFill>
              </a:rPr>
              <a:pPr eaLnBrk="1" hangingPunct="1"/>
              <a:t>3</a:t>
            </a:fld>
            <a:endParaRPr lang="en-US" altLang="zh-CN">
              <a:solidFill>
                <a:srgbClr val="898989"/>
              </a:solidFill>
            </a:endParaRPr>
          </a:p>
        </p:txBody>
      </p:sp>
      <p:sp>
        <p:nvSpPr>
          <p:cNvPr id="4101" name="Rectangle 5">
            <a:extLst>
              <a:ext uri="{FF2B5EF4-FFF2-40B4-BE49-F238E27FC236}">
                <a16:creationId xmlns:a16="http://schemas.microsoft.com/office/drawing/2014/main" id="{10E5739F-97D7-4488-A69B-0C0E046804B2}"/>
              </a:ext>
            </a:extLst>
          </p:cNvPr>
          <p:cNvSpPr>
            <a:spLocks noChangeArrowheads="1"/>
          </p:cNvSpPr>
          <p:nvPr/>
        </p:nvSpPr>
        <p:spPr bwMode="auto">
          <a:xfrm>
            <a:off x="0" y="2257425"/>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zh-CN"/>
          </a:p>
        </p:txBody>
      </p:sp>
      <p:sp>
        <p:nvSpPr>
          <p:cNvPr id="4102" name="Rectangle 6">
            <a:extLst>
              <a:ext uri="{FF2B5EF4-FFF2-40B4-BE49-F238E27FC236}">
                <a16:creationId xmlns:a16="http://schemas.microsoft.com/office/drawing/2014/main" id="{6EFC15C8-DE62-4CB6-ADB2-D59928605574}"/>
              </a:ext>
            </a:extLst>
          </p:cNvPr>
          <p:cNvSpPr>
            <a:spLocks noChangeArrowheads="1"/>
          </p:cNvSpPr>
          <p:nvPr/>
        </p:nvSpPr>
        <p:spPr bwMode="auto">
          <a:xfrm>
            <a:off x="0" y="2257425"/>
            <a:ext cx="9144000" cy="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8" name="表格 7">
            <a:extLst>
              <a:ext uri="{FF2B5EF4-FFF2-40B4-BE49-F238E27FC236}">
                <a16:creationId xmlns:a16="http://schemas.microsoft.com/office/drawing/2014/main" id="{48033FA6-A71B-4121-AAED-25E8D3BA0815}"/>
              </a:ext>
            </a:extLst>
          </p:cNvPr>
          <p:cNvGraphicFramePr>
            <a:graphicFrameLocks noGrp="1"/>
          </p:cNvGraphicFramePr>
          <p:nvPr/>
        </p:nvGraphicFramePr>
        <p:xfrm>
          <a:off x="827088" y="1885950"/>
          <a:ext cx="7488236" cy="3990974"/>
        </p:xfrm>
        <a:graphic>
          <a:graphicData uri="http://schemas.openxmlformats.org/drawingml/2006/table">
            <a:tbl>
              <a:tblPr>
                <a:tableStyleId>{00A15C55-8517-42AA-B614-E9B94910E393}</a:tableStyleId>
              </a:tblPr>
              <a:tblGrid>
                <a:gridCol w="1722957">
                  <a:extLst>
                    <a:ext uri="{9D8B030D-6E8A-4147-A177-3AD203B41FA5}">
                      <a16:colId xmlns:a16="http://schemas.microsoft.com/office/drawing/2014/main" val="20000"/>
                    </a:ext>
                  </a:extLst>
                </a:gridCol>
                <a:gridCol w="3605707">
                  <a:extLst>
                    <a:ext uri="{9D8B030D-6E8A-4147-A177-3AD203B41FA5}">
                      <a16:colId xmlns:a16="http://schemas.microsoft.com/office/drawing/2014/main" val="20001"/>
                    </a:ext>
                  </a:extLst>
                </a:gridCol>
                <a:gridCol w="2159572">
                  <a:extLst>
                    <a:ext uri="{9D8B030D-6E8A-4147-A177-3AD203B41FA5}">
                      <a16:colId xmlns:a16="http://schemas.microsoft.com/office/drawing/2014/main" val="20002"/>
                    </a:ext>
                  </a:extLst>
                </a:gridCol>
              </a:tblGrid>
              <a:tr h="387440">
                <a:tc>
                  <a:txBody>
                    <a:bodyPr/>
                    <a:lstStyle/>
                    <a:p>
                      <a:pPr algn="l">
                        <a:spcAft>
                          <a:spcPts val="0"/>
                        </a:spcAft>
                      </a:pPr>
                      <a:r>
                        <a:rPr lang="zh-CN" altLang="en-US" sz="2400" b="1" kern="100" dirty="0">
                          <a:solidFill>
                            <a:schemeClr val="tx1"/>
                          </a:solidFill>
                          <a:latin typeface="+mn-ea"/>
                          <a:ea typeface="+mn-ea"/>
                          <a:cs typeface="Times New Roman"/>
                        </a:rPr>
                        <a:t>学科</a:t>
                      </a:r>
                      <a:endParaRPr lang="zh-CN" sz="2400" b="1" kern="100" dirty="0">
                        <a:solidFill>
                          <a:schemeClr val="tx1"/>
                        </a:solidFill>
                        <a:latin typeface="+mn-ea"/>
                        <a:ea typeface="+mn-ea"/>
                        <a:cs typeface="Times New Roman"/>
                      </a:endParaRPr>
                    </a:p>
                  </a:txBody>
                  <a:tcPr marL="68575" marR="68575" marT="0" marB="0" anchor="ctr">
                    <a:solidFill>
                      <a:schemeClr val="bg1">
                        <a:lumMod val="85000"/>
                      </a:schemeClr>
                    </a:solidFill>
                  </a:tcPr>
                </a:tc>
                <a:tc>
                  <a:txBody>
                    <a:bodyPr/>
                    <a:lstStyle/>
                    <a:p>
                      <a:pPr algn="l">
                        <a:spcAft>
                          <a:spcPts val="0"/>
                        </a:spcAft>
                      </a:pPr>
                      <a:r>
                        <a:rPr lang="zh-CN" altLang="en-US" sz="2400" b="1" kern="100" dirty="0">
                          <a:solidFill>
                            <a:schemeClr val="tx1"/>
                          </a:solidFill>
                          <a:latin typeface="+mn-ea"/>
                          <a:ea typeface="+mn-ea"/>
                          <a:cs typeface="Times New Roman"/>
                        </a:rPr>
                        <a:t>内容</a:t>
                      </a:r>
                      <a:endParaRPr lang="zh-CN" sz="2400" b="1" kern="100" dirty="0">
                        <a:solidFill>
                          <a:schemeClr val="tx1"/>
                        </a:solidFill>
                        <a:latin typeface="+mn-ea"/>
                        <a:ea typeface="+mn-ea"/>
                        <a:cs typeface="Times New Roman"/>
                      </a:endParaRPr>
                    </a:p>
                  </a:txBody>
                  <a:tcPr marL="68575" marR="68575" marT="0" marB="0" anchor="ctr">
                    <a:solidFill>
                      <a:schemeClr val="bg1">
                        <a:lumMod val="85000"/>
                      </a:schemeClr>
                    </a:solidFill>
                  </a:tcPr>
                </a:tc>
                <a:tc>
                  <a:txBody>
                    <a:bodyPr/>
                    <a:lstStyle/>
                    <a:p>
                      <a:pPr algn="l">
                        <a:spcAft>
                          <a:spcPts val="0"/>
                        </a:spcAft>
                      </a:pPr>
                      <a:r>
                        <a:rPr lang="zh-CN" altLang="en-US" sz="2400" b="1" kern="100" dirty="0">
                          <a:solidFill>
                            <a:schemeClr val="tx1"/>
                          </a:solidFill>
                          <a:latin typeface="+mn-ea"/>
                          <a:ea typeface="+mn-ea"/>
                          <a:cs typeface="Times New Roman"/>
                        </a:rPr>
                        <a:t>时间</a:t>
                      </a:r>
                      <a:endParaRPr lang="zh-CN" sz="2400" b="1" kern="100" dirty="0">
                        <a:solidFill>
                          <a:schemeClr val="tx1"/>
                        </a:solidFill>
                        <a:latin typeface="+mn-ea"/>
                        <a:ea typeface="+mn-ea"/>
                        <a:cs typeface="Times New Roman"/>
                      </a:endParaRPr>
                    </a:p>
                  </a:txBody>
                  <a:tcPr marL="68575" marR="68575" marT="0" marB="0" anchor="ctr">
                    <a:solidFill>
                      <a:schemeClr val="bg1">
                        <a:lumMod val="85000"/>
                      </a:schemeClr>
                    </a:solidFill>
                  </a:tcPr>
                </a:tc>
                <a:extLst>
                  <a:ext uri="{0D108BD9-81ED-4DB2-BD59-A6C34878D82A}">
                    <a16:rowId xmlns:a16="http://schemas.microsoft.com/office/drawing/2014/main" val="10000"/>
                  </a:ext>
                </a:extLst>
              </a:tr>
              <a:tr h="47414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mn-ea"/>
                          <a:ea typeface="+mn-ea"/>
                          <a:cs typeface="Times New Roman" pitchFamily="18" charset="0"/>
                        </a:rPr>
                        <a:t>算数</a:t>
                      </a:r>
                      <a:endParaRPr kumimoji="0" lang="zh-CN" altLang="en-US" sz="2400" b="0" i="0" u="none" strike="noStrike" cap="none" normalizeH="0" baseline="0" dirty="0">
                        <a:ln>
                          <a:noFill/>
                        </a:ln>
                        <a:solidFill>
                          <a:schemeClr val="tx1"/>
                        </a:solidFill>
                        <a:effectLst/>
                        <a:latin typeface="+mn-ea"/>
                        <a:ea typeface="+mn-ea"/>
                      </a:endParaRPr>
                    </a:p>
                  </a:txBody>
                  <a:tcPr marL="91433" marR="91433" marT="45713" marB="45713" horzOverflow="overflow">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mn-ea"/>
                          <a:ea typeface="+mn-ea"/>
                          <a:cs typeface="Times New Roman" pitchFamily="18" charset="0"/>
                        </a:rPr>
                        <a:t>算术运算</a:t>
                      </a:r>
                      <a:endParaRPr kumimoji="0" lang="zh-CN" altLang="en-US" sz="2400" b="0" i="0" u="none" strike="noStrike" cap="none" normalizeH="0" baseline="0" dirty="0">
                        <a:ln>
                          <a:noFill/>
                        </a:ln>
                        <a:solidFill>
                          <a:schemeClr val="tx1"/>
                        </a:solidFill>
                        <a:effectLst/>
                        <a:latin typeface="+mn-ea"/>
                        <a:ea typeface="+mn-ea"/>
                      </a:endParaRPr>
                    </a:p>
                  </a:txBody>
                  <a:tcPr marL="91433" marR="91433" marT="45713" marB="45713" horzOverflow="overflow">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mn-ea"/>
                          <a:ea typeface="+mn-ea"/>
                          <a:cs typeface="Times New Roman" pitchFamily="18" charset="0"/>
                        </a:rPr>
                        <a:t>几千年</a:t>
                      </a:r>
                      <a:endParaRPr kumimoji="0" lang="zh-CN" altLang="en-US" sz="2400" b="0" i="0" u="none" strike="noStrike" cap="none" normalizeH="0" baseline="0" dirty="0">
                        <a:ln>
                          <a:noFill/>
                        </a:ln>
                        <a:solidFill>
                          <a:schemeClr val="tx1"/>
                        </a:solidFill>
                        <a:effectLst/>
                        <a:latin typeface="+mn-ea"/>
                        <a:ea typeface="+mn-ea"/>
                      </a:endParaRPr>
                    </a:p>
                  </a:txBody>
                  <a:tcPr marL="91433" marR="91433" marT="45713" marB="45713" horzOverflow="overflow">
                    <a:solidFill>
                      <a:schemeClr val="bg1">
                        <a:lumMod val="95000"/>
                      </a:schemeClr>
                    </a:solidFill>
                  </a:tcPr>
                </a:tc>
                <a:extLst>
                  <a:ext uri="{0D108BD9-81ED-4DB2-BD59-A6C34878D82A}">
                    <a16:rowId xmlns:a16="http://schemas.microsoft.com/office/drawing/2014/main" val="10001"/>
                  </a:ext>
                </a:extLst>
              </a:tr>
              <a:tr h="47414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mn-ea"/>
                          <a:ea typeface="+mn-ea"/>
                          <a:cs typeface="Times New Roman" pitchFamily="18" charset="0"/>
                        </a:rPr>
                        <a:t>小代数</a:t>
                      </a:r>
                      <a:endParaRPr kumimoji="0" lang="zh-CN" altLang="en-US" sz="2400" b="0" i="0" u="none" strike="noStrike" cap="none" normalizeH="0" baseline="0" dirty="0">
                        <a:ln>
                          <a:noFill/>
                        </a:ln>
                        <a:solidFill>
                          <a:schemeClr val="tx1"/>
                        </a:solidFill>
                        <a:effectLst/>
                        <a:latin typeface="+mn-ea"/>
                        <a:ea typeface="+mn-ea"/>
                      </a:endParaRPr>
                    </a:p>
                  </a:txBody>
                  <a:tcPr marL="91433" marR="91433" marT="45713" marB="45713" horzOverflow="overflow">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mn-ea"/>
                          <a:ea typeface="+mn-ea"/>
                          <a:cs typeface="Times New Roman" pitchFamily="18" charset="0"/>
                        </a:rPr>
                        <a:t>一次方程、二次方程</a:t>
                      </a:r>
                      <a:endParaRPr kumimoji="0" lang="zh-CN" altLang="en-US" sz="2400" b="0" i="0" u="none" strike="noStrike" cap="none" normalizeH="0" baseline="0" dirty="0">
                        <a:ln>
                          <a:noFill/>
                        </a:ln>
                        <a:solidFill>
                          <a:schemeClr val="tx1"/>
                        </a:solidFill>
                        <a:effectLst/>
                        <a:latin typeface="+mn-ea"/>
                        <a:ea typeface="+mn-ea"/>
                      </a:endParaRPr>
                    </a:p>
                  </a:txBody>
                  <a:tcPr marL="91433" marR="91433" marT="45713" marB="45713" horzOverflow="overflow">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mn-ea"/>
                          <a:ea typeface="+mn-ea"/>
                          <a:cs typeface="Times New Roman" pitchFamily="18" charset="0"/>
                        </a:rPr>
                        <a:t>1</a:t>
                      </a:r>
                      <a:r>
                        <a:rPr kumimoji="0" lang="zh-CN" altLang="en-US" sz="2400" b="1" i="0" u="none" strike="noStrike" cap="none" normalizeH="0" baseline="0" dirty="0">
                          <a:ln>
                            <a:noFill/>
                          </a:ln>
                          <a:solidFill>
                            <a:schemeClr val="tx1"/>
                          </a:solidFill>
                          <a:effectLst/>
                          <a:latin typeface="+mn-ea"/>
                          <a:ea typeface="+mn-ea"/>
                          <a:cs typeface="Times New Roman" pitchFamily="18" charset="0"/>
                        </a:rPr>
                        <a:t>千年</a:t>
                      </a:r>
                      <a:endParaRPr kumimoji="0" lang="zh-CN" altLang="en-US" sz="2400" b="0" i="0" u="none" strike="noStrike" cap="none" normalizeH="0" baseline="0" dirty="0">
                        <a:ln>
                          <a:noFill/>
                        </a:ln>
                        <a:solidFill>
                          <a:schemeClr val="tx1"/>
                        </a:solidFill>
                        <a:effectLst/>
                        <a:latin typeface="+mn-ea"/>
                        <a:ea typeface="+mn-ea"/>
                      </a:endParaRPr>
                    </a:p>
                  </a:txBody>
                  <a:tcPr marL="91433" marR="91433" marT="45713" marB="45713" horzOverflow="overflow">
                    <a:solidFill>
                      <a:schemeClr val="bg1">
                        <a:lumMod val="95000"/>
                      </a:schemeClr>
                    </a:solidFill>
                  </a:tcPr>
                </a:tc>
                <a:extLst>
                  <a:ext uri="{0D108BD9-81ED-4DB2-BD59-A6C34878D82A}">
                    <a16:rowId xmlns:a16="http://schemas.microsoft.com/office/drawing/2014/main" val="10002"/>
                  </a:ext>
                </a:extLst>
              </a:tr>
              <a:tr h="47414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mn-ea"/>
                          <a:ea typeface="+mn-ea"/>
                          <a:cs typeface="Times New Roman" pitchFamily="18" charset="0"/>
                        </a:rPr>
                        <a:t>大代数</a:t>
                      </a:r>
                      <a:endParaRPr kumimoji="0" lang="zh-CN" altLang="en-US" sz="2400" b="0" i="0" u="none" strike="noStrike" cap="none" normalizeH="0" baseline="0" dirty="0">
                        <a:ln>
                          <a:noFill/>
                        </a:ln>
                        <a:solidFill>
                          <a:schemeClr val="tx1"/>
                        </a:solidFill>
                        <a:effectLst/>
                        <a:latin typeface="+mn-ea"/>
                        <a:ea typeface="+mn-ea"/>
                      </a:endParaRPr>
                    </a:p>
                  </a:txBody>
                  <a:tcPr marL="91433" marR="91433" marT="45713" marB="45713" horzOverflow="overflow">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mn-ea"/>
                          <a:ea typeface="+mn-ea"/>
                          <a:cs typeface="Times New Roman" pitchFamily="18" charset="0"/>
                        </a:rPr>
                        <a:t>高次方程、线性方程组</a:t>
                      </a:r>
                      <a:endParaRPr kumimoji="0" lang="zh-CN" altLang="en-US" sz="2400" b="0" i="0" u="none" strike="noStrike" cap="none" normalizeH="0" baseline="0" dirty="0">
                        <a:ln>
                          <a:noFill/>
                        </a:ln>
                        <a:solidFill>
                          <a:schemeClr val="tx1"/>
                        </a:solidFill>
                        <a:effectLst/>
                        <a:latin typeface="+mn-ea"/>
                        <a:ea typeface="+mn-ea"/>
                      </a:endParaRPr>
                    </a:p>
                  </a:txBody>
                  <a:tcPr marL="91433" marR="91433" marT="45713" marB="45713" horzOverflow="overflow">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mn-ea"/>
                          <a:ea typeface="+mn-ea"/>
                          <a:cs typeface="Times New Roman" pitchFamily="18" charset="0"/>
                        </a:rPr>
                        <a:t>16-19</a:t>
                      </a:r>
                      <a:r>
                        <a:rPr kumimoji="0" lang="zh-CN" altLang="en-US" sz="2400" b="1" i="0" u="none" strike="noStrike" cap="none" normalizeH="0" baseline="0" dirty="0">
                          <a:ln>
                            <a:noFill/>
                          </a:ln>
                          <a:solidFill>
                            <a:schemeClr val="tx1"/>
                          </a:solidFill>
                          <a:effectLst/>
                          <a:latin typeface="+mn-ea"/>
                          <a:ea typeface="+mn-ea"/>
                          <a:cs typeface="Times New Roman" pitchFamily="18" charset="0"/>
                        </a:rPr>
                        <a:t>世纪</a:t>
                      </a:r>
                      <a:endParaRPr kumimoji="0" lang="zh-CN" altLang="en-US" sz="2400" b="0" i="0" u="none" strike="noStrike" cap="none" normalizeH="0" baseline="0" dirty="0">
                        <a:ln>
                          <a:noFill/>
                        </a:ln>
                        <a:solidFill>
                          <a:schemeClr val="tx1"/>
                        </a:solidFill>
                        <a:effectLst/>
                        <a:latin typeface="+mn-ea"/>
                        <a:ea typeface="+mn-ea"/>
                      </a:endParaRPr>
                    </a:p>
                  </a:txBody>
                  <a:tcPr marL="91433" marR="91433" marT="45713" marB="45713" horzOverflow="overflow">
                    <a:solidFill>
                      <a:schemeClr val="bg1">
                        <a:lumMod val="95000"/>
                      </a:schemeClr>
                    </a:solidFill>
                  </a:tcPr>
                </a:tc>
                <a:extLst>
                  <a:ext uri="{0D108BD9-81ED-4DB2-BD59-A6C34878D82A}">
                    <a16:rowId xmlns:a16="http://schemas.microsoft.com/office/drawing/2014/main" val="10003"/>
                  </a:ext>
                </a:extLst>
              </a:tr>
              <a:tr h="123278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mn-ea"/>
                          <a:ea typeface="+mn-ea"/>
                          <a:cs typeface="Times New Roman" pitchFamily="18" charset="0"/>
                        </a:rPr>
                        <a:t>高等代数</a:t>
                      </a:r>
                      <a:endParaRPr kumimoji="0" lang="zh-CN" altLang="en-US" sz="2400" b="0" i="0" u="none" strike="noStrike" cap="none" normalizeH="0" baseline="0" dirty="0">
                        <a:ln>
                          <a:noFill/>
                        </a:ln>
                        <a:solidFill>
                          <a:schemeClr val="tx1"/>
                        </a:solidFill>
                        <a:effectLst/>
                        <a:latin typeface="+mn-ea"/>
                        <a:ea typeface="+mn-ea"/>
                      </a:endParaRPr>
                    </a:p>
                  </a:txBody>
                  <a:tcPr marL="91433" marR="91433" marT="45713" marB="45713" horzOverflow="overflow">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mn-ea"/>
                          <a:ea typeface="+mn-ea"/>
                          <a:cs typeface="Times New Roman" pitchFamily="18" charset="0"/>
                        </a:rPr>
                        <a:t>线性代数</a:t>
                      </a:r>
                      <a:r>
                        <a:rPr kumimoji="0" lang="en-US" altLang="zh-CN" sz="2400" b="1" i="0" u="none" strike="noStrike" cap="none" normalizeH="0" baseline="0" dirty="0">
                          <a:ln>
                            <a:noFill/>
                          </a:ln>
                          <a:solidFill>
                            <a:schemeClr val="tx1"/>
                          </a:solidFill>
                          <a:effectLst/>
                          <a:latin typeface="+mn-ea"/>
                          <a:ea typeface="+mn-ea"/>
                          <a:cs typeface="Times New Roman" pitchFamily="18" charset="0"/>
                        </a:rPr>
                        <a:t>(</a:t>
                      </a:r>
                      <a:r>
                        <a:rPr kumimoji="0" lang="zh-CN" altLang="en-US" sz="2400" b="1" i="0" u="none" strike="noStrike" cap="none" normalizeH="0" baseline="0" dirty="0">
                          <a:ln>
                            <a:noFill/>
                          </a:ln>
                          <a:solidFill>
                            <a:schemeClr val="tx1"/>
                          </a:solidFill>
                          <a:effectLst/>
                          <a:latin typeface="+mn-ea"/>
                          <a:ea typeface="+mn-ea"/>
                          <a:cs typeface="Times New Roman" pitchFamily="18" charset="0"/>
                        </a:rPr>
                        <a:t>向量代数、矩阵代数</a:t>
                      </a:r>
                      <a:r>
                        <a:rPr kumimoji="0" lang="en-US" altLang="zh-CN" sz="2400" b="1" i="0" u="none" strike="noStrike" cap="none" normalizeH="0" baseline="0" dirty="0">
                          <a:ln>
                            <a:noFill/>
                          </a:ln>
                          <a:solidFill>
                            <a:schemeClr val="tx1"/>
                          </a:solidFill>
                          <a:effectLst/>
                          <a:latin typeface="+mn-ea"/>
                          <a:ea typeface="+mn-ea"/>
                          <a:cs typeface="Times New Roman" pitchFamily="18" charset="0"/>
                        </a:rPr>
                        <a:t>)</a:t>
                      </a:r>
                      <a:r>
                        <a:rPr kumimoji="0" lang="zh-CN" altLang="en-US" sz="2400" b="1" i="0" u="none" strike="noStrike" cap="none" normalizeH="0" baseline="0" dirty="0">
                          <a:ln>
                            <a:noFill/>
                          </a:ln>
                          <a:solidFill>
                            <a:schemeClr val="tx1"/>
                          </a:solidFill>
                          <a:effectLst/>
                          <a:latin typeface="+mn-ea"/>
                          <a:ea typeface="+mn-ea"/>
                          <a:cs typeface="Times New Roman" pitchFamily="18" charset="0"/>
                        </a:rPr>
                        <a:t>、多项式代数等</a:t>
                      </a:r>
                      <a:r>
                        <a:rPr kumimoji="0" lang="en-US" altLang="zh-CN" sz="2400" b="1" i="0" u="none" strike="noStrike" cap="none" normalizeH="0" baseline="0" dirty="0">
                          <a:ln>
                            <a:noFill/>
                          </a:ln>
                          <a:solidFill>
                            <a:schemeClr val="tx1"/>
                          </a:solidFill>
                          <a:effectLst/>
                          <a:latin typeface="+mn-ea"/>
                          <a:ea typeface="+mn-ea"/>
                          <a:cs typeface="Times New Roman" pitchFamily="18" charset="0"/>
                        </a:rPr>
                        <a:t>,</a:t>
                      </a:r>
                      <a:r>
                        <a:rPr kumimoji="0" lang="zh-CN" altLang="en-US" sz="2400" b="1" i="0" u="none" strike="noStrike" cap="none" normalizeH="0" baseline="0" dirty="0">
                          <a:ln>
                            <a:noFill/>
                          </a:ln>
                          <a:solidFill>
                            <a:schemeClr val="tx1"/>
                          </a:solidFill>
                          <a:effectLst/>
                          <a:latin typeface="+mn-ea"/>
                          <a:ea typeface="+mn-ea"/>
                          <a:cs typeface="Times New Roman" pitchFamily="18" charset="0"/>
                        </a:rPr>
                        <a:t>涉及具体代数结构</a:t>
                      </a:r>
                      <a:endParaRPr kumimoji="0" lang="zh-CN" altLang="en-US" sz="2400" b="0" i="0" u="none" strike="noStrike" cap="none" normalizeH="0" baseline="0" dirty="0">
                        <a:ln>
                          <a:noFill/>
                        </a:ln>
                        <a:solidFill>
                          <a:schemeClr val="tx1"/>
                        </a:solidFill>
                        <a:effectLst/>
                        <a:latin typeface="+mn-ea"/>
                        <a:ea typeface="+mn-ea"/>
                      </a:endParaRPr>
                    </a:p>
                  </a:txBody>
                  <a:tcPr marL="91433" marR="91433" marT="45713" marB="45713" horzOverflow="overflow">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mn-ea"/>
                          <a:ea typeface="+mn-ea"/>
                          <a:cs typeface="Times New Roman" pitchFamily="18" charset="0"/>
                        </a:rPr>
                        <a:t>19-20</a:t>
                      </a:r>
                      <a:r>
                        <a:rPr kumimoji="0" lang="zh-CN" altLang="en-US" sz="2400" b="1" i="0" u="none" strike="noStrike" cap="none" normalizeH="0" baseline="0" dirty="0">
                          <a:ln>
                            <a:noFill/>
                          </a:ln>
                          <a:solidFill>
                            <a:schemeClr val="tx1"/>
                          </a:solidFill>
                          <a:effectLst/>
                          <a:latin typeface="+mn-ea"/>
                          <a:ea typeface="+mn-ea"/>
                          <a:cs typeface="Times New Roman" pitchFamily="18" charset="0"/>
                        </a:rPr>
                        <a:t>世纪</a:t>
                      </a:r>
                      <a:endParaRPr kumimoji="0" lang="zh-CN" altLang="en-US" sz="2400" b="0" i="0" u="none" strike="noStrike" cap="none" normalizeH="0" baseline="0" dirty="0">
                        <a:ln>
                          <a:noFill/>
                        </a:ln>
                        <a:solidFill>
                          <a:schemeClr val="tx1"/>
                        </a:solidFill>
                        <a:effectLst/>
                        <a:latin typeface="+mn-ea"/>
                        <a:ea typeface="+mn-ea"/>
                      </a:endParaRPr>
                    </a:p>
                  </a:txBody>
                  <a:tcPr marL="91433" marR="91433" marT="45713" marB="45713" horzOverflow="overflow">
                    <a:solidFill>
                      <a:schemeClr val="bg1">
                        <a:lumMod val="95000"/>
                      </a:schemeClr>
                    </a:solidFill>
                  </a:tcPr>
                </a:tc>
                <a:extLst>
                  <a:ext uri="{0D108BD9-81ED-4DB2-BD59-A6C34878D82A}">
                    <a16:rowId xmlns:a16="http://schemas.microsoft.com/office/drawing/2014/main" val="10004"/>
                  </a:ext>
                </a:extLst>
              </a:tr>
              <a:tr h="47414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mn-ea"/>
                          <a:ea typeface="+mn-ea"/>
                          <a:cs typeface="Times New Roman" pitchFamily="18" charset="0"/>
                        </a:rPr>
                        <a:t>抽象代数</a:t>
                      </a:r>
                      <a:endParaRPr kumimoji="0" lang="zh-CN" altLang="en-US" sz="2400" b="0" i="0" u="none" strike="noStrike" cap="none" normalizeH="0" baseline="0" dirty="0">
                        <a:ln>
                          <a:noFill/>
                        </a:ln>
                        <a:solidFill>
                          <a:schemeClr val="tx1"/>
                        </a:solidFill>
                        <a:effectLst/>
                        <a:latin typeface="+mn-ea"/>
                        <a:ea typeface="+mn-ea"/>
                      </a:endParaRPr>
                    </a:p>
                  </a:txBody>
                  <a:tcPr marL="91433" marR="91433" marT="45713" marB="45713" horzOverflow="overflow">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mn-ea"/>
                          <a:ea typeface="+mn-ea"/>
                          <a:cs typeface="Times New Roman" pitchFamily="18" charset="0"/>
                        </a:rPr>
                        <a:t>代数系统、公理</a:t>
                      </a:r>
                      <a:r>
                        <a:rPr kumimoji="0" lang="en-US" altLang="zh-CN" sz="2400" b="1" i="0" u="none" strike="noStrike" cap="none" normalizeH="0" baseline="0" dirty="0">
                          <a:ln>
                            <a:noFill/>
                          </a:ln>
                          <a:solidFill>
                            <a:schemeClr val="tx1"/>
                          </a:solidFill>
                          <a:effectLst/>
                          <a:latin typeface="+mn-ea"/>
                          <a:ea typeface="+mn-ea"/>
                          <a:cs typeface="Times New Roman" pitchFamily="18" charset="0"/>
                        </a:rPr>
                        <a:t>+</a:t>
                      </a:r>
                      <a:r>
                        <a:rPr kumimoji="0" lang="zh-CN" altLang="en-US" sz="2400" b="1" i="0" u="none" strike="noStrike" cap="none" normalizeH="0" baseline="0" dirty="0">
                          <a:ln>
                            <a:noFill/>
                          </a:ln>
                          <a:solidFill>
                            <a:schemeClr val="tx1"/>
                          </a:solidFill>
                          <a:effectLst/>
                          <a:latin typeface="+mn-ea"/>
                          <a:ea typeface="+mn-ea"/>
                          <a:cs typeface="Times New Roman" pitchFamily="18" charset="0"/>
                        </a:rPr>
                        <a:t>结构</a:t>
                      </a:r>
                      <a:endParaRPr kumimoji="0" lang="zh-CN" altLang="en-US" sz="2400" b="0" i="0" u="none" strike="noStrike" cap="none" normalizeH="0" baseline="0" dirty="0">
                        <a:ln>
                          <a:noFill/>
                        </a:ln>
                        <a:solidFill>
                          <a:schemeClr val="tx1"/>
                        </a:solidFill>
                        <a:effectLst/>
                        <a:latin typeface="+mn-ea"/>
                        <a:ea typeface="+mn-ea"/>
                      </a:endParaRPr>
                    </a:p>
                  </a:txBody>
                  <a:tcPr marL="91433" marR="91433" marT="45713" marB="45713" horzOverflow="overflow">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CN" sz="2400" b="1" i="0" u="none" strike="noStrike" cap="none" normalizeH="0" baseline="0" dirty="0">
                          <a:ln>
                            <a:noFill/>
                          </a:ln>
                          <a:solidFill>
                            <a:schemeClr val="tx1"/>
                          </a:solidFill>
                          <a:effectLst/>
                          <a:latin typeface="+mn-ea"/>
                          <a:ea typeface="+mn-ea"/>
                          <a:cs typeface="Times New Roman" pitchFamily="18" charset="0"/>
                        </a:rPr>
                        <a:t>20</a:t>
                      </a:r>
                      <a:r>
                        <a:rPr kumimoji="0" lang="zh-CN" altLang="en-US" sz="2400" b="1" i="0" u="none" strike="noStrike" cap="none" normalizeH="0" baseline="0" dirty="0">
                          <a:ln>
                            <a:noFill/>
                          </a:ln>
                          <a:solidFill>
                            <a:schemeClr val="tx1"/>
                          </a:solidFill>
                          <a:effectLst/>
                          <a:latin typeface="+mn-ea"/>
                          <a:ea typeface="+mn-ea"/>
                          <a:cs typeface="Times New Roman" pitchFamily="18" charset="0"/>
                        </a:rPr>
                        <a:t>世纪</a:t>
                      </a:r>
                      <a:r>
                        <a:rPr kumimoji="0" lang="en-US" altLang="zh-CN" sz="2400" b="1" i="0" u="none" strike="noStrike" cap="none" normalizeH="0" baseline="0" dirty="0">
                          <a:ln>
                            <a:noFill/>
                          </a:ln>
                          <a:solidFill>
                            <a:schemeClr val="tx1"/>
                          </a:solidFill>
                          <a:effectLst/>
                          <a:latin typeface="+mn-ea"/>
                          <a:ea typeface="+mn-ea"/>
                          <a:cs typeface="Times New Roman" pitchFamily="18" charset="0"/>
                        </a:rPr>
                        <a:t>20</a:t>
                      </a:r>
                      <a:r>
                        <a:rPr kumimoji="0" lang="zh-CN" altLang="en-US" sz="2400" b="1" i="0" u="none" strike="noStrike" cap="none" normalizeH="0" baseline="0" dirty="0">
                          <a:ln>
                            <a:noFill/>
                          </a:ln>
                          <a:solidFill>
                            <a:schemeClr val="tx1"/>
                          </a:solidFill>
                          <a:effectLst/>
                          <a:latin typeface="+mn-ea"/>
                          <a:ea typeface="+mn-ea"/>
                          <a:cs typeface="Times New Roman" pitchFamily="18" charset="0"/>
                        </a:rPr>
                        <a:t>年代</a:t>
                      </a:r>
                      <a:endParaRPr kumimoji="0" lang="zh-CN" altLang="en-US" sz="2400" b="0" i="0" u="none" strike="noStrike" cap="none" normalizeH="0" baseline="0" dirty="0">
                        <a:ln>
                          <a:noFill/>
                        </a:ln>
                        <a:solidFill>
                          <a:schemeClr val="tx1"/>
                        </a:solidFill>
                        <a:effectLst/>
                        <a:latin typeface="+mn-ea"/>
                        <a:ea typeface="+mn-ea"/>
                      </a:endParaRPr>
                    </a:p>
                  </a:txBody>
                  <a:tcPr marL="91433" marR="91433" marT="45713" marB="45713" horzOverflow="overflow">
                    <a:solidFill>
                      <a:schemeClr val="bg1">
                        <a:lumMod val="95000"/>
                      </a:schemeClr>
                    </a:solidFill>
                  </a:tcPr>
                </a:tc>
                <a:extLst>
                  <a:ext uri="{0D108BD9-81ED-4DB2-BD59-A6C34878D82A}">
                    <a16:rowId xmlns:a16="http://schemas.microsoft.com/office/drawing/2014/main" val="10005"/>
                  </a:ext>
                </a:extLst>
              </a:tr>
              <a:tr h="474149">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mn-ea"/>
                          <a:ea typeface="+mn-ea"/>
                          <a:cs typeface="Times New Roman" pitchFamily="18" charset="0"/>
                        </a:rPr>
                        <a:t>泛代数</a:t>
                      </a:r>
                      <a:endParaRPr kumimoji="0" lang="zh-CN" altLang="en-US" sz="2400" b="0" i="0" u="none" strike="noStrike" cap="none" normalizeH="0" baseline="0" dirty="0">
                        <a:ln>
                          <a:noFill/>
                        </a:ln>
                        <a:solidFill>
                          <a:schemeClr val="tx1"/>
                        </a:solidFill>
                        <a:effectLst/>
                        <a:latin typeface="+mn-ea"/>
                        <a:ea typeface="+mn-ea"/>
                      </a:endParaRPr>
                    </a:p>
                  </a:txBody>
                  <a:tcPr marL="91433" marR="91433" marT="45713" marB="45713" horzOverflow="overflow">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mn-ea"/>
                          <a:ea typeface="+mn-ea"/>
                          <a:cs typeface="Times New Roman" pitchFamily="18" charset="0"/>
                        </a:rPr>
                        <a:t>范畴</a:t>
                      </a:r>
                      <a:endParaRPr kumimoji="0" lang="zh-CN" altLang="en-US" sz="2400" b="0" i="0" u="none" strike="noStrike" cap="none" normalizeH="0" baseline="0" dirty="0">
                        <a:ln>
                          <a:noFill/>
                        </a:ln>
                        <a:solidFill>
                          <a:schemeClr val="tx1"/>
                        </a:solidFill>
                        <a:effectLst/>
                        <a:latin typeface="+mn-ea"/>
                        <a:ea typeface="+mn-ea"/>
                      </a:endParaRPr>
                    </a:p>
                  </a:txBody>
                  <a:tcPr marL="91433" marR="91433" marT="45713" marB="45713" horzOverflow="overflow">
                    <a:solidFill>
                      <a:schemeClr val="bg1">
                        <a:lumMod val="95000"/>
                      </a:schemeClr>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zh-CN" altLang="en-US" sz="2400" b="1" i="0" u="none" strike="noStrike" cap="none" normalizeH="0" baseline="0" dirty="0">
                          <a:ln>
                            <a:noFill/>
                          </a:ln>
                          <a:solidFill>
                            <a:schemeClr val="tx1"/>
                          </a:solidFill>
                          <a:effectLst/>
                          <a:latin typeface="+mn-ea"/>
                          <a:ea typeface="+mn-ea"/>
                          <a:cs typeface="Times New Roman" pitchFamily="18" charset="0"/>
                        </a:rPr>
                        <a:t>近几十年</a:t>
                      </a:r>
                      <a:endParaRPr kumimoji="0" lang="zh-CN" altLang="en-US" sz="2400" b="0" i="0" u="none" strike="noStrike" cap="none" normalizeH="0" baseline="0" dirty="0">
                        <a:ln>
                          <a:noFill/>
                        </a:ln>
                        <a:solidFill>
                          <a:schemeClr val="tx1"/>
                        </a:solidFill>
                        <a:effectLst/>
                        <a:latin typeface="+mn-ea"/>
                        <a:ea typeface="+mn-ea"/>
                      </a:endParaRPr>
                    </a:p>
                  </a:txBody>
                  <a:tcPr marL="91433" marR="91433" marT="45713" marB="45713" horzOverflow="overflow">
                    <a:solidFill>
                      <a:schemeClr val="bg1">
                        <a:lumMod val="95000"/>
                      </a:schemeClr>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2">
            <a:extLst>
              <a:ext uri="{FF2B5EF4-FFF2-40B4-BE49-F238E27FC236}">
                <a16:creationId xmlns:a16="http://schemas.microsoft.com/office/drawing/2014/main" id="{38E6D1A9-9B29-4067-BD42-7ED299001393}"/>
              </a:ext>
            </a:extLst>
          </p:cNvPr>
          <p:cNvSpPr>
            <a:spLocks noGrp="1" noChangeArrowheads="1"/>
          </p:cNvSpPr>
          <p:nvPr>
            <p:ph type="title"/>
          </p:nvPr>
        </p:nvSpPr>
        <p:spPr>
          <a:xfrm>
            <a:off x="457200" y="277813"/>
            <a:ext cx="8229600" cy="630237"/>
          </a:xfrm>
        </p:spPr>
        <p:txBody>
          <a:bodyPr/>
          <a:lstStyle/>
          <a:p>
            <a:pPr algn="ctr" eaLnBrk="1" hangingPunct="1">
              <a:defRPr/>
            </a:pPr>
            <a:r>
              <a:rPr lang="zh-CN" altLang="en-US" b="1" dirty="0">
                <a:solidFill>
                  <a:srgbClr val="C00000"/>
                </a:solidFill>
                <a:effectLst>
                  <a:outerShdw blurRad="38100" dist="38100" dir="2700000" algn="tl">
                    <a:srgbClr val="000000">
                      <a:alpha val="43137"/>
                    </a:srgbClr>
                  </a:outerShdw>
                </a:effectLst>
              </a:rPr>
              <a:t>现代数学的特点</a:t>
            </a:r>
            <a:r>
              <a:rPr lang="en-US" altLang="zh-CN" b="1" dirty="0">
                <a:solidFill>
                  <a:srgbClr val="C00000"/>
                </a:solidFill>
                <a:effectLst>
                  <a:outerShdw blurRad="38100" dist="38100" dir="2700000" algn="tl">
                    <a:srgbClr val="000000">
                      <a:alpha val="43137"/>
                    </a:srgbClr>
                  </a:outerShdw>
                </a:effectLst>
              </a:rPr>
              <a:t>(</a:t>
            </a:r>
            <a:r>
              <a:rPr lang="zh-CN" altLang="en-US" b="1" dirty="0">
                <a:solidFill>
                  <a:srgbClr val="C00000"/>
                </a:solidFill>
                <a:effectLst>
                  <a:outerShdw blurRad="38100" dist="38100" dir="2700000" algn="tl">
                    <a:srgbClr val="000000">
                      <a:alpha val="43137"/>
                    </a:srgbClr>
                  </a:outerShdw>
                </a:effectLst>
              </a:rPr>
              <a:t>续</a:t>
            </a:r>
            <a:r>
              <a:rPr lang="en-US" altLang="zh-CN" b="1" dirty="0">
                <a:solidFill>
                  <a:srgbClr val="C00000"/>
                </a:solidFill>
                <a:effectLst>
                  <a:outerShdw blurRad="38100" dist="38100" dir="2700000" algn="tl">
                    <a:srgbClr val="000000">
                      <a:alpha val="43137"/>
                    </a:srgbClr>
                  </a:outerShdw>
                </a:effectLst>
              </a:rPr>
              <a:t>)</a:t>
            </a:r>
            <a:endParaRPr lang="zh-CN" altLang="en-US" b="1" dirty="0">
              <a:solidFill>
                <a:srgbClr val="C00000"/>
              </a:solidFill>
              <a:effectLst>
                <a:outerShdw blurRad="38100" dist="38100" dir="2700000" algn="tl">
                  <a:srgbClr val="000000">
                    <a:alpha val="43137"/>
                  </a:srgbClr>
                </a:outerShdw>
              </a:effectLst>
            </a:endParaRPr>
          </a:p>
        </p:txBody>
      </p:sp>
      <p:sp>
        <p:nvSpPr>
          <p:cNvPr id="6148" name="Rectangle 3">
            <a:extLst>
              <a:ext uri="{FF2B5EF4-FFF2-40B4-BE49-F238E27FC236}">
                <a16:creationId xmlns:a16="http://schemas.microsoft.com/office/drawing/2014/main" id="{1A921EE2-F8E2-4FE5-A900-A320050EB2BD}"/>
              </a:ext>
            </a:extLst>
          </p:cNvPr>
          <p:cNvSpPr>
            <a:spLocks noGrp="1" noChangeArrowheads="1"/>
          </p:cNvSpPr>
          <p:nvPr>
            <p:ph idx="1"/>
          </p:nvPr>
        </p:nvSpPr>
        <p:spPr>
          <a:xfrm>
            <a:off x="663575" y="1052513"/>
            <a:ext cx="8229600" cy="676275"/>
          </a:xfrm>
        </p:spPr>
        <p:txBody>
          <a:bodyPr/>
          <a:lstStyle/>
          <a:p>
            <a:pPr eaLnBrk="1" hangingPunct="1">
              <a:buFont typeface="Wingdings" pitchFamily="2" charset="2"/>
              <a:buNone/>
              <a:defRPr/>
            </a:pPr>
            <a:r>
              <a:rPr lang="zh-CN" altLang="en-US" sz="2800" b="1" dirty="0">
                <a:solidFill>
                  <a:srgbClr val="C00000"/>
                </a:solidFill>
                <a:latin typeface="+mn-ea"/>
              </a:rPr>
              <a:t>特点</a:t>
            </a:r>
            <a:r>
              <a:rPr lang="en-US" altLang="zh-CN" sz="2800" b="1" dirty="0">
                <a:solidFill>
                  <a:srgbClr val="C00000"/>
                </a:solidFill>
                <a:latin typeface="Times New Roman" pitchFamily="18" charset="0"/>
                <a:cs typeface="Times New Roman" pitchFamily="18" charset="0"/>
              </a:rPr>
              <a:t>2</a:t>
            </a:r>
            <a:r>
              <a:rPr lang="en-US" altLang="zh-CN" sz="2800" b="1" dirty="0">
                <a:solidFill>
                  <a:srgbClr val="C00000"/>
                </a:solidFill>
                <a:latin typeface="+mn-ea"/>
              </a:rPr>
              <a:t> </a:t>
            </a:r>
            <a:r>
              <a:rPr lang="zh-CN" altLang="en-US" sz="2800" b="1" dirty="0">
                <a:solidFill>
                  <a:srgbClr val="C00000"/>
                </a:solidFill>
                <a:latin typeface="+mn-ea"/>
              </a:rPr>
              <a:t>注重公理化体系的建立和结构分析</a:t>
            </a:r>
          </a:p>
        </p:txBody>
      </p:sp>
      <p:sp>
        <p:nvSpPr>
          <p:cNvPr id="6146" name="灯片编号占位符 5">
            <a:extLst>
              <a:ext uri="{FF2B5EF4-FFF2-40B4-BE49-F238E27FC236}">
                <a16:creationId xmlns:a16="http://schemas.microsoft.com/office/drawing/2014/main" id="{BE1C9964-153C-4C48-A28D-6219A449ADD5}"/>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972A41B-EB68-4979-8D46-8944FA9700B0}" type="slidenum">
              <a:rPr lang="en-US" altLang="zh-CN">
                <a:solidFill>
                  <a:srgbClr val="898989"/>
                </a:solidFill>
              </a:rPr>
              <a:pPr eaLnBrk="1" hangingPunct="1"/>
              <a:t>4</a:t>
            </a:fld>
            <a:endParaRPr lang="en-US" altLang="zh-CN">
              <a:solidFill>
                <a:srgbClr val="898989"/>
              </a:solidFill>
            </a:endParaRPr>
          </a:p>
        </p:txBody>
      </p:sp>
      <p:sp>
        <p:nvSpPr>
          <p:cNvPr id="5124" name="Rectangle 4">
            <a:extLst>
              <a:ext uri="{FF2B5EF4-FFF2-40B4-BE49-F238E27FC236}">
                <a16:creationId xmlns:a16="http://schemas.microsoft.com/office/drawing/2014/main" id="{11B1B558-C323-4F41-97CC-252789082D5F}"/>
              </a:ext>
            </a:extLst>
          </p:cNvPr>
          <p:cNvSpPr>
            <a:spLocks noChangeArrowheads="1"/>
          </p:cNvSpPr>
          <p:nvPr/>
        </p:nvSpPr>
        <p:spPr bwMode="auto">
          <a:xfrm>
            <a:off x="468313" y="1773238"/>
            <a:ext cx="8229600" cy="1008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bg2"/>
              </a:buClr>
              <a:buSzPct val="75000"/>
              <a:buFont typeface="Wingdings" panose="05000000000000000000" pitchFamily="2" charset="2"/>
              <a:buChar char="p"/>
            </a:pPr>
            <a:r>
              <a:rPr lang="zh-CN" altLang="en-US" sz="2400" b="1"/>
              <a:t>公理化体系：欧几里德的平面几何公理</a:t>
            </a:r>
          </a:p>
          <a:p>
            <a:pPr eaLnBrk="1" hangingPunct="1">
              <a:spcBef>
                <a:spcPct val="20000"/>
              </a:spcBef>
              <a:buClr>
                <a:schemeClr val="bg2"/>
              </a:buClr>
              <a:buSzPct val="75000"/>
              <a:buFont typeface="Wingdings" panose="05000000000000000000" pitchFamily="2" charset="2"/>
              <a:buNone/>
            </a:pPr>
            <a:r>
              <a:rPr lang="zh-CN" altLang="en-US" sz="2400" b="1"/>
              <a:t>                          集合论的公理化体系</a:t>
            </a:r>
            <a:endParaRPr lang="en-US" altLang="zh-CN" sz="2400" b="1"/>
          </a:p>
          <a:p>
            <a:pPr eaLnBrk="1" hangingPunct="1">
              <a:spcBef>
                <a:spcPct val="20000"/>
              </a:spcBef>
              <a:buClr>
                <a:schemeClr val="bg2"/>
              </a:buClr>
              <a:buSzPct val="75000"/>
              <a:buFont typeface="Wingdings" panose="05000000000000000000" pitchFamily="2" charset="2"/>
              <a:buNone/>
            </a:pPr>
            <a:r>
              <a:rPr lang="en-US" altLang="zh-CN" sz="2400" b="1"/>
              <a:t>                          </a:t>
            </a:r>
            <a:endParaRPr lang="zh-CN" altLang="en-US" sz="2400" b="1"/>
          </a:p>
        </p:txBody>
      </p:sp>
      <p:sp>
        <p:nvSpPr>
          <p:cNvPr id="5125" name="Rectangle 5">
            <a:extLst>
              <a:ext uri="{FF2B5EF4-FFF2-40B4-BE49-F238E27FC236}">
                <a16:creationId xmlns:a16="http://schemas.microsoft.com/office/drawing/2014/main" id="{BBE1AC11-C0CA-4554-A4B3-C5CFFDE97151}"/>
              </a:ext>
            </a:extLst>
          </p:cNvPr>
          <p:cNvSpPr>
            <a:spLocks noChangeArrowheads="1"/>
          </p:cNvSpPr>
          <p:nvPr/>
        </p:nvSpPr>
        <p:spPr bwMode="auto">
          <a:xfrm>
            <a:off x="519113" y="2708275"/>
            <a:ext cx="822960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bg2"/>
              </a:buClr>
              <a:buSzPct val="75000"/>
              <a:buFont typeface="Wingdings" panose="05000000000000000000" pitchFamily="2" charset="2"/>
              <a:buChar char="p"/>
            </a:pPr>
            <a:r>
              <a:rPr lang="zh-CN" altLang="en-US" sz="2400" b="1"/>
              <a:t>结构分析：集合 </a:t>
            </a:r>
            <a:r>
              <a:rPr lang="en-US" altLang="zh-CN" sz="2400" b="1"/>
              <a:t>+ </a:t>
            </a:r>
            <a:r>
              <a:rPr lang="zh-CN" altLang="en-US" sz="2400" b="1"/>
              <a:t>对应规则 </a:t>
            </a:r>
            <a:r>
              <a:rPr lang="en-US" altLang="zh-CN" sz="2400" b="1"/>
              <a:t>+ </a:t>
            </a:r>
            <a:r>
              <a:rPr lang="zh-CN" altLang="en-US" sz="2400" b="1"/>
              <a:t>公理 </a:t>
            </a:r>
            <a:r>
              <a:rPr lang="en-US" altLang="zh-CN" sz="2400" b="1"/>
              <a:t>= </a:t>
            </a:r>
            <a:r>
              <a:rPr lang="zh-CN" altLang="en-US" sz="2400" b="1"/>
              <a:t>结构</a:t>
            </a:r>
          </a:p>
          <a:p>
            <a:pPr eaLnBrk="1" hangingPunct="1">
              <a:spcBef>
                <a:spcPct val="20000"/>
              </a:spcBef>
              <a:buClr>
                <a:schemeClr val="bg2"/>
              </a:buClr>
              <a:buSzPct val="75000"/>
              <a:buFont typeface="Wingdings" panose="05000000000000000000" pitchFamily="2" charset="2"/>
              <a:buNone/>
            </a:pPr>
            <a:r>
              <a:rPr lang="zh-CN" altLang="en-US" sz="2400" b="1"/>
              <a:t>   </a:t>
            </a:r>
          </a:p>
        </p:txBody>
      </p:sp>
      <p:sp>
        <p:nvSpPr>
          <p:cNvPr id="5126" name="Rectangle 6">
            <a:extLst>
              <a:ext uri="{FF2B5EF4-FFF2-40B4-BE49-F238E27FC236}">
                <a16:creationId xmlns:a16="http://schemas.microsoft.com/office/drawing/2014/main" id="{6BB4E40A-ACF8-4B0C-BCF5-DA6360AD4634}"/>
              </a:ext>
            </a:extLst>
          </p:cNvPr>
          <p:cNvSpPr>
            <a:spLocks noChangeArrowheads="1"/>
          </p:cNvSpPr>
          <p:nvPr/>
        </p:nvSpPr>
        <p:spPr bwMode="auto">
          <a:xfrm>
            <a:off x="590550" y="3357563"/>
            <a:ext cx="8229600" cy="287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bg2"/>
              </a:buClr>
              <a:buSzPct val="75000"/>
              <a:buFont typeface="Wingdings" panose="05000000000000000000" pitchFamily="2" charset="2"/>
              <a:buNone/>
            </a:pPr>
            <a:r>
              <a:rPr lang="en-US" altLang="zh-CN" sz="2400" b="1"/>
              <a:t>   </a:t>
            </a:r>
            <a:r>
              <a:rPr lang="zh-CN" altLang="en-US" sz="2400" b="1"/>
              <a:t>实例：</a:t>
            </a:r>
            <a:endParaRPr lang="en-US" altLang="zh-CN" sz="2400" b="1"/>
          </a:p>
          <a:p>
            <a:pPr eaLnBrk="1" hangingPunct="1">
              <a:spcBef>
                <a:spcPct val="20000"/>
              </a:spcBef>
              <a:buClr>
                <a:schemeClr val="bg2"/>
              </a:buClr>
              <a:buSzPct val="75000"/>
              <a:buFont typeface="Wingdings" panose="05000000000000000000" pitchFamily="2" charset="2"/>
              <a:buNone/>
            </a:pPr>
            <a:r>
              <a:rPr lang="en-US" altLang="zh-CN" sz="2400" b="1"/>
              <a:t>   </a:t>
            </a:r>
            <a:r>
              <a:rPr lang="zh-CN" altLang="en-US" sz="2400" b="1"/>
              <a:t>序结构（偏序集）</a:t>
            </a:r>
          </a:p>
          <a:p>
            <a:pPr eaLnBrk="1" hangingPunct="1">
              <a:spcBef>
                <a:spcPct val="20000"/>
              </a:spcBef>
              <a:buClr>
                <a:schemeClr val="bg2"/>
              </a:buClr>
              <a:buSzPct val="75000"/>
              <a:buFont typeface="Wingdings" panose="05000000000000000000" pitchFamily="2" charset="2"/>
              <a:buNone/>
            </a:pPr>
            <a:r>
              <a:rPr lang="zh-CN" altLang="en-US" sz="2400" b="1"/>
              <a:t>   代数结构（群、环、域、格、线性空间）</a:t>
            </a:r>
          </a:p>
          <a:p>
            <a:pPr eaLnBrk="1" hangingPunct="1">
              <a:spcBef>
                <a:spcPct val="20000"/>
              </a:spcBef>
              <a:buClr>
                <a:schemeClr val="bg2"/>
              </a:buClr>
              <a:buSzPct val="75000"/>
              <a:buFont typeface="Wingdings" panose="05000000000000000000" pitchFamily="2" charset="2"/>
              <a:buNone/>
            </a:pPr>
            <a:r>
              <a:rPr lang="zh-CN" altLang="en-US" sz="2400" b="1"/>
              <a:t>   拓扑结构（距离空间、拓扑空间）</a:t>
            </a:r>
          </a:p>
          <a:p>
            <a:pPr eaLnBrk="1" hangingPunct="1">
              <a:spcBef>
                <a:spcPct val="20000"/>
              </a:spcBef>
              <a:buClr>
                <a:schemeClr val="bg2"/>
              </a:buClr>
              <a:buSzPct val="75000"/>
              <a:buFont typeface="Wingdings" panose="05000000000000000000" pitchFamily="2" charset="2"/>
              <a:buNone/>
            </a:pPr>
            <a:r>
              <a:rPr lang="zh-CN" altLang="en-US" sz="2400" b="1"/>
              <a:t>   测度结构</a:t>
            </a:r>
          </a:p>
          <a:p>
            <a:pPr eaLnBrk="1" hangingPunct="1">
              <a:spcBef>
                <a:spcPct val="20000"/>
              </a:spcBef>
              <a:buClr>
                <a:schemeClr val="bg2"/>
              </a:buClr>
              <a:buSzPct val="75000"/>
              <a:buFont typeface="Wingdings" panose="05000000000000000000" pitchFamily="2" charset="2"/>
              <a:buNone/>
            </a:pPr>
            <a:r>
              <a:rPr lang="zh-CN" altLang="en-US" sz="2400" b="1"/>
              <a:t>   上述结构的复合结构（有序距离线性空间）等</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7D87C04E-A24E-4141-BBB3-309B3228EF5A}"/>
              </a:ext>
            </a:extLst>
          </p:cNvPr>
          <p:cNvSpPr>
            <a:spLocks noGrp="1" noChangeArrowheads="1"/>
          </p:cNvSpPr>
          <p:nvPr>
            <p:ph type="title"/>
          </p:nvPr>
        </p:nvSpPr>
        <p:spPr>
          <a:xfrm>
            <a:off x="457200" y="277813"/>
            <a:ext cx="8229600" cy="630237"/>
          </a:xfrm>
        </p:spPr>
        <p:txBody>
          <a:bodyPr/>
          <a:lstStyle/>
          <a:p>
            <a:pPr algn="ctr" eaLnBrk="1" hangingPunct="1">
              <a:defRPr/>
            </a:pPr>
            <a:r>
              <a:rPr lang="zh-CN" altLang="en-US" b="1" dirty="0">
                <a:solidFill>
                  <a:srgbClr val="C00000"/>
                </a:solidFill>
                <a:effectLst>
                  <a:outerShdw blurRad="38100" dist="38100" dir="2700000" algn="tl">
                    <a:srgbClr val="000000">
                      <a:alpha val="43137"/>
                    </a:srgbClr>
                  </a:outerShdw>
                </a:effectLst>
              </a:rPr>
              <a:t>现代数学的特点</a:t>
            </a:r>
            <a:r>
              <a:rPr lang="en-US" altLang="zh-CN" b="1" dirty="0">
                <a:solidFill>
                  <a:srgbClr val="C00000"/>
                </a:solidFill>
                <a:effectLst>
                  <a:outerShdw blurRad="38100" dist="38100" dir="2700000" algn="tl">
                    <a:srgbClr val="000000">
                      <a:alpha val="43137"/>
                    </a:srgbClr>
                  </a:outerShdw>
                </a:effectLst>
              </a:rPr>
              <a:t>(</a:t>
            </a:r>
            <a:r>
              <a:rPr lang="zh-CN" altLang="en-US" b="1" dirty="0">
                <a:solidFill>
                  <a:srgbClr val="C00000"/>
                </a:solidFill>
                <a:effectLst>
                  <a:outerShdw blurRad="38100" dist="38100" dir="2700000" algn="tl">
                    <a:srgbClr val="000000">
                      <a:alpha val="43137"/>
                    </a:srgbClr>
                  </a:outerShdw>
                </a:effectLst>
              </a:rPr>
              <a:t>续</a:t>
            </a:r>
            <a:r>
              <a:rPr lang="en-US" altLang="zh-CN" b="1" dirty="0">
                <a:solidFill>
                  <a:srgbClr val="C00000"/>
                </a:solidFill>
                <a:effectLst>
                  <a:outerShdw blurRad="38100" dist="38100" dir="2700000" algn="tl">
                    <a:srgbClr val="000000">
                      <a:alpha val="43137"/>
                    </a:srgbClr>
                  </a:outerShdw>
                </a:effectLst>
              </a:rPr>
              <a:t>)</a:t>
            </a:r>
            <a:endParaRPr lang="zh-CN" altLang="en-US" b="1" dirty="0">
              <a:solidFill>
                <a:srgbClr val="C00000"/>
              </a:solidFill>
              <a:effectLst>
                <a:outerShdw blurRad="38100" dist="38100" dir="2700000" algn="tl">
                  <a:srgbClr val="000000">
                    <a:alpha val="43137"/>
                  </a:srgbClr>
                </a:outerShdw>
              </a:effectLst>
            </a:endParaRPr>
          </a:p>
        </p:txBody>
      </p:sp>
      <p:sp>
        <p:nvSpPr>
          <p:cNvPr id="7172" name="Rectangle 3">
            <a:extLst>
              <a:ext uri="{FF2B5EF4-FFF2-40B4-BE49-F238E27FC236}">
                <a16:creationId xmlns:a16="http://schemas.microsoft.com/office/drawing/2014/main" id="{EF8141D8-493C-454E-935C-359274E40F87}"/>
              </a:ext>
            </a:extLst>
          </p:cNvPr>
          <p:cNvSpPr>
            <a:spLocks noGrp="1" noChangeArrowheads="1"/>
          </p:cNvSpPr>
          <p:nvPr>
            <p:ph idx="1"/>
          </p:nvPr>
        </p:nvSpPr>
        <p:spPr>
          <a:xfrm>
            <a:off x="468313" y="1125538"/>
            <a:ext cx="8229600" cy="676275"/>
          </a:xfrm>
        </p:spPr>
        <p:txBody>
          <a:bodyPr/>
          <a:lstStyle/>
          <a:p>
            <a:pPr eaLnBrk="1" hangingPunct="1">
              <a:buFont typeface="Wingdings" pitchFamily="2" charset="2"/>
              <a:buNone/>
              <a:defRPr/>
            </a:pPr>
            <a:r>
              <a:rPr lang="zh-CN" altLang="en-US" sz="2800" b="1" dirty="0">
                <a:solidFill>
                  <a:srgbClr val="C00000"/>
                </a:solidFill>
                <a:latin typeface="Times New Roman" pitchFamily="18" charset="0"/>
                <a:cs typeface="Times New Roman" pitchFamily="18" charset="0"/>
              </a:rPr>
              <a:t>特点</a:t>
            </a:r>
            <a:r>
              <a:rPr lang="en-US" altLang="zh-CN" sz="2800" b="1" dirty="0">
                <a:solidFill>
                  <a:srgbClr val="C00000"/>
                </a:solidFill>
                <a:latin typeface="Times New Roman" pitchFamily="18" charset="0"/>
                <a:cs typeface="Times New Roman" pitchFamily="18" charset="0"/>
              </a:rPr>
              <a:t>3   </a:t>
            </a:r>
            <a:r>
              <a:rPr lang="zh-CN" altLang="en-US" sz="2800" b="1" dirty="0">
                <a:solidFill>
                  <a:srgbClr val="C00000"/>
                </a:solidFill>
                <a:latin typeface="+mn-ea"/>
              </a:rPr>
              <a:t>学科交叉、领域交叉</a:t>
            </a:r>
          </a:p>
        </p:txBody>
      </p:sp>
      <p:sp>
        <p:nvSpPr>
          <p:cNvPr id="7170" name="灯片编号占位符 5">
            <a:extLst>
              <a:ext uri="{FF2B5EF4-FFF2-40B4-BE49-F238E27FC236}">
                <a16:creationId xmlns:a16="http://schemas.microsoft.com/office/drawing/2014/main" id="{5472C3E2-B70D-45AE-ACFE-3B73FA13ACD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96534E11-914C-45E3-86E0-F01044658723}" type="slidenum">
              <a:rPr lang="en-US" altLang="zh-CN">
                <a:solidFill>
                  <a:srgbClr val="898989"/>
                </a:solidFill>
              </a:rPr>
              <a:pPr eaLnBrk="1" hangingPunct="1"/>
              <a:t>5</a:t>
            </a:fld>
            <a:endParaRPr lang="en-US" altLang="zh-CN">
              <a:solidFill>
                <a:srgbClr val="898989"/>
              </a:solidFill>
            </a:endParaRPr>
          </a:p>
        </p:txBody>
      </p:sp>
      <p:sp>
        <p:nvSpPr>
          <p:cNvPr id="6148" name="Rectangle 4">
            <a:extLst>
              <a:ext uri="{FF2B5EF4-FFF2-40B4-BE49-F238E27FC236}">
                <a16:creationId xmlns:a16="http://schemas.microsoft.com/office/drawing/2014/main" id="{4C1789CD-B23B-463B-BAA3-012A6951E2B8}"/>
              </a:ext>
            </a:extLst>
          </p:cNvPr>
          <p:cNvSpPr>
            <a:spLocks noChangeArrowheads="1"/>
          </p:cNvSpPr>
          <p:nvPr/>
        </p:nvSpPr>
        <p:spPr bwMode="auto">
          <a:xfrm>
            <a:off x="539750" y="1844675"/>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bg2"/>
              </a:buClr>
              <a:buSzPct val="75000"/>
              <a:buFont typeface="Wingdings" panose="05000000000000000000" pitchFamily="2" charset="2"/>
              <a:buChar char="p"/>
            </a:pPr>
            <a:r>
              <a:rPr lang="zh-CN" altLang="en-US" sz="2800" b="1"/>
              <a:t>数学研究领域交叉</a:t>
            </a:r>
          </a:p>
          <a:p>
            <a:pPr lvl="1" eaLnBrk="1" hangingPunct="1">
              <a:lnSpc>
                <a:spcPts val="3200"/>
              </a:lnSpc>
              <a:spcBef>
                <a:spcPct val="20000"/>
              </a:spcBef>
              <a:buClr>
                <a:schemeClr val="tx2"/>
              </a:buClr>
              <a:buSzPct val="75000"/>
              <a:buFont typeface="Wingdings" panose="05000000000000000000" pitchFamily="2" charset="2"/>
              <a:buChar char="n"/>
            </a:pPr>
            <a:r>
              <a:rPr lang="zh-CN" altLang="en-US" sz="2400" b="1"/>
              <a:t>泛函分析、解析数论</a:t>
            </a:r>
          </a:p>
          <a:p>
            <a:pPr lvl="1" eaLnBrk="1" hangingPunct="1">
              <a:lnSpc>
                <a:spcPts val="3200"/>
              </a:lnSpc>
              <a:spcBef>
                <a:spcPct val="20000"/>
              </a:spcBef>
              <a:buClr>
                <a:schemeClr val="tx2"/>
              </a:buClr>
              <a:buSzPct val="75000"/>
              <a:buFont typeface="Wingdings" panose="05000000000000000000" pitchFamily="2" charset="2"/>
              <a:buChar char="n"/>
            </a:pPr>
            <a:r>
              <a:rPr lang="zh-CN" altLang="en-US" sz="2400" b="1"/>
              <a:t>代数拓扑、代数图论</a:t>
            </a:r>
          </a:p>
          <a:p>
            <a:pPr eaLnBrk="1" hangingPunct="1">
              <a:spcBef>
                <a:spcPct val="40000"/>
              </a:spcBef>
              <a:buClr>
                <a:schemeClr val="bg2"/>
              </a:buClr>
              <a:buSzPct val="75000"/>
              <a:buFont typeface="Wingdings" panose="05000000000000000000" pitchFamily="2" charset="2"/>
              <a:buChar char="p"/>
            </a:pPr>
            <a:r>
              <a:rPr lang="zh-CN" altLang="en-US" sz="2800" b="1"/>
              <a:t>确定性与非确定性交叉</a:t>
            </a:r>
          </a:p>
          <a:p>
            <a:pPr lvl="1" eaLnBrk="1" hangingPunct="1">
              <a:spcBef>
                <a:spcPct val="20000"/>
              </a:spcBef>
              <a:buClr>
                <a:schemeClr val="tx2"/>
              </a:buClr>
              <a:buSzPct val="75000"/>
              <a:buFont typeface="Wingdings" panose="05000000000000000000" pitchFamily="2" charset="2"/>
              <a:buChar char="n"/>
            </a:pPr>
            <a:r>
              <a:rPr lang="zh-CN" altLang="en-US" sz="2400" b="1"/>
              <a:t>随机微分方程</a:t>
            </a:r>
          </a:p>
          <a:p>
            <a:pPr eaLnBrk="1" hangingPunct="1">
              <a:spcBef>
                <a:spcPct val="40000"/>
              </a:spcBef>
              <a:buClr>
                <a:schemeClr val="bg2"/>
              </a:buClr>
              <a:buSzPct val="75000"/>
              <a:buFont typeface="Wingdings" panose="05000000000000000000" pitchFamily="2" charset="2"/>
              <a:buChar char="p"/>
            </a:pPr>
            <a:r>
              <a:rPr lang="zh-CN" altLang="en-US" sz="2800" b="1"/>
              <a:t>与其它应用学科交叉</a:t>
            </a:r>
          </a:p>
          <a:p>
            <a:pPr lvl="1" eaLnBrk="1" hangingPunct="1">
              <a:lnSpc>
                <a:spcPts val="3200"/>
              </a:lnSpc>
              <a:spcBef>
                <a:spcPct val="20000"/>
              </a:spcBef>
              <a:buClr>
                <a:schemeClr val="tx2"/>
              </a:buClr>
              <a:buSzPct val="75000"/>
              <a:buFont typeface="Wingdings" panose="05000000000000000000" pitchFamily="2" charset="2"/>
              <a:buChar char="n"/>
            </a:pPr>
            <a:r>
              <a:rPr lang="zh-CN" altLang="en-US" sz="2400" b="1"/>
              <a:t>模糊数学</a:t>
            </a:r>
          </a:p>
          <a:p>
            <a:pPr lvl="1" eaLnBrk="1" hangingPunct="1">
              <a:lnSpc>
                <a:spcPts val="3200"/>
              </a:lnSpc>
              <a:spcBef>
                <a:spcPct val="20000"/>
              </a:spcBef>
              <a:buClr>
                <a:schemeClr val="tx2"/>
              </a:buClr>
              <a:buSzPct val="75000"/>
              <a:buFont typeface="Wingdings" panose="05000000000000000000" pitchFamily="2" charset="2"/>
              <a:buChar char="n"/>
            </a:pPr>
            <a:r>
              <a:rPr lang="zh-CN" altLang="en-US" sz="2400" b="1"/>
              <a:t>运筹学</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a:extLst>
              <a:ext uri="{FF2B5EF4-FFF2-40B4-BE49-F238E27FC236}">
                <a16:creationId xmlns:a16="http://schemas.microsoft.com/office/drawing/2014/main" id="{E86A21F1-120D-4C64-A4DE-9479954357EC}"/>
              </a:ext>
            </a:extLst>
          </p:cNvPr>
          <p:cNvSpPr>
            <a:spLocks noGrp="1" noChangeArrowheads="1"/>
          </p:cNvSpPr>
          <p:nvPr>
            <p:ph type="title"/>
          </p:nvPr>
        </p:nvSpPr>
        <p:spPr>
          <a:xfrm>
            <a:off x="611188" y="260350"/>
            <a:ext cx="7993062" cy="720725"/>
          </a:xfrm>
        </p:spPr>
        <p:txBody>
          <a:bodyPr/>
          <a:lstStyle/>
          <a:p>
            <a:pPr algn="ctr" eaLnBrk="1" hangingPunct="1">
              <a:defRPr/>
            </a:pPr>
            <a:r>
              <a:rPr lang="zh-CN" altLang="en-US" b="1" dirty="0">
                <a:solidFill>
                  <a:srgbClr val="C00000"/>
                </a:solidFill>
                <a:effectLst>
                  <a:outerShdw blurRad="38100" dist="38100" dir="2700000" algn="tl">
                    <a:srgbClr val="000000">
                      <a:alpha val="43137"/>
                    </a:srgbClr>
                  </a:outerShdw>
                </a:effectLst>
              </a:rPr>
              <a:t>离散数学的主要内容</a:t>
            </a:r>
          </a:p>
        </p:txBody>
      </p:sp>
      <p:sp>
        <p:nvSpPr>
          <p:cNvPr id="7172" name="Rectangle 4">
            <a:extLst>
              <a:ext uri="{FF2B5EF4-FFF2-40B4-BE49-F238E27FC236}">
                <a16:creationId xmlns:a16="http://schemas.microsoft.com/office/drawing/2014/main" id="{F12CA0F4-3E9A-4F17-808A-827E8754864C}"/>
              </a:ext>
            </a:extLst>
          </p:cNvPr>
          <p:cNvSpPr>
            <a:spLocks noGrp="1" noChangeArrowheads="1"/>
          </p:cNvSpPr>
          <p:nvPr>
            <p:ph idx="1"/>
          </p:nvPr>
        </p:nvSpPr>
        <p:spPr>
          <a:xfrm>
            <a:off x="395288" y="1152525"/>
            <a:ext cx="8362950" cy="5661025"/>
          </a:xfrm>
        </p:spPr>
        <p:txBody>
          <a:bodyPr/>
          <a:lstStyle/>
          <a:p>
            <a:pPr eaLnBrk="1" hangingPunct="1"/>
            <a:r>
              <a:rPr lang="zh-CN" altLang="en-US" sz="2800" b="1">
                <a:solidFill>
                  <a:srgbClr val="C00000"/>
                </a:solidFill>
              </a:rPr>
              <a:t>研究对象</a:t>
            </a:r>
            <a:r>
              <a:rPr lang="zh-CN" altLang="en-US" b="1"/>
              <a:t>：</a:t>
            </a:r>
            <a:r>
              <a:rPr lang="zh-CN" altLang="en-US" sz="2400" b="1"/>
              <a:t>离散个体及其结构</a:t>
            </a:r>
          </a:p>
          <a:p>
            <a:pPr eaLnBrk="1" hangingPunct="1"/>
            <a:r>
              <a:rPr lang="zh-CN" altLang="en-US" sz="2800" b="1">
                <a:solidFill>
                  <a:srgbClr val="C00000"/>
                </a:solidFill>
              </a:rPr>
              <a:t>研究思想</a:t>
            </a:r>
            <a:r>
              <a:rPr lang="zh-CN" altLang="en-US" b="1"/>
              <a:t>：</a:t>
            </a:r>
          </a:p>
          <a:p>
            <a:pPr eaLnBrk="1" hangingPunct="1">
              <a:buFont typeface="Wingdings" panose="05000000000000000000" pitchFamily="2" charset="2"/>
              <a:buNone/>
            </a:pPr>
            <a:r>
              <a:rPr lang="zh-CN" altLang="en-US" sz="2400" b="1"/>
              <a:t>     以集合和映射为工具、体现公理化和结构的思想</a:t>
            </a:r>
          </a:p>
          <a:p>
            <a:pPr eaLnBrk="1" hangingPunct="1"/>
            <a:r>
              <a:rPr lang="zh-CN" altLang="en-US" sz="2800" b="1">
                <a:solidFill>
                  <a:srgbClr val="C00000"/>
                </a:solidFill>
              </a:rPr>
              <a:t>研究内容</a:t>
            </a:r>
            <a:r>
              <a:rPr lang="zh-CN" altLang="en-US" b="1"/>
              <a:t>：</a:t>
            </a:r>
            <a:r>
              <a:rPr lang="zh-CN" altLang="en-US" sz="2400" b="1"/>
              <a:t>包含不同数学分支，模块化结构</a:t>
            </a:r>
          </a:p>
          <a:p>
            <a:pPr lvl="1" eaLnBrk="1" hangingPunct="1">
              <a:lnSpc>
                <a:spcPts val="3200"/>
              </a:lnSpc>
              <a:spcBef>
                <a:spcPts val="600"/>
              </a:spcBef>
            </a:pPr>
            <a:r>
              <a:rPr lang="zh-CN" altLang="en-US" sz="2400" b="1"/>
              <a:t>数理逻辑：推理、形式化方法</a:t>
            </a:r>
          </a:p>
          <a:p>
            <a:pPr lvl="1" eaLnBrk="1" hangingPunct="1">
              <a:lnSpc>
                <a:spcPts val="3200"/>
              </a:lnSpc>
              <a:spcBef>
                <a:spcPts val="600"/>
              </a:spcBef>
            </a:pPr>
            <a:r>
              <a:rPr lang="zh-CN" altLang="en-US" sz="2400" b="1"/>
              <a:t>集合论：离散结构的表示、描述工具</a:t>
            </a:r>
          </a:p>
          <a:p>
            <a:pPr lvl="1" eaLnBrk="1" hangingPunct="1">
              <a:lnSpc>
                <a:spcPts val="3200"/>
              </a:lnSpc>
              <a:spcBef>
                <a:spcPts val="600"/>
              </a:spcBef>
            </a:pPr>
            <a:r>
              <a:rPr lang="zh-CN" altLang="en-US" sz="2400" b="1"/>
              <a:t>代数结构：离散结构的代数模型</a:t>
            </a:r>
          </a:p>
          <a:p>
            <a:pPr lvl="1" eaLnBrk="1" hangingPunct="1">
              <a:lnSpc>
                <a:spcPts val="3200"/>
              </a:lnSpc>
              <a:spcBef>
                <a:spcPts val="600"/>
              </a:spcBef>
            </a:pPr>
            <a:r>
              <a:rPr lang="zh-CN" altLang="en-US" sz="2400" b="1"/>
              <a:t>图论：离散结构的关系模型</a:t>
            </a:r>
          </a:p>
          <a:p>
            <a:pPr lvl="1" eaLnBrk="1" hangingPunct="1">
              <a:lnSpc>
                <a:spcPts val="3200"/>
              </a:lnSpc>
              <a:spcBef>
                <a:spcPts val="600"/>
              </a:spcBef>
            </a:pPr>
            <a:r>
              <a:rPr lang="zh-CN" altLang="en-US" sz="2400" b="1"/>
              <a:t>组合数学：离散结构存在性、计数、枚举、优化、设计</a:t>
            </a:r>
          </a:p>
          <a:p>
            <a:pPr lvl="1" eaLnBrk="1" hangingPunct="1">
              <a:lnSpc>
                <a:spcPts val="3200"/>
              </a:lnSpc>
              <a:spcBef>
                <a:spcPts val="600"/>
              </a:spcBef>
            </a:pPr>
            <a:r>
              <a:rPr lang="zh-CN" altLang="en-US" sz="2400" b="1"/>
              <a:t>离散概率（概率统计课程）</a:t>
            </a:r>
          </a:p>
        </p:txBody>
      </p:sp>
      <p:sp>
        <p:nvSpPr>
          <p:cNvPr id="14338" name="灯片编号占位符 5">
            <a:extLst>
              <a:ext uri="{FF2B5EF4-FFF2-40B4-BE49-F238E27FC236}">
                <a16:creationId xmlns:a16="http://schemas.microsoft.com/office/drawing/2014/main" id="{9AAD65E0-9062-49C0-A186-E8E6FEE07FE7}"/>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65E51AD-5DB8-4B55-8F43-CD86DAFCACD9}" type="slidenum">
              <a:rPr lang="en-US" altLang="zh-CN">
                <a:solidFill>
                  <a:srgbClr val="898989"/>
                </a:solidFill>
              </a:rPr>
              <a:pPr eaLnBrk="1" hangingPunct="1"/>
              <a:t>6</a:t>
            </a:fld>
            <a:endParaRPr lang="en-US" altLang="zh-CN">
              <a:solidFill>
                <a:srgbClr val="898989"/>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a:extLst>
              <a:ext uri="{FF2B5EF4-FFF2-40B4-BE49-F238E27FC236}">
                <a16:creationId xmlns:a16="http://schemas.microsoft.com/office/drawing/2014/main" id="{5866868B-1C65-49F9-BDBD-9716C238BFD4}"/>
              </a:ext>
            </a:extLst>
          </p:cNvPr>
          <p:cNvSpPr>
            <a:spLocks noGrp="1" noChangeArrowheads="1"/>
          </p:cNvSpPr>
          <p:nvPr>
            <p:ph type="title"/>
          </p:nvPr>
        </p:nvSpPr>
        <p:spPr>
          <a:xfrm>
            <a:off x="457200" y="163464"/>
            <a:ext cx="8229600" cy="865187"/>
          </a:xfrm>
        </p:spPr>
        <p:txBody>
          <a:bodyPr/>
          <a:lstStyle/>
          <a:p>
            <a:pPr algn="ctr" eaLnBrk="1" hangingPunct="1">
              <a:defRPr/>
            </a:pPr>
            <a:r>
              <a:rPr lang="zh-CN" altLang="en-US" b="1" dirty="0">
                <a:solidFill>
                  <a:srgbClr val="C00000"/>
                </a:solidFill>
                <a:effectLst>
                  <a:outerShdw blurRad="38100" dist="38100" dir="2700000" algn="tl">
                    <a:srgbClr val="000000">
                      <a:alpha val="43137"/>
                    </a:srgbClr>
                  </a:outerShdw>
                </a:effectLst>
                <a:latin typeface="Arial" charset="0"/>
              </a:rPr>
              <a:t>离散数学的主要模块</a:t>
            </a:r>
          </a:p>
        </p:txBody>
      </p:sp>
      <p:sp>
        <p:nvSpPr>
          <p:cNvPr id="8196" name="Rectangle 3">
            <a:extLst>
              <a:ext uri="{FF2B5EF4-FFF2-40B4-BE49-F238E27FC236}">
                <a16:creationId xmlns:a16="http://schemas.microsoft.com/office/drawing/2014/main" id="{87B96530-C8D8-426E-B462-9E75EBBD2971}"/>
              </a:ext>
            </a:extLst>
          </p:cNvPr>
          <p:cNvSpPr>
            <a:spLocks noGrp="1" noChangeArrowheads="1"/>
          </p:cNvSpPr>
          <p:nvPr>
            <p:ph idx="1"/>
          </p:nvPr>
        </p:nvSpPr>
        <p:spPr>
          <a:xfrm>
            <a:off x="323850" y="1196975"/>
            <a:ext cx="2735263" cy="5256213"/>
          </a:xfrm>
        </p:spPr>
        <p:txBody>
          <a:bodyPr/>
          <a:lstStyle/>
          <a:p>
            <a:pPr eaLnBrk="1" hangingPunct="1">
              <a:buFont typeface="Wingdings" panose="05000000000000000000" pitchFamily="2" charset="2"/>
              <a:buNone/>
            </a:pPr>
            <a:r>
              <a:rPr lang="zh-CN" altLang="en-US" sz="2400" b="1"/>
              <a:t>集合论与图论</a:t>
            </a:r>
            <a:endParaRPr lang="en-US" altLang="zh-CN" sz="2400" b="1"/>
          </a:p>
          <a:p>
            <a:pPr eaLnBrk="1" hangingPunct="1">
              <a:buFont typeface="Arial" panose="020B0604020202020204" pitchFamily="34" charset="0"/>
              <a:buNone/>
            </a:pPr>
            <a:r>
              <a:rPr lang="zh-CN" altLang="en-US" sz="2000" b="1"/>
              <a:t>     </a:t>
            </a:r>
            <a:r>
              <a:rPr lang="zh-CN" altLang="en-US" sz="2200" b="1"/>
              <a:t>基本逻辑   </a:t>
            </a:r>
          </a:p>
          <a:p>
            <a:pPr eaLnBrk="1" hangingPunct="1">
              <a:buFont typeface="Wingdings" panose="05000000000000000000" pitchFamily="2" charset="2"/>
              <a:buNone/>
            </a:pPr>
            <a:r>
              <a:rPr lang="zh-CN" altLang="en-US" sz="2200" b="1"/>
              <a:t>     集合</a:t>
            </a:r>
            <a:r>
              <a:rPr lang="en-US" altLang="zh-CN" sz="2200" b="1"/>
              <a:t>,</a:t>
            </a:r>
            <a:r>
              <a:rPr lang="zh-CN" altLang="en-US" sz="2200" b="1"/>
              <a:t>关系</a:t>
            </a:r>
            <a:r>
              <a:rPr lang="en-US" altLang="zh-CN" sz="2200" b="1"/>
              <a:t>,</a:t>
            </a:r>
            <a:r>
              <a:rPr lang="zh-CN" altLang="en-US" sz="2200" b="1"/>
              <a:t>函数</a:t>
            </a:r>
            <a:endParaRPr lang="en-US" altLang="zh-CN" sz="2200" b="1"/>
          </a:p>
          <a:p>
            <a:pPr eaLnBrk="1" hangingPunct="1">
              <a:buFont typeface="Wingdings" panose="05000000000000000000" pitchFamily="2" charset="2"/>
              <a:buNone/>
            </a:pPr>
            <a:r>
              <a:rPr lang="zh-CN" altLang="en-US" sz="2200" b="1"/>
              <a:t>     图</a:t>
            </a:r>
            <a:r>
              <a:rPr lang="en-US" altLang="zh-CN" sz="2200" b="1"/>
              <a:t>,</a:t>
            </a:r>
            <a:r>
              <a:rPr lang="zh-CN" altLang="en-US" sz="2200" b="1"/>
              <a:t>树</a:t>
            </a:r>
          </a:p>
          <a:p>
            <a:pPr eaLnBrk="1" hangingPunct="1">
              <a:buFont typeface="Wingdings" panose="05000000000000000000" pitchFamily="2" charset="2"/>
              <a:buNone/>
            </a:pPr>
            <a:r>
              <a:rPr lang="zh-CN" altLang="en-US" sz="2400" b="1"/>
              <a:t>代数结构组合数学</a:t>
            </a:r>
            <a:endParaRPr lang="en-US" altLang="zh-CN" sz="2400" b="1"/>
          </a:p>
          <a:p>
            <a:pPr eaLnBrk="1" hangingPunct="1">
              <a:buFont typeface="Wingdings" panose="05000000000000000000" pitchFamily="2" charset="2"/>
              <a:buNone/>
            </a:pPr>
            <a:r>
              <a:rPr lang="zh-CN" altLang="en-US" sz="2000" b="1"/>
              <a:t>      </a:t>
            </a:r>
            <a:r>
              <a:rPr lang="zh-CN" altLang="en-US" sz="2200" b="1"/>
              <a:t>代数结构    </a:t>
            </a:r>
            <a:endParaRPr lang="en-US" altLang="zh-CN" sz="2200" b="1"/>
          </a:p>
          <a:p>
            <a:pPr eaLnBrk="1" hangingPunct="1">
              <a:buFont typeface="Wingdings" panose="05000000000000000000" pitchFamily="2" charset="2"/>
              <a:buNone/>
            </a:pPr>
            <a:r>
              <a:rPr lang="zh-CN" altLang="en-US" sz="2200" b="1"/>
              <a:t>     计数技术</a:t>
            </a:r>
            <a:endParaRPr lang="en-US" altLang="zh-CN" sz="2200" b="1"/>
          </a:p>
          <a:p>
            <a:pPr eaLnBrk="1" hangingPunct="1">
              <a:buFont typeface="Arial" panose="020B0604020202020204" pitchFamily="34" charset="0"/>
              <a:buNone/>
            </a:pPr>
            <a:r>
              <a:rPr lang="zh-CN" altLang="en-US" sz="2400" b="1"/>
              <a:t>数理逻辑</a:t>
            </a:r>
            <a:endParaRPr lang="en-US" altLang="zh-CN" sz="2400" b="1"/>
          </a:p>
          <a:p>
            <a:pPr eaLnBrk="1" hangingPunct="1">
              <a:spcBef>
                <a:spcPct val="0"/>
              </a:spcBef>
              <a:buFont typeface="Arial" panose="020B0604020202020204" pitchFamily="34" charset="0"/>
              <a:buNone/>
            </a:pPr>
            <a:r>
              <a:rPr lang="zh-CN" altLang="en-US" sz="2400" b="1"/>
              <a:t>     </a:t>
            </a:r>
            <a:r>
              <a:rPr lang="zh-CN" altLang="en-US" sz="2200" b="1"/>
              <a:t>基本逻辑</a:t>
            </a:r>
            <a:endParaRPr lang="en-US" altLang="zh-CN" sz="2200" b="1"/>
          </a:p>
          <a:p>
            <a:pPr eaLnBrk="1" hangingPunct="1">
              <a:spcBef>
                <a:spcPct val="0"/>
              </a:spcBef>
              <a:buFont typeface="Arial" panose="020B0604020202020204" pitchFamily="34" charset="0"/>
              <a:buNone/>
            </a:pPr>
            <a:r>
              <a:rPr lang="en-US" altLang="zh-CN" sz="2200" b="1"/>
              <a:t>     </a:t>
            </a:r>
            <a:r>
              <a:rPr lang="zh-CN" altLang="en-US" sz="2200" b="1"/>
              <a:t>证明技巧</a:t>
            </a:r>
            <a:endParaRPr lang="en-US" altLang="zh-CN" sz="2200" b="1"/>
          </a:p>
          <a:p>
            <a:pPr eaLnBrk="1" hangingPunct="1">
              <a:buFont typeface="Arial" panose="020B0604020202020204" pitchFamily="34" charset="0"/>
              <a:buNone/>
            </a:pPr>
            <a:r>
              <a:rPr lang="zh-CN" altLang="en-US" sz="2400" b="1"/>
              <a:t>概率统计</a:t>
            </a:r>
            <a:r>
              <a:rPr lang="en-US" altLang="zh-CN" sz="2400" b="1"/>
              <a:t>   </a:t>
            </a:r>
            <a:endParaRPr lang="zh-CN" altLang="en-US" sz="2000" b="1"/>
          </a:p>
          <a:p>
            <a:pPr eaLnBrk="1" hangingPunct="1">
              <a:buFont typeface="Arial" panose="020B0604020202020204" pitchFamily="34" charset="0"/>
              <a:buNone/>
            </a:pPr>
            <a:r>
              <a:rPr lang="zh-CN" altLang="en-US" sz="2000" b="1"/>
              <a:t>     </a:t>
            </a:r>
            <a:r>
              <a:rPr lang="zh-CN" altLang="en-US" sz="2200" b="1"/>
              <a:t>离散概率</a:t>
            </a:r>
          </a:p>
          <a:p>
            <a:pPr eaLnBrk="1" hangingPunct="1">
              <a:buFont typeface="Wingdings" panose="05000000000000000000" pitchFamily="2" charset="2"/>
              <a:buNone/>
            </a:pPr>
            <a:endParaRPr lang="zh-CN" altLang="en-US" sz="2400" b="1"/>
          </a:p>
          <a:p>
            <a:pPr eaLnBrk="1" hangingPunct="1">
              <a:spcBef>
                <a:spcPts val="1800"/>
              </a:spcBef>
              <a:buFont typeface="Wingdings" panose="05000000000000000000" pitchFamily="2" charset="2"/>
              <a:buNone/>
            </a:pPr>
            <a:r>
              <a:rPr lang="en-US" altLang="zh-CN" sz="2400" b="1"/>
              <a:t> </a:t>
            </a:r>
            <a:endParaRPr lang="zh-CN" altLang="en-US" sz="2400" b="1"/>
          </a:p>
        </p:txBody>
      </p:sp>
      <p:sp>
        <p:nvSpPr>
          <p:cNvPr id="15362" name="灯片编号占位符 5">
            <a:extLst>
              <a:ext uri="{FF2B5EF4-FFF2-40B4-BE49-F238E27FC236}">
                <a16:creationId xmlns:a16="http://schemas.microsoft.com/office/drawing/2014/main" id="{8719CF12-BD10-4CB9-BE40-06E0B4449D10}"/>
              </a:ext>
            </a:extLst>
          </p:cNvPr>
          <p:cNvSpPr>
            <a:spLocks noGrp="1"/>
          </p:cNvSpPr>
          <p:nvPr>
            <p:ph type="sldNum" sz="quarter" idx="12"/>
          </p:nvPr>
        </p:nvSpPr>
        <p:spPr>
          <a:xfrm>
            <a:off x="6769100" y="6016625"/>
            <a:ext cx="2133600" cy="365125"/>
          </a:xfrm>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94953F6-DE01-4981-B984-3AAA4FB3CBEF}" type="slidenum">
              <a:rPr lang="en-US" altLang="zh-CN">
                <a:solidFill>
                  <a:srgbClr val="898989"/>
                </a:solidFill>
              </a:rPr>
              <a:pPr eaLnBrk="1" hangingPunct="1"/>
              <a:t>7</a:t>
            </a:fld>
            <a:endParaRPr lang="en-US" altLang="zh-CN">
              <a:solidFill>
                <a:srgbClr val="898989"/>
              </a:solidFill>
            </a:endParaRPr>
          </a:p>
        </p:txBody>
      </p:sp>
      <p:grpSp>
        <p:nvGrpSpPr>
          <p:cNvPr id="2" name="Group 4">
            <a:extLst>
              <a:ext uri="{FF2B5EF4-FFF2-40B4-BE49-F238E27FC236}">
                <a16:creationId xmlns:a16="http://schemas.microsoft.com/office/drawing/2014/main" id="{E89E2BE2-3FEC-4170-A799-C5B9A7EEFE86}"/>
              </a:ext>
            </a:extLst>
          </p:cNvPr>
          <p:cNvGrpSpPr>
            <a:grpSpLocks/>
          </p:cNvGrpSpPr>
          <p:nvPr/>
        </p:nvGrpSpPr>
        <p:grpSpPr bwMode="auto">
          <a:xfrm>
            <a:off x="3635498" y="4817641"/>
            <a:ext cx="3743325" cy="1150937"/>
            <a:chOff x="2245" y="3249"/>
            <a:chExt cx="2313" cy="725"/>
          </a:xfrm>
          <a:solidFill>
            <a:schemeClr val="accent3">
              <a:lumMod val="60000"/>
              <a:lumOff val="40000"/>
            </a:schemeClr>
          </a:solidFill>
        </p:grpSpPr>
        <p:sp>
          <p:nvSpPr>
            <p:cNvPr id="15384" name="Rectangle 5">
              <a:extLst>
                <a:ext uri="{FF2B5EF4-FFF2-40B4-BE49-F238E27FC236}">
                  <a16:creationId xmlns:a16="http://schemas.microsoft.com/office/drawing/2014/main" id="{4D323100-A2BC-446C-B977-5D949CF3AEBD}"/>
                </a:ext>
              </a:extLst>
            </p:cNvPr>
            <p:cNvSpPr>
              <a:spLocks noChangeArrowheads="1"/>
            </p:cNvSpPr>
            <p:nvPr/>
          </p:nvSpPr>
          <p:spPr bwMode="auto">
            <a:xfrm>
              <a:off x="2245" y="3612"/>
              <a:ext cx="2313" cy="362"/>
            </a:xfrm>
            <a:prstGeom prst="rect">
              <a:avLst/>
            </a:prstGeom>
            <a:grpFill/>
            <a:ln w="28575">
              <a:solidFill>
                <a:schemeClr val="tx2"/>
              </a:solidFill>
              <a:miter lim="800000"/>
              <a:headEnd/>
              <a:tailEnd/>
            </a:ln>
          </p:spPr>
          <p:txBody>
            <a:bodyPr wrap="none" anchor="ctr"/>
            <a:lstStyle/>
            <a:p>
              <a:pPr algn="ctr">
                <a:defRPr/>
              </a:pPr>
              <a:r>
                <a:rPr lang="zh-CN" altLang="en-US" sz="2400" b="1">
                  <a:latin typeface="Arial" charset="0"/>
                  <a:ea typeface="楷体_GB2312" pitchFamily="49" charset="-122"/>
                </a:rPr>
                <a:t>基 本 逻 辑</a:t>
              </a:r>
            </a:p>
          </p:txBody>
        </p:sp>
        <p:sp>
          <p:nvSpPr>
            <p:cNvPr id="15385" name="Rectangle 6">
              <a:extLst>
                <a:ext uri="{FF2B5EF4-FFF2-40B4-BE49-F238E27FC236}">
                  <a16:creationId xmlns:a16="http://schemas.microsoft.com/office/drawing/2014/main" id="{9CA26261-D80E-4366-94B5-E48F18A4752A}"/>
                </a:ext>
              </a:extLst>
            </p:cNvPr>
            <p:cNvSpPr>
              <a:spLocks noChangeArrowheads="1"/>
            </p:cNvSpPr>
            <p:nvPr/>
          </p:nvSpPr>
          <p:spPr bwMode="auto">
            <a:xfrm>
              <a:off x="2245" y="3249"/>
              <a:ext cx="2313" cy="363"/>
            </a:xfrm>
            <a:prstGeom prst="rect">
              <a:avLst/>
            </a:prstGeom>
            <a:grpFill/>
            <a:ln w="28575">
              <a:solidFill>
                <a:schemeClr val="tx2"/>
              </a:solidFill>
              <a:miter lim="800000"/>
              <a:headEnd/>
              <a:tailEnd/>
            </a:ln>
          </p:spPr>
          <p:txBody>
            <a:bodyPr wrap="none" anchor="ctr"/>
            <a:lstStyle/>
            <a:p>
              <a:pPr algn="ctr">
                <a:defRPr/>
              </a:pPr>
              <a:r>
                <a:rPr lang="zh-CN" altLang="en-US" sz="2400" b="1">
                  <a:latin typeface="Arial" charset="0"/>
                  <a:ea typeface="楷体_GB2312" pitchFamily="49" charset="-122"/>
                </a:rPr>
                <a:t>证 明 技 巧</a:t>
              </a:r>
            </a:p>
          </p:txBody>
        </p:sp>
      </p:grpSp>
      <p:grpSp>
        <p:nvGrpSpPr>
          <p:cNvPr id="3" name="Group 7">
            <a:extLst>
              <a:ext uri="{FF2B5EF4-FFF2-40B4-BE49-F238E27FC236}">
                <a16:creationId xmlns:a16="http://schemas.microsoft.com/office/drawing/2014/main" id="{1CF7C7C7-7513-4BAA-9A10-7FBBB6DF909E}"/>
              </a:ext>
            </a:extLst>
          </p:cNvPr>
          <p:cNvGrpSpPr>
            <a:grpSpLocks/>
          </p:cNvGrpSpPr>
          <p:nvPr/>
        </p:nvGrpSpPr>
        <p:grpSpPr bwMode="auto">
          <a:xfrm>
            <a:off x="8172450" y="1639888"/>
            <a:ext cx="1152525" cy="4092575"/>
            <a:chOff x="4921" y="1162"/>
            <a:chExt cx="726" cy="2578"/>
          </a:xfrm>
        </p:grpSpPr>
        <p:sp>
          <p:nvSpPr>
            <p:cNvPr id="8213" name="Text Box 8">
              <a:extLst>
                <a:ext uri="{FF2B5EF4-FFF2-40B4-BE49-F238E27FC236}">
                  <a16:creationId xmlns:a16="http://schemas.microsoft.com/office/drawing/2014/main" id="{B964FCC3-4D23-4A6F-ADDC-18A0F2605B1A}"/>
                </a:ext>
              </a:extLst>
            </p:cNvPr>
            <p:cNvSpPr txBox="1">
              <a:spLocks noChangeArrowheads="1"/>
            </p:cNvSpPr>
            <p:nvPr/>
          </p:nvSpPr>
          <p:spPr bwMode="auto">
            <a:xfrm>
              <a:off x="4921" y="3452"/>
              <a:ext cx="72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rgbClr val="990000"/>
                  </a:solidFill>
                  <a:ea typeface="楷体_GB2312" pitchFamily="49" charset="-122"/>
                </a:rPr>
                <a:t>基础</a:t>
              </a:r>
            </a:p>
          </p:txBody>
        </p:sp>
        <p:sp>
          <p:nvSpPr>
            <p:cNvPr id="8214" name="Text Box 9">
              <a:extLst>
                <a:ext uri="{FF2B5EF4-FFF2-40B4-BE49-F238E27FC236}">
                  <a16:creationId xmlns:a16="http://schemas.microsoft.com/office/drawing/2014/main" id="{469F7164-50B0-446D-92E9-DD19A4DECBD8}"/>
                </a:ext>
              </a:extLst>
            </p:cNvPr>
            <p:cNvSpPr txBox="1">
              <a:spLocks noChangeArrowheads="1"/>
            </p:cNvSpPr>
            <p:nvPr/>
          </p:nvSpPr>
          <p:spPr bwMode="auto">
            <a:xfrm>
              <a:off x="4921" y="1888"/>
              <a:ext cx="544" cy="9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rgbClr val="990000"/>
                  </a:solidFill>
                  <a:ea typeface="楷体_GB2312" pitchFamily="49" charset="-122"/>
                </a:rPr>
                <a:t>概念</a:t>
              </a:r>
            </a:p>
            <a:p>
              <a:pPr eaLnBrk="1" hangingPunct="1">
                <a:spcBef>
                  <a:spcPct val="50000"/>
                </a:spcBef>
              </a:pPr>
              <a:r>
                <a:rPr lang="zh-CN" altLang="en-US" sz="2400" b="1">
                  <a:solidFill>
                    <a:srgbClr val="990000"/>
                  </a:solidFill>
                  <a:ea typeface="楷体_GB2312" pitchFamily="49" charset="-122"/>
                </a:rPr>
                <a:t>工具</a:t>
              </a:r>
            </a:p>
            <a:p>
              <a:pPr eaLnBrk="1" hangingPunct="1">
                <a:spcBef>
                  <a:spcPct val="50000"/>
                </a:spcBef>
              </a:pPr>
              <a:r>
                <a:rPr lang="zh-CN" altLang="en-US" sz="2400" b="1">
                  <a:solidFill>
                    <a:srgbClr val="990000"/>
                  </a:solidFill>
                  <a:ea typeface="楷体_GB2312" pitchFamily="49" charset="-122"/>
                </a:rPr>
                <a:t>方法</a:t>
              </a:r>
            </a:p>
          </p:txBody>
        </p:sp>
        <p:sp>
          <p:nvSpPr>
            <p:cNvPr id="8215" name="Text Box 10">
              <a:extLst>
                <a:ext uri="{FF2B5EF4-FFF2-40B4-BE49-F238E27FC236}">
                  <a16:creationId xmlns:a16="http://schemas.microsoft.com/office/drawing/2014/main" id="{3605633A-E36B-4C6C-B6F7-608382CB850C}"/>
                </a:ext>
              </a:extLst>
            </p:cNvPr>
            <p:cNvSpPr txBox="1">
              <a:spLocks noChangeArrowheads="1"/>
            </p:cNvSpPr>
            <p:nvPr/>
          </p:nvSpPr>
          <p:spPr bwMode="auto">
            <a:xfrm>
              <a:off x="4921" y="1162"/>
              <a:ext cx="5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400" b="1">
                  <a:solidFill>
                    <a:srgbClr val="990000"/>
                  </a:solidFill>
                  <a:ea typeface="楷体_GB2312" pitchFamily="49" charset="-122"/>
                </a:rPr>
                <a:t>应用</a:t>
              </a:r>
            </a:p>
          </p:txBody>
        </p:sp>
      </p:grpSp>
      <p:grpSp>
        <p:nvGrpSpPr>
          <p:cNvPr id="4" name="Group 11">
            <a:extLst>
              <a:ext uri="{FF2B5EF4-FFF2-40B4-BE49-F238E27FC236}">
                <a16:creationId xmlns:a16="http://schemas.microsoft.com/office/drawing/2014/main" id="{1746D041-123C-4D3F-9B92-93D2EA1F7A78}"/>
              </a:ext>
            </a:extLst>
          </p:cNvPr>
          <p:cNvGrpSpPr>
            <a:grpSpLocks/>
          </p:cNvGrpSpPr>
          <p:nvPr/>
        </p:nvGrpSpPr>
        <p:grpSpPr bwMode="auto">
          <a:xfrm>
            <a:off x="3635375" y="2584450"/>
            <a:ext cx="3743325" cy="2160588"/>
            <a:chOff x="2245" y="1844"/>
            <a:chExt cx="2313" cy="1359"/>
          </a:xfrm>
        </p:grpSpPr>
        <p:sp>
          <p:nvSpPr>
            <p:cNvPr id="8205" name="Rectangle 12">
              <a:extLst>
                <a:ext uri="{FF2B5EF4-FFF2-40B4-BE49-F238E27FC236}">
                  <a16:creationId xmlns:a16="http://schemas.microsoft.com/office/drawing/2014/main" id="{597DCDF0-C4DA-4CD6-B9C6-7D1902B0BC4B}"/>
                </a:ext>
              </a:extLst>
            </p:cNvPr>
            <p:cNvSpPr>
              <a:spLocks noChangeArrowheads="1"/>
            </p:cNvSpPr>
            <p:nvPr/>
          </p:nvSpPr>
          <p:spPr bwMode="auto">
            <a:xfrm>
              <a:off x="2245" y="2570"/>
              <a:ext cx="1497" cy="362"/>
            </a:xfrm>
            <a:prstGeom prst="rect">
              <a:avLst/>
            </a:prstGeom>
            <a:solidFill>
              <a:srgbClr val="FFCC99"/>
            </a:solidFill>
            <a:ln w="28575">
              <a:solidFill>
                <a:srgbClr val="99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b="1">
                  <a:ea typeface="楷体_GB2312" pitchFamily="49" charset="-122"/>
                </a:rPr>
                <a:t>集 合</a:t>
              </a:r>
            </a:p>
          </p:txBody>
        </p:sp>
        <p:sp>
          <p:nvSpPr>
            <p:cNvPr id="8206" name="Rectangle 13">
              <a:extLst>
                <a:ext uri="{FF2B5EF4-FFF2-40B4-BE49-F238E27FC236}">
                  <a16:creationId xmlns:a16="http://schemas.microsoft.com/office/drawing/2014/main" id="{38595015-2A52-41CF-864F-4857F0FD01E0}"/>
                </a:ext>
              </a:extLst>
            </p:cNvPr>
            <p:cNvSpPr>
              <a:spLocks noChangeArrowheads="1"/>
            </p:cNvSpPr>
            <p:nvPr/>
          </p:nvSpPr>
          <p:spPr bwMode="auto">
            <a:xfrm>
              <a:off x="2245" y="2208"/>
              <a:ext cx="771" cy="362"/>
            </a:xfrm>
            <a:prstGeom prst="rect">
              <a:avLst/>
            </a:prstGeom>
            <a:solidFill>
              <a:srgbClr val="FFCC99"/>
            </a:solidFill>
            <a:ln w="28575">
              <a:solidFill>
                <a:srgbClr val="99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b="1">
                  <a:ea typeface="楷体_GB2312" pitchFamily="49" charset="-122"/>
                </a:rPr>
                <a:t>关系</a:t>
              </a:r>
            </a:p>
          </p:txBody>
        </p:sp>
        <p:sp>
          <p:nvSpPr>
            <p:cNvPr id="8207" name="Rectangle 14">
              <a:extLst>
                <a:ext uri="{FF2B5EF4-FFF2-40B4-BE49-F238E27FC236}">
                  <a16:creationId xmlns:a16="http://schemas.microsoft.com/office/drawing/2014/main" id="{65F1630F-BA3B-438C-A0F6-B82D65311D39}"/>
                </a:ext>
              </a:extLst>
            </p:cNvPr>
            <p:cNvSpPr>
              <a:spLocks noChangeArrowheads="1"/>
            </p:cNvSpPr>
            <p:nvPr/>
          </p:nvSpPr>
          <p:spPr bwMode="auto">
            <a:xfrm>
              <a:off x="2245" y="1844"/>
              <a:ext cx="771" cy="363"/>
            </a:xfrm>
            <a:prstGeom prst="rect">
              <a:avLst/>
            </a:prstGeom>
            <a:solidFill>
              <a:srgbClr val="FFCC99"/>
            </a:solidFill>
            <a:ln w="28575">
              <a:solidFill>
                <a:srgbClr val="990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b="1">
                  <a:ea typeface="楷体_GB2312" pitchFamily="49" charset="-122"/>
                </a:rPr>
                <a:t>函数</a:t>
              </a:r>
            </a:p>
          </p:txBody>
        </p:sp>
        <p:sp>
          <p:nvSpPr>
            <p:cNvPr id="8208" name="Rectangle 15">
              <a:extLst>
                <a:ext uri="{FF2B5EF4-FFF2-40B4-BE49-F238E27FC236}">
                  <a16:creationId xmlns:a16="http://schemas.microsoft.com/office/drawing/2014/main" id="{7B3C6774-EA54-4238-8CA4-9C51DEED366D}"/>
                </a:ext>
              </a:extLst>
            </p:cNvPr>
            <p:cNvSpPr>
              <a:spLocks noChangeArrowheads="1"/>
            </p:cNvSpPr>
            <p:nvPr/>
          </p:nvSpPr>
          <p:spPr bwMode="auto">
            <a:xfrm>
              <a:off x="3016" y="2207"/>
              <a:ext cx="726" cy="363"/>
            </a:xfrm>
            <a:prstGeom prst="rect">
              <a:avLst/>
            </a:prstGeom>
            <a:solidFill>
              <a:srgbClr val="BAFF97">
                <a:alpha val="61960"/>
              </a:srgbClr>
            </a:solidFill>
            <a:ln w="28575">
              <a:solidFill>
                <a:srgbClr val="003366"/>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b="1">
                  <a:ea typeface="楷体_GB2312" pitchFamily="49" charset="-122"/>
                </a:rPr>
                <a:t>图</a:t>
              </a:r>
            </a:p>
          </p:txBody>
        </p:sp>
        <p:sp>
          <p:nvSpPr>
            <p:cNvPr id="8209" name="Rectangle 16">
              <a:extLst>
                <a:ext uri="{FF2B5EF4-FFF2-40B4-BE49-F238E27FC236}">
                  <a16:creationId xmlns:a16="http://schemas.microsoft.com/office/drawing/2014/main" id="{3032B484-7BA6-460D-9F5D-75589CACED8F}"/>
                </a:ext>
              </a:extLst>
            </p:cNvPr>
            <p:cNvSpPr>
              <a:spLocks noChangeArrowheads="1"/>
            </p:cNvSpPr>
            <p:nvPr/>
          </p:nvSpPr>
          <p:spPr bwMode="auto">
            <a:xfrm>
              <a:off x="3016" y="1844"/>
              <a:ext cx="726" cy="363"/>
            </a:xfrm>
            <a:prstGeom prst="rect">
              <a:avLst/>
            </a:prstGeom>
            <a:solidFill>
              <a:srgbClr val="BAFF97">
                <a:alpha val="61176"/>
              </a:srgbClr>
            </a:solidFill>
            <a:ln w="28575">
              <a:solidFill>
                <a:srgbClr val="0033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b="1">
                  <a:ea typeface="楷体_GB2312" pitchFamily="49" charset="-122"/>
                </a:rPr>
                <a:t>树</a:t>
              </a:r>
            </a:p>
          </p:txBody>
        </p:sp>
        <p:sp>
          <p:nvSpPr>
            <p:cNvPr id="8210" name="Rectangle 17">
              <a:extLst>
                <a:ext uri="{FF2B5EF4-FFF2-40B4-BE49-F238E27FC236}">
                  <a16:creationId xmlns:a16="http://schemas.microsoft.com/office/drawing/2014/main" id="{4C34ACBD-36E7-4DFC-89E7-CD0B12B8568C}"/>
                </a:ext>
              </a:extLst>
            </p:cNvPr>
            <p:cNvSpPr>
              <a:spLocks noChangeArrowheads="1"/>
            </p:cNvSpPr>
            <p:nvPr/>
          </p:nvSpPr>
          <p:spPr bwMode="auto">
            <a:xfrm>
              <a:off x="3742" y="1844"/>
              <a:ext cx="409" cy="1089"/>
            </a:xfrm>
            <a:prstGeom prst="rect">
              <a:avLst/>
            </a:prstGeom>
            <a:solidFill>
              <a:srgbClr val="FFFF00">
                <a:alpha val="41176"/>
              </a:srgbClr>
            </a:solidFill>
            <a:ln w="28575">
              <a:solidFill>
                <a:srgbClr val="6633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b="1">
                  <a:ea typeface="楷体_GB2312" pitchFamily="49" charset="-122"/>
                </a:rPr>
                <a:t>计</a:t>
              </a:r>
            </a:p>
            <a:p>
              <a:pPr algn="ctr" eaLnBrk="1" hangingPunct="1"/>
              <a:r>
                <a:rPr lang="zh-CN" altLang="en-US" sz="2400" b="1">
                  <a:ea typeface="楷体_GB2312" pitchFamily="49" charset="-122"/>
                </a:rPr>
                <a:t>数</a:t>
              </a:r>
            </a:p>
            <a:p>
              <a:pPr algn="ctr" eaLnBrk="1" hangingPunct="1"/>
              <a:r>
                <a:rPr lang="zh-CN" altLang="en-US" sz="2400" b="1">
                  <a:ea typeface="楷体_GB2312" pitchFamily="49" charset="-122"/>
                </a:rPr>
                <a:t>技</a:t>
              </a:r>
            </a:p>
            <a:p>
              <a:pPr algn="ctr" eaLnBrk="1" hangingPunct="1"/>
              <a:r>
                <a:rPr lang="zh-CN" altLang="en-US" sz="2400" b="1">
                  <a:ea typeface="楷体_GB2312" pitchFamily="49" charset="-122"/>
                </a:rPr>
                <a:t>术</a:t>
              </a:r>
            </a:p>
          </p:txBody>
        </p:sp>
        <p:sp>
          <p:nvSpPr>
            <p:cNvPr id="8211" name="Rectangle 18">
              <a:extLst>
                <a:ext uri="{FF2B5EF4-FFF2-40B4-BE49-F238E27FC236}">
                  <a16:creationId xmlns:a16="http://schemas.microsoft.com/office/drawing/2014/main" id="{B84CDCA1-09FC-4035-89B4-2D593B4F19AC}"/>
                </a:ext>
              </a:extLst>
            </p:cNvPr>
            <p:cNvSpPr>
              <a:spLocks noChangeArrowheads="1"/>
            </p:cNvSpPr>
            <p:nvPr/>
          </p:nvSpPr>
          <p:spPr bwMode="auto">
            <a:xfrm>
              <a:off x="4150" y="1844"/>
              <a:ext cx="408" cy="1088"/>
            </a:xfrm>
            <a:prstGeom prst="rect">
              <a:avLst/>
            </a:prstGeom>
            <a:solidFill>
              <a:srgbClr val="C7F74F">
                <a:alpha val="61176"/>
              </a:srgbClr>
            </a:solidFill>
            <a:ln w="28575">
              <a:solidFill>
                <a:srgbClr val="008000"/>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b="1">
                  <a:ea typeface="楷体_GB2312" pitchFamily="49" charset="-122"/>
                </a:rPr>
                <a:t>离</a:t>
              </a:r>
            </a:p>
            <a:p>
              <a:pPr algn="ctr" eaLnBrk="1" hangingPunct="1"/>
              <a:r>
                <a:rPr lang="zh-CN" altLang="en-US" sz="2400" b="1">
                  <a:ea typeface="楷体_GB2312" pitchFamily="49" charset="-122"/>
                </a:rPr>
                <a:t>散</a:t>
              </a:r>
            </a:p>
            <a:p>
              <a:pPr algn="ctr" eaLnBrk="1" hangingPunct="1"/>
              <a:r>
                <a:rPr lang="zh-CN" altLang="en-US" sz="2400" b="1">
                  <a:ea typeface="楷体_GB2312" pitchFamily="49" charset="-122"/>
                </a:rPr>
                <a:t>概</a:t>
              </a:r>
            </a:p>
            <a:p>
              <a:pPr algn="ctr" eaLnBrk="1" hangingPunct="1"/>
              <a:r>
                <a:rPr lang="zh-CN" altLang="en-US" sz="2400" b="1">
                  <a:ea typeface="楷体_GB2312" pitchFamily="49" charset="-122"/>
                </a:rPr>
                <a:t>率</a:t>
              </a:r>
            </a:p>
          </p:txBody>
        </p:sp>
        <p:sp>
          <p:nvSpPr>
            <p:cNvPr id="8212" name="AutoShape 19">
              <a:extLst>
                <a:ext uri="{FF2B5EF4-FFF2-40B4-BE49-F238E27FC236}">
                  <a16:creationId xmlns:a16="http://schemas.microsoft.com/office/drawing/2014/main" id="{D561AA17-7180-46F6-8027-FC49BDD00A9B}"/>
                </a:ext>
              </a:extLst>
            </p:cNvPr>
            <p:cNvSpPr>
              <a:spLocks noChangeArrowheads="1"/>
            </p:cNvSpPr>
            <p:nvPr/>
          </p:nvSpPr>
          <p:spPr bwMode="auto">
            <a:xfrm>
              <a:off x="3288" y="2976"/>
              <a:ext cx="182" cy="227"/>
            </a:xfrm>
            <a:prstGeom prst="upArrow">
              <a:avLst>
                <a:gd name="adj1" fmla="val 50000"/>
                <a:gd name="adj2" fmla="val 31181"/>
              </a:avLst>
            </a:prstGeom>
            <a:solidFill>
              <a:schemeClr val="accent1"/>
            </a:solidFill>
            <a:ln w="9525">
              <a:solidFill>
                <a:schemeClr val="tx1"/>
              </a:solidFill>
              <a:miter lim="800000"/>
              <a:headEnd/>
              <a:tailEnd/>
            </a:ln>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 name="Group 20">
            <a:extLst>
              <a:ext uri="{FF2B5EF4-FFF2-40B4-BE49-F238E27FC236}">
                <a16:creationId xmlns:a16="http://schemas.microsoft.com/office/drawing/2014/main" id="{C3BA8F6C-F61E-48CB-AE3F-CA11445F7ECF}"/>
              </a:ext>
            </a:extLst>
          </p:cNvPr>
          <p:cNvGrpSpPr>
            <a:grpSpLocks/>
          </p:cNvGrpSpPr>
          <p:nvPr/>
        </p:nvGrpSpPr>
        <p:grpSpPr bwMode="auto">
          <a:xfrm>
            <a:off x="3635375" y="1433513"/>
            <a:ext cx="3743325" cy="1077912"/>
            <a:chOff x="2245" y="1117"/>
            <a:chExt cx="2313" cy="679"/>
          </a:xfrm>
        </p:grpSpPr>
        <p:sp>
          <p:nvSpPr>
            <p:cNvPr id="8203" name="Rectangle 21">
              <a:extLst>
                <a:ext uri="{FF2B5EF4-FFF2-40B4-BE49-F238E27FC236}">
                  <a16:creationId xmlns:a16="http://schemas.microsoft.com/office/drawing/2014/main" id="{AEB3F2A9-9D67-4A1C-A439-01E675B1E7A8}"/>
                </a:ext>
              </a:extLst>
            </p:cNvPr>
            <p:cNvSpPr>
              <a:spLocks noChangeArrowheads="1"/>
            </p:cNvSpPr>
            <p:nvPr/>
          </p:nvSpPr>
          <p:spPr bwMode="auto">
            <a:xfrm>
              <a:off x="2245" y="1117"/>
              <a:ext cx="2313" cy="408"/>
            </a:xfrm>
            <a:prstGeom prst="rect">
              <a:avLst/>
            </a:prstGeom>
            <a:solidFill>
              <a:srgbClr val="0066FF">
                <a:alpha val="21176"/>
              </a:srgbClr>
            </a:solidFill>
            <a:ln w="28575">
              <a:solidFill>
                <a:srgbClr val="0066FF"/>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b="1">
                  <a:ea typeface="楷体_GB2312" pitchFamily="49" charset="-122"/>
                </a:rPr>
                <a:t>离散系统建模及性质分析</a:t>
              </a:r>
            </a:p>
          </p:txBody>
        </p:sp>
        <p:sp>
          <p:nvSpPr>
            <p:cNvPr id="8204" name="AutoShape 22">
              <a:extLst>
                <a:ext uri="{FF2B5EF4-FFF2-40B4-BE49-F238E27FC236}">
                  <a16:creationId xmlns:a16="http://schemas.microsoft.com/office/drawing/2014/main" id="{E689A293-FA2A-4AA0-82CD-7FAC1FEE12D2}"/>
                </a:ext>
              </a:extLst>
            </p:cNvPr>
            <p:cNvSpPr>
              <a:spLocks noChangeArrowheads="1"/>
            </p:cNvSpPr>
            <p:nvPr/>
          </p:nvSpPr>
          <p:spPr bwMode="auto">
            <a:xfrm>
              <a:off x="3288" y="1570"/>
              <a:ext cx="181" cy="226"/>
            </a:xfrm>
            <a:prstGeom prst="upArrow">
              <a:avLst>
                <a:gd name="adj1" fmla="val 50000"/>
                <a:gd name="adj2" fmla="val 31215"/>
              </a:avLst>
            </a:prstGeom>
            <a:solidFill>
              <a:schemeClr val="accent1"/>
            </a:solidFill>
            <a:ln w="9525">
              <a:solidFill>
                <a:schemeClr val="tx1"/>
              </a:solidFill>
              <a:miter lim="800000"/>
              <a:headEnd/>
              <a:tailEnd/>
            </a:ln>
          </p:spPr>
          <p:txBody>
            <a:bodyPr vert="eaVert"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194583" name="Rectangle 23">
            <a:extLst>
              <a:ext uri="{FF2B5EF4-FFF2-40B4-BE49-F238E27FC236}">
                <a16:creationId xmlns:a16="http://schemas.microsoft.com/office/drawing/2014/main" id="{81304070-90E3-4B6A-A120-C1624D85207F}"/>
              </a:ext>
            </a:extLst>
          </p:cNvPr>
          <p:cNvSpPr>
            <a:spLocks noChangeArrowheads="1"/>
          </p:cNvSpPr>
          <p:nvPr/>
        </p:nvSpPr>
        <p:spPr bwMode="auto">
          <a:xfrm>
            <a:off x="3059113" y="2584450"/>
            <a:ext cx="576262" cy="1728788"/>
          </a:xfrm>
          <a:prstGeom prst="rect">
            <a:avLst/>
          </a:prstGeom>
          <a:solidFill>
            <a:srgbClr val="CC99FF">
              <a:alpha val="32156"/>
            </a:srgbClr>
          </a:solidFill>
          <a:ln w="2540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b="1">
                <a:ea typeface="楷体_GB2312" pitchFamily="49" charset="-122"/>
              </a:rPr>
              <a:t>代</a:t>
            </a:r>
          </a:p>
          <a:p>
            <a:pPr algn="ctr" eaLnBrk="1" hangingPunct="1"/>
            <a:r>
              <a:rPr lang="zh-CN" altLang="en-US" sz="2400" b="1">
                <a:ea typeface="楷体_GB2312" pitchFamily="49" charset="-122"/>
              </a:rPr>
              <a:t>数</a:t>
            </a:r>
          </a:p>
          <a:p>
            <a:pPr algn="ctr" eaLnBrk="1" hangingPunct="1"/>
            <a:r>
              <a:rPr lang="zh-CN" altLang="en-US" sz="2400" b="1">
                <a:ea typeface="楷体_GB2312" pitchFamily="49" charset="-122"/>
              </a:rPr>
              <a:t>结</a:t>
            </a:r>
          </a:p>
          <a:p>
            <a:pPr algn="ctr" eaLnBrk="1" hangingPunct="1"/>
            <a:r>
              <a:rPr lang="zh-CN" altLang="en-US" sz="2400" b="1">
                <a:ea typeface="楷体_GB2312" pitchFamily="49" charset="-122"/>
              </a:rPr>
              <a:t>构</a:t>
            </a:r>
          </a:p>
        </p:txBody>
      </p:sp>
      <p:sp>
        <p:nvSpPr>
          <p:cNvPr id="194584" name="Rectangle 24">
            <a:extLst>
              <a:ext uri="{FF2B5EF4-FFF2-40B4-BE49-F238E27FC236}">
                <a16:creationId xmlns:a16="http://schemas.microsoft.com/office/drawing/2014/main" id="{3302A552-F2EA-4DF7-8B36-825C046A08BC}"/>
              </a:ext>
            </a:extLst>
          </p:cNvPr>
          <p:cNvSpPr>
            <a:spLocks noChangeArrowheads="1"/>
          </p:cNvSpPr>
          <p:nvPr/>
        </p:nvSpPr>
        <p:spPr bwMode="auto">
          <a:xfrm>
            <a:off x="7380288" y="2584450"/>
            <a:ext cx="574675" cy="1728788"/>
          </a:xfrm>
          <a:prstGeom prst="rect">
            <a:avLst/>
          </a:prstGeom>
          <a:solidFill>
            <a:srgbClr val="CC99FF">
              <a:alpha val="27058"/>
            </a:srgbClr>
          </a:solidFill>
          <a:ln w="25400">
            <a:solidFill>
              <a:schemeClr val="tx1"/>
            </a:solidFill>
            <a:prstDash val="dash"/>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b="1">
                <a:ea typeface="楷体_GB2312" pitchFamily="49" charset="-122"/>
              </a:rPr>
              <a:t>数</a:t>
            </a:r>
          </a:p>
          <a:p>
            <a:pPr algn="ctr" eaLnBrk="1" hangingPunct="1"/>
            <a:r>
              <a:rPr lang="zh-CN" altLang="en-US" sz="2400" b="1">
                <a:ea typeface="楷体_GB2312" pitchFamily="49" charset="-122"/>
              </a:rPr>
              <a:t>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94583"/>
                                        </p:tgtEl>
                                        <p:attrNameLst>
                                          <p:attrName>style.visibility</p:attrName>
                                        </p:attrNameLst>
                                      </p:cBhvr>
                                      <p:to>
                                        <p:strVal val="visible"/>
                                      </p:to>
                                    </p:set>
                                    <p:anim calcmode="lin" valueType="num">
                                      <p:cBhvr additive="base">
                                        <p:cTn id="19" dur="500" fill="hold"/>
                                        <p:tgtEl>
                                          <p:spTgt spid="194583"/>
                                        </p:tgtEl>
                                        <p:attrNameLst>
                                          <p:attrName>ppt_x</p:attrName>
                                        </p:attrNameLst>
                                      </p:cBhvr>
                                      <p:tavLst>
                                        <p:tav tm="0">
                                          <p:val>
                                            <p:strVal val="#ppt_x"/>
                                          </p:val>
                                        </p:tav>
                                        <p:tav tm="100000">
                                          <p:val>
                                            <p:strVal val="#ppt_x"/>
                                          </p:val>
                                        </p:tav>
                                      </p:tavLst>
                                    </p:anim>
                                    <p:anim calcmode="lin" valueType="num">
                                      <p:cBhvr additive="base">
                                        <p:cTn id="20" dur="500" fill="hold"/>
                                        <p:tgtEl>
                                          <p:spTgt spid="194583"/>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94584"/>
                                        </p:tgtEl>
                                        <p:attrNameLst>
                                          <p:attrName>style.visibility</p:attrName>
                                        </p:attrNameLst>
                                      </p:cBhvr>
                                      <p:to>
                                        <p:strVal val="visible"/>
                                      </p:to>
                                    </p:set>
                                    <p:anim calcmode="lin" valueType="num">
                                      <p:cBhvr additive="base">
                                        <p:cTn id="25" dur="500" fill="hold"/>
                                        <p:tgtEl>
                                          <p:spTgt spid="194584"/>
                                        </p:tgtEl>
                                        <p:attrNameLst>
                                          <p:attrName>ppt_x</p:attrName>
                                        </p:attrNameLst>
                                      </p:cBhvr>
                                      <p:tavLst>
                                        <p:tav tm="0">
                                          <p:val>
                                            <p:strVal val="#ppt_x"/>
                                          </p:val>
                                        </p:tav>
                                        <p:tav tm="100000">
                                          <p:val>
                                            <p:strVal val="#ppt_x"/>
                                          </p:val>
                                        </p:tav>
                                      </p:tavLst>
                                    </p:anim>
                                    <p:anim calcmode="lin" valueType="num">
                                      <p:cBhvr additive="base">
                                        <p:cTn id="26" dur="500" fill="hold"/>
                                        <p:tgtEl>
                                          <p:spTgt spid="194584"/>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anim calcmode="lin" valueType="num">
                                      <p:cBhvr additive="base">
                                        <p:cTn id="31" dur="500" fill="hold"/>
                                        <p:tgtEl>
                                          <p:spTgt spid="5"/>
                                        </p:tgtEl>
                                        <p:attrNameLst>
                                          <p:attrName>ppt_x</p:attrName>
                                        </p:attrNameLst>
                                      </p:cBhvr>
                                      <p:tavLst>
                                        <p:tav tm="0">
                                          <p:val>
                                            <p:strVal val="#ppt_x"/>
                                          </p:val>
                                        </p:tav>
                                        <p:tav tm="100000">
                                          <p:val>
                                            <p:strVal val="#ppt_x"/>
                                          </p:val>
                                        </p:tav>
                                      </p:tavLst>
                                    </p:anim>
                                    <p:anim calcmode="lin" valueType="num">
                                      <p:cBhvr additive="base">
                                        <p:cTn id="32"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2"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 calcmode="lin" valueType="num">
                                      <p:cBhvr additive="base">
                                        <p:cTn id="37" dur="500" fill="hold"/>
                                        <p:tgtEl>
                                          <p:spTgt spid="3"/>
                                        </p:tgtEl>
                                        <p:attrNameLst>
                                          <p:attrName>ppt_x</p:attrName>
                                        </p:attrNameLst>
                                      </p:cBhvr>
                                      <p:tavLst>
                                        <p:tav tm="0">
                                          <p:val>
                                            <p:strVal val="1+#ppt_w/2"/>
                                          </p:val>
                                        </p:tav>
                                        <p:tav tm="100000">
                                          <p:val>
                                            <p:strVal val="#ppt_x"/>
                                          </p:val>
                                        </p:tav>
                                      </p:tavLst>
                                    </p:anim>
                                    <p:anim calcmode="lin" valueType="num">
                                      <p:cBhvr additive="base">
                                        <p:cTn id="38" dur="500" fill="hold"/>
                                        <p:tgtEl>
                                          <p:spTgt spid="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583" grpId="0" animBg="1"/>
      <p:bldP spid="19458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78" name="Rectangle 16">
            <a:extLst>
              <a:ext uri="{FF2B5EF4-FFF2-40B4-BE49-F238E27FC236}">
                <a16:creationId xmlns:a16="http://schemas.microsoft.com/office/drawing/2014/main" id="{F4208CE3-9944-4787-BC91-32A4294940C9}"/>
              </a:ext>
            </a:extLst>
          </p:cNvPr>
          <p:cNvSpPr>
            <a:spLocks noGrp="1" noChangeArrowheads="1"/>
          </p:cNvSpPr>
          <p:nvPr>
            <p:ph type="title"/>
          </p:nvPr>
        </p:nvSpPr>
        <p:spPr>
          <a:xfrm>
            <a:off x="755650" y="188913"/>
            <a:ext cx="8229600" cy="647700"/>
          </a:xfrm>
        </p:spPr>
        <p:txBody>
          <a:bodyPr/>
          <a:lstStyle/>
          <a:p>
            <a:pPr eaLnBrk="1" hangingPunct="1">
              <a:defRPr/>
            </a:pPr>
            <a:r>
              <a:rPr lang="zh-CN" altLang="en-US" b="1" dirty="0">
                <a:solidFill>
                  <a:srgbClr val="C00000"/>
                </a:solidFill>
                <a:effectLst>
                  <a:outerShdw blurRad="38100" dist="38100" dir="2700000" algn="tl">
                    <a:srgbClr val="000000">
                      <a:alpha val="43137"/>
                    </a:srgbClr>
                  </a:outerShdw>
                </a:effectLst>
              </a:rPr>
              <a:t>                  应用</a:t>
            </a:r>
            <a:r>
              <a:rPr lang="en-US" altLang="zh-CN" b="1" dirty="0">
                <a:solidFill>
                  <a:srgbClr val="C00000"/>
                </a:solidFill>
                <a:effectLst>
                  <a:outerShdw blurRad="38100" dist="38100" dir="2700000" algn="tl">
                    <a:srgbClr val="000000">
                      <a:alpha val="43137"/>
                    </a:srgbClr>
                  </a:outerShdw>
                </a:effectLst>
              </a:rPr>
              <a:t>: </a:t>
            </a:r>
            <a:r>
              <a:rPr lang="zh-CN" altLang="en-US" b="1" dirty="0">
                <a:solidFill>
                  <a:srgbClr val="C00000"/>
                </a:solidFill>
                <a:effectLst>
                  <a:outerShdw blurRad="38100" dist="38100" dir="2700000" algn="tl">
                    <a:srgbClr val="000000">
                      <a:alpha val="43137"/>
                    </a:srgbClr>
                  </a:outerShdw>
                </a:effectLst>
              </a:rPr>
              <a:t>算法效率分析</a:t>
            </a:r>
          </a:p>
        </p:txBody>
      </p:sp>
      <p:sp>
        <p:nvSpPr>
          <p:cNvPr id="16386" name="灯片编号占位符 4">
            <a:extLst>
              <a:ext uri="{FF2B5EF4-FFF2-40B4-BE49-F238E27FC236}">
                <a16:creationId xmlns:a16="http://schemas.microsoft.com/office/drawing/2014/main" id="{47B61550-C2B1-4BFA-BC30-CDA5A1C59363}"/>
              </a:ext>
            </a:extLst>
          </p:cNvPr>
          <p:cNvSpPr>
            <a:spLocks noGrp="1"/>
          </p:cNvSpPr>
          <p:nvPr>
            <p:ph type="sldNum" sz="quarter" idx="12"/>
          </p:nvPr>
        </p:nvSpPr>
        <p:spPr>
          <a:xfrm>
            <a:off x="6553200" y="6069013"/>
            <a:ext cx="2133600" cy="365125"/>
          </a:xfrm>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EC131A0-FAD1-43C5-9658-F00389D3EF38}" type="slidenum">
              <a:rPr lang="en-US" altLang="zh-CN">
                <a:solidFill>
                  <a:srgbClr val="898989"/>
                </a:solidFill>
              </a:rPr>
              <a:pPr eaLnBrk="1" hangingPunct="1"/>
              <a:t>8</a:t>
            </a:fld>
            <a:endParaRPr lang="en-US" altLang="zh-CN">
              <a:solidFill>
                <a:srgbClr val="898989"/>
              </a:solidFill>
            </a:endParaRPr>
          </a:p>
        </p:txBody>
      </p:sp>
      <p:sp>
        <p:nvSpPr>
          <p:cNvPr id="196610" name="Rectangle 2">
            <a:extLst>
              <a:ext uri="{FF2B5EF4-FFF2-40B4-BE49-F238E27FC236}">
                <a16:creationId xmlns:a16="http://schemas.microsoft.com/office/drawing/2014/main" id="{220AEB82-A559-42AB-8A19-FC5A7ACE7031}"/>
              </a:ext>
            </a:extLst>
          </p:cNvPr>
          <p:cNvSpPr>
            <a:spLocks noChangeArrowheads="1"/>
          </p:cNvSpPr>
          <p:nvPr/>
        </p:nvSpPr>
        <p:spPr bwMode="auto">
          <a:xfrm>
            <a:off x="539750" y="4124325"/>
            <a:ext cx="482441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nchor="ctr">
            <a:spAutoFit/>
          </a:bodyPr>
          <a:lstStyle>
            <a:lvl1pPr indent="1143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000">
                <a:solidFill>
                  <a:srgbClr val="000000"/>
                </a:solidFill>
              </a:rPr>
              <a:t>  </a:t>
            </a:r>
            <a:r>
              <a:rPr lang="en-US" altLang="zh-CN" sz="1000" b="1">
                <a:solidFill>
                  <a:srgbClr val="000000"/>
                </a:solidFill>
              </a:rPr>
              <a:t> </a:t>
            </a:r>
            <a:r>
              <a:rPr lang="en-US" altLang="zh-CN" sz="2400" b="1" i="1">
                <a:solidFill>
                  <a:srgbClr val="000000"/>
                </a:solidFill>
                <a:latin typeface="Times New Roman" panose="02020603050405020304" pitchFamily="18" charset="0"/>
              </a:rPr>
              <a:t>T</a:t>
            </a:r>
            <a:r>
              <a:rPr lang="en-US" altLang="zh-CN" sz="2400" b="1">
                <a:solidFill>
                  <a:srgbClr val="000000"/>
                </a:solidFill>
                <a:latin typeface="Times New Roman" panose="02020603050405020304" pitchFamily="18" charset="0"/>
              </a:rPr>
              <a:t>(</a:t>
            </a:r>
            <a:r>
              <a:rPr lang="en-US" altLang="zh-CN" sz="2400" b="1" i="1">
                <a:solidFill>
                  <a:srgbClr val="000000"/>
                </a:solidFill>
                <a:latin typeface="Times New Roman" panose="02020603050405020304" pitchFamily="18" charset="0"/>
              </a:rPr>
              <a:t>n</a:t>
            </a:r>
            <a:r>
              <a:rPr lang="en-US" altLang="zh-CN" sz="2400" b="1">
                <a:solidFill>
                  <a:srgbClr val="000000"/>
                </a:solidFill>
                <a:latin typeface="Times New Roman" panose="02020603050405020304" pitchFamily="18" charset="0"/>
              </a:rPr>
              <a:t>) = 2 </a:t>
            </a:r>
            <a:r>
              <a:rPr lang="en-US" altLang="zh-CN" sz="2400" b="1" i="1">
                <a:solidFill>
                  <a:srgbClr val="000000"/>
                </a:solidFill>
                <a:latin typeface="Times New Roman" panose="02020603050405020304" pitchFamily="18" charset="0"/>
              </a:rPr>
              <a:t>T</a:t>
            </a:r>
            <a:r>
              <a:rPr lang="en-US" altLang="zh-CN" sz="2400" b="1">
                <a:solidFill>
                  <a:srgbClr val="000000"/>
                </a:solidFill>
                <a:latin typeface="Times New Roman" panose="02020603050405020304" pitchFamily="18" charset="0"/>
              </a:rPr>
              <a:t>(</a:t>
            </a:r>
            <a:r>
              <a:rPr lang="en-US" altLang="zh-CN" sz="2400" b="1" i="1">
                <a:solidFill>
                  <a:srgbClr val="000000"/>
                </a:solidFill>
                <a:latin typeface="Times New Roman" panose="02020603050405020304" pitchFamily="18" charset="0"/>
              </a:rPr>
              <a:t>n</a:t>
            </a:r>
            <a:r>
              <a:rPr lang="en-US" altLang="zh-CN" sz="2400" b="1">
                <a:solidFill>
                  <a:srgbClr val="000000"/>
                </a:solidFill>
                <a:latin typeface="Times New Roman" panose="02020603050405020304" pitchFamily="18" charset="0"/>
                <a:sym typeface="Symbol" panose="05050102010706020507" pitchFamily="18" charset="2"/>
              </a:rPr>
              <a:t></a:t>
            </a:r>
            <a:r>
              <a:rPr lang="en-US" altLang="zh-CN" sz="2400" b="1">
                <a:solidFill>
                  <a:srgbClr val="000000"/>
                </a:solidFill>
                <a:latin typeface="Times New Roman" panose="02020603050405020304" pitchFamily="18" charset="0"/>
              </a:rPr>
              <a:t>1) + 1</a:t>
            </a:r>
            <a:r>
              <a:rPr lang="zh-CN" altLang="en-US" sz="2400" b="1">
                <a:solidFill>
                  <a:srgbClr val="000000"/>
                </a:solidFill>
                <a:latin typeface="Times New Roman" panose="02020603050405020304" pitchFamily="18" charset="0"/>
              </a:rPr>
              <a:t>，</a:t>
            </a:r>
            <a:r>
              <a:rPr lang="en-US" altLang="zh-CN" sz="2400" b="1" i="1">
                <a:solidFill>
                  <a:srgbClr val="000000"/>
                </a:solidFill>
                <a:latin typeface="Times New Roman" panose="02020603050405020304" pitchFamily="18" charset="0"/>
              </a:rPr>
              <a:t>T</a:t>
            </a:r>
            <a:r>
              <a:rPr lang="en-US" altLang="zh-CN" sz="2400" b="1">
                <a:solidFill>
                  <a:srgbClr val="000000"/>
                </a:solidFill>
                <a:latin typeface="Times New Roman" panose="02020603050405020304" pitchFamily="18" charset="0"/>
              </a:rPr>
              <a:t>(1) = 1</a:t>
            </a:r>
            <a:r>
              <a:rPr lang="zh-CN" altLang="en-US" sz="2400" b="1">
                <a:solidFill>
                  <a:srgbClr val="000000"/>
                </a:solidFill>
                <a:latin typeface="Times New Roman" panose="02020603050405020304" pitchFamily="18" charset="0"/>
              </a:rPr>
              <a:t>，</a:t>
            </a:r>
            <a:endParaRPr lang="zh-CN" altLang="en-US" sz="2400" b="1">
              <a:solidFill>
                <a:srgbClr val="000000"/>
              </a:solidFill>
              <a:latin typeface="Times New Roman" panose="02020603050405020304" pitchFamily="18" charset="0"/>
              <a:sym typeface="Symbol" panose="05050102010706020507" pitchFamily="18" charset="2"/>
            </a:endParaRPr>
          </a:p>
        </p:txBody>
      </p:sp>
      <p:sp>
        <p:nvSpPr>
          <p:cNvPr id="9220" name="Rectangle 3">
            <a:extLst>
              <a:ext uri="{FF2B5EF4-FFF2-40B4-BE49-F238E27FC236}">
                <a16:creationId xmlns:a16="http://schemas.microsoft.com/office/drawing/2014/main" id="{67C6B72F-882A-4C9D-9C71-CA3F31AD1DCE}"/>
              </a:ext>
            </a:extLst>
          </p:cNvPr>
          <p:cNvSpPr>
            <a:spLocks noChangeArrowheads="1"/>
          </p:cNvSpPr>
          <p:nvPr/>
        </p:nvSpPr>
        <p:spPr bwMode="auto">
          <a:xfrm>
            <a:off x="684213" y="981075"/>
            <a:ext cx="40322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C00000"/>
                </a:solidFill>
                <a:latin typeface="宋体" panose="02010600030101010101" pitchFamily="2" charset="-122"/>
              </a:rPr>
              <a:t>例 </a:t>
            </a:r>
            <a:r>
              <a:rPr lang="en-US" altLang="zh-CN" sz="2800" b="1">
                <a:solidFill>
                  <a:srgbClr val="C00000"/>
                </a:solidFill>
                <a:latin typeface="宋体" panose="02010600030101010101" pitchFamily="2" charset="-122"/>
              </a:rPr>
              <a:t>Hanoi</a:t>
            </a:r>
            <a:r>
              <a:rPr lang="zh-CN" altLang="en-US" sz="2800" b="1">
                <a:solidFill>
                  <a:srgbClr val="C00000"/>
                </a:solidFill>
                <a:latin typeface="宋体" panose="02010600030101010101" pitchFamily="2" charset="-122"/>
              </a:rPr>
              <a:t>塔问题</a:t>
            </a:r>
          </a:p>
        </p:txBody>
      </p:sp>
      <p:sp>
        <p:nvSpPr>
          <p:cNvPr id="9221" name="Rectangle 4">
            <a:extLst>
              <a:ext uri="{FF2B5EF4-FFF2-40B4-BE49-F238E27FC236}">
                <a16:creationId xmlns:a16="http://schemas.microsoft.com/office/drawing/2014/main" id="{F7B00252-A3C9-4AB5-B63C-3523E3C06F95}"/>
              </a:ext>
            </a:extLst>
          </p:cNvPr>
          <p:cNvSpPr>
            <a:spLocks noChangeArrowheads="1"/>
          </p:cNvSpPr>
          <p:nvPr/>
        </p:nvSpPr>
        <p:spPr bwMode="auto">
          <a:xfrm>
            <a:off x="1331913" y="3384550"/>
            <a:ext cx="5761037" cy="144463"/>
          </a:xfrm>
          <a:prstGeom prst="rect">
            <a:avLst/>
          </a:prstGeom>
          <a:solidFill>
            <a:srgbClr val="FF9900"/>
          </a:solidFill>
          <a:ln w="28575" algn="ctr">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222" name="Rectangle 5">
            <a:extLst>
              <a:ext uri="{FF2B5EF4-FFF2-40B4-BE49-F238E27FC236}">
                <a16:creationId xmlns:a16="http://schemas.microsoft.com/office/drawing/2014/main" id="{24497AA4-CBB9-4A0A-BEEA-5390AEB5F895}"/>
              </a:ext>
            </a:extLst>
          </p:cNvPr>
          <p:cNvSpPr>
            <a:spLocks noChangeArrowheads="1"/>
          </p:cNvSpPr>
          <p:nvPr/>
        </p:nvSpPr>
        <p:spPr bwMode="auto">
          <a:xfrm>
            <a:off x="2268538" y="2090738"/>
            <a:ext cx="142875" cy="1295400"/>
          </a:xfrm>
          <a:prstGeom prst="rect">
            <a:avLst/>
          </a:prstGeom>
          <a:solidFill>
            <a:srgbClr val="FF9900"/>
          </a:solidFill>
          <a:ln w="28575" algn="ctr">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223" name="Rectangle 6">
            <a:extLst>
              <a:ext uri="{FF2B5EF4-FFF2-40B4-BE49-F238E27FC236}">
                <a16:creationId xmlns:a16="http://schemas.microsoft.com/office/drawing/2014/main" id="{FBE3FF6D-5F18-4FA8-9F1F-5E27B61C426D}"/>
              </a:ext>
            </a:extLst>
          </p:cNvPr>
          <p:cNvSpPr>
            <a:spLocks noChangeArrowheads="1"/>
          </p:cNvSpPr>
          <p:nvPr/>
        </p:nvSpPr>
        <p:spPr bwMode="auto">
          <a:xfrm>
            <a:off x="3997325" y="2090738"/>
            <a:ext cx="142875" cy="1295400"/>
          </a:xfrm>
          <a:prstGeom prst="rect">
            <a:avLst/>
          </a:prstGeom>
          <a:solidFill>
            <a:srgbClr val="FF9900"/>
          </a:solidFill>
          <a:ln w="28575" algn="ctr">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224" name="Rectangle 7">
            <a:extLst>
              <a:ext uri="{FF2B5EF4-FFF2-40B4-BE49-F238E27FC236}">
                <a16:creationId xmlns:a16="http://schemas.microsoft.com/office/drawing/2014/main" id="{31D2F136-6019-4A7B-8914-7562B3A78ED5}"/>
              </a:ext>
            </a:extLst>
          </p:cNvPr>
          <p:cNvSpPr>
            <a:spLocks noChangeArrowheads="1"/>
          </p:cNvSpPr>
          <p:nvPr/>
        </p:nvSpPr>
        <p:spPr bwMode="auto">
          <a:xfrm>
            <a:off x="5867400" y="2090738"/>
            <a:ext cx="144463" cy="1295400"/>
          </a:xfrm>
          <a:prstGeom prst="rect">
            <a:avLst/>
          </a:prstGeom>
          <a:solidFill>
            <a:srgbClr val="FF9900"/>
          </a:solidFill>
          <a:ln w="28575" algn="ctr">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96616" name="Rectangle 8">
            <a:extLst>
              <a:ext uri="{FF2B5EF4-FFF2-40B4-BE49-F238E27FC236}">
                <a16:creationId xmlns:a16="http://schemas.microsoft.com/office/drawing/2014/main" id="{7C12FD83-282B-414C-9498-A14E56B3E754}"/>
              </a:ext>
            </a:extLst>
          </p:cNvPr>
          <p:cNvSpPr>
            <a:spLocks noChangeArrowheads="1"/>
          </p:cNvSpPr>
          <p:nvPr/>
        </p:nvSpPr>
        <p:spPr bwMode="auto">
          <a:xfrm>
            <a:off x="1654175" y="3170238"/>
            <a:ext cx="1333500" cy="215900"/>
          </a:xfrm>
          <a:prstGeom prst="rect">
            <a:avLst/>
          </a:prstGeom>
          <a:solidFill>
            <a:srgbClr val="FFFF00"/>
          </a:solidFill>
          <a:ln w="28575" algn="ctr">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2" name="Group 9">
            <a:extLst>
              <a:ext uri="{FF2B5EF4-FFF2-40B4-BE49-F238E27FC236}">
                <a16:creationId xmlns:a16="http://schemas.microsoft.com/office/drawing/2014/main" id="{95D99358-1CCC-4522-AE91-514958AC46F4}"/>
              </a:ext>
            </a:extLst>
          </p:cNvPr>
          <p:cNvGrpSpPr>
            <a:grpSpLocks/>
          </p:cNvGrpSpPr>
          <p:nvPr/>
        </p:nvGrpSpPr>
        <p:grpSpPr bwMode="auto">
          <a:xfrm>
            <a:off x="1835150" y="2736850"/>
            <a:ext cx="1008063" cy="431800"/>
            <a:chOff x="1156" y="1888"/>
            <a:chExt cx="635" cy="272"/>
          </a:xfrm>
        </p:grpSpPr>
        <p:sp>
          <p:nvSpPr>
            <p:cNvPr id="9232" name="Rectangle 10">
              <a:extLst>
                <a:ext uri="{FF2B5EF4-FFF2-40B4-BE49-F238E27FC236}">
                  <a16:creationId xmlns:a16="http://schemas.microsoft.com/office/drawing/2014/main" id="{ABDFDB13-E837-42EF-AB68-124872E8E92D}"/>
                </a:ext>
              </a:extLst>
            </p:cNvPr>
            <p:cNvSpPr>
              <a:spLocks noChangeArrowheads="1"/>
            </p:cNvSpPr>
            <p:nvPr/>
          </p:nvSpPr>
          <p:spPr bwMode="auto">
            <a:xfrm>
              <a:off x="1156" y="2024"/>
              <a:ext cx="635" cy="136"/>
            </a:xfrm>
            <a:prstGeom prst="rect">
              <a:avLst/>
            </a:prstGeom>
            <a:solidFill>
              <a:srgbClr val="FFFF00"/>
            </a:solidFill>
            <a:ln w="28575" algn="ctr">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233" name="Rectangle 11">
              <a:extLst>
                <a:ext uri="{FF2B5EF4-FFF2-40B4-BE49-F238E27FC236}">
                  <a16:creationId xmlns:a16="http://schemas.microsoft.com/office/drawing/2014/main" id="{4C8C9FD5-8894-4EAF-87E2-AB2B7B48FE86}"/>
                </a:ext>
              </a:extLst>
            </p:cNvPr>
            <p:cNvSpPr>
              <a:spLocks noChangeArrowheads="1"/>
            </p:cNvSpPr>
            <p:nvPr/>
          </p:nvSpPr>
          <p:spPr bwMode="auto">
            <a:xfrm>
              <a:off x="1247" y="1888"/>
              <a:ext cx="454" cy="137"/>
            </a:xfrm>
            <a:prstGeom prst="rect">
              <a:avLst/>
            </a:prstGeom>
            <a:solidFill>
              <a:srgbClr val="FFFF00"/>
            </a:solidFill>
            <a:ln w="28575" algn="ctr">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9227" name="Text Box 12">
            <a:extLst>
              <a:ext uri="{FF2B5EF4-FFF2-40B4-BE49-F238E27FC236}">
                <a16:creationId xmlns:a16="http://schemas.microsoft.com/office/drawing/2014/main" id="{35EFE920-0843-4AAD-A355-7B46F16B97FD}"/>
              </a:ext>
            </a:extLst>
          </p:cNvPr>
          <p:cNvSpPr txBox="1">
            <a:spLocks noChangeArrowheads="1"/>
          </p:cNvSpPr>
          <p:nvPr/>
        </p:nvSpPr>
        <p:spPr bwMode="auto">
          <a:xfrm>
            <a:off x="1979613" y="3573463"/>
            <a:ext cx="498951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solidFill>
                  <a:schemeClr val="tx2"/>
                </a:solidFill>
                <a:latin typeface="Times New Roman" panose="02020603050405020304" pitchFamily="18" charset="0"/>
              </a:rPr>
              <a:t>  </a:t>
            </a:r>
            <a:r>
              <a:rPr lang="en-US" altLang="zh-CN" sz="2400" b="1">
                <a:latin typeface="Times New Roman" panose="02020603050405020304" pitchFamily="18" charset="0"/>
              </a:rPr>
              <a:t>A                    B                      C</a:t>
            </a:r>
          </a:p>
        </p:txBody>
      </p:sp>
      <p:sp>
        <p:nvSpPr>
          <p:cNvPr id="196622" name="Rectangle 14">
            <a:extLst>
              <a:ext uri="{FF2B5EF4-FFF2-40B4-BE49-F238E27FC236}">
                <a16:creationId xmlns:a16="http://schemas.microsoft.com/office/drawing/2014/main" id="{19E6EFC1-10C7-4256-BCAD-432289481FE4}"/>
              </a:ext>
            </a:extLst>
          </p:cNvPr>
          <p:cNvSpPr>
            <a:spLocks noChangeArrowheads="1"/>
          </p:cNvSpPr>
          <p:nvPr/>
        </p:nvSpPr>
        <p:spPr bwMode="auto">
          <a:xfrm>
            <a:off x="5545138" y="3922713"/>
            <a:ext cx="2627312"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400" b="1">
                <a:solidFill>
                  <a:srgbClr val="000000"/>
                </a:solidFill>
                <a:latin typeface="Times New Roman" panose="02020603050405020304" pitchFamily="18" charset="0"/>
              </a:rPr>
              <a:t>解得  </a:t>
            </a:r>
            <a:r>
              <a:rPr lang="en-US" altLang="zh-CN" sz="2400" b="1" i="1">
                <a:solidFill>
                  <a:srgbClr val="000000"/>
                </a:solidFill>
                <a:latin typeface="Times New Roman" panose="02020603050405020304" pitchFamily="18" charset="0"/>
              </a:rPr>
              <a:t>T</a:t>
            </a:r>
            <a:r>
              <a:rPr lang="en-US" altLang="zh-CN" sz="2400" b="1">
                <a:solidFill>
                  <a:srgbClr val="000000"/>
                </a:solidFill>
                <a:latin typeface="Times New Roman" panose="02020603050405020304" pitchFamily="18" charset="0"/>
              </a:rPr>
              <a:t>(</a:t>
            </a:r>
            <a:r>
              <a:rPr lang="en-US" altLang="zh-CN" sz="2400" b="1" i="1">
                <a:solidFill>
                  <a:srgbClr val="000000"/>
                </a:solidFill>
                <a:latin typeface="Times New Roman" panose="02020603050405020304" pitchFamily="18" charset="0"/>
              </a:rPr>
              <a:t>n</a:t>
            </a:r>
            <a:r>
              <a:rPr lang="en-US" altLang="zh-CN" sz="2400" b="1">
                <a:solidFill>
                  <a:srgbClr val="000000"/>
                </a:solidFill>
                <a:latin typeface="Times New Roman" panose="02020603050405020304" pitchFamily="18" charset="0"/>
              </a:rPr>
              <a:t>) = 2</a:t>
            </a:r>
            <a:r>
              <a:rPr lang="en-US" altLang="zh-CN" sz="2400" b="1" i="1" baseline="30000">
                <a:solidFill>
                  <a:srgbClr val="000000"/>
                </a:solidFill>
                <a:latin typeface="Times New Roman" panose="02020603050405020304" pitchFamily="18" charset="0"/>
              </a:rPr>
              <a:t>n</a:t>
            </a:r>
            <a:r>
              <a:rPr lang="en-US" altLang="zh-CN" sz="2400" b="1">
                <a:solidFill>
                  <a:srgbClr val="000000"/>
                </a:solidFill>
                <a:latin typeface="Times New Roman" panose="02020603050405020304" pitchFamily="18" charset="0"/>
              </a:rPr>
              <a:t> </a:t>
            </a:r>
            <a:r>
              <a:rPr lang="en-US" altLang="zh-CN" sz="2400" b="1">
                <a:solidFill>
                  <a:srgbClr val="000000"/>
                </a:solidFill>
                <a:latin typeface="Times New Roman" panose="02020603050405020304" pitchFamily="18" charset="0"/>
                <a:sym typeface="Symbol" panose="05050102010706020507" pitchFamily="18" charset="2"/>
              </a:rPr>
              <a:t></a:t>
            </a:r>
            <a:r>
              <a:rPr lang="en-US" altLang="zh-CN" sz="2400" b="1">
                <a:solidFill>
                  <a:srgbClr val="000000"/>
                </a:solidFill>
                <a:latin typeface="Times New Roman" panose="02020603050405020304" pitchFamily="18" charset="0"/>
              </a:rPr>
              <a:t>1</a:t>
            </a:r>
            <a:r>
              <a:rPr lang="en-US" altLang="zh-CN" sz="4200">
                <a:solidFill>
                  <a:schemeClr val="tx2"/>
                </a:solidFill>
                <a:latin typeface="Times New Roman" panose="02020603050405020304" pitchFamily="18" charset="0"/>
              </a:rPr>
              <a:t> </a:t>
            </a:r>
          </a:p>
        </p:txBody>
      </p:sp>
      <p:sp>
        <p:nvSpPr>
          <p:cNvPr id="196623" name="Rectangle 15">
            <a:extLst>
              <a:ext uri="{FF2B5EF4-FFF2-40B4-BE49-F238E27FC236}">
                <a16:creationId xmlns:a16="http://schemas.microsoft.com/office/drawing/2014/main" id="{06DEF573-1835-418E-9CE3-1629152C737D}"/>
              </a:ext>
            </a:extLst>
          </p:cNvPr>
          <p:cNvSpPr>
            <a:spLocks noChangeArrowheads="1"/>
          </p:cNvSpPr>
          <p:nvPr/>
        </p:nvSpPr>
        <p:spPr bwMode="auto">
          <a:xfrm>
            <a:off x="755650" y="4629150"/>
            <a:ext cx="74041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solidFill>
                  <a:srgbClr val="000000"/>
                </a:solidFill>
                <a:latin typeface="宋体" panose="02010600030101010101" pitchFamily="2" charset="-122"/>
                <a:sym typeface="Symbol" panose="05050102010706020507" pitchFamily="18" charset="2"/>
              </a:rPr>
              <a:t>1</a:t>
            </a:r>
            <a:r>
              <a:rPr lang="zh-CN" altLang="en-US" sz="2400" b="1">
                <a:solidFill>
                  <a:srgbClr val="000000"/>
                </a:solidFill>
                <a:latin typeface="宋体" panose="02010600030101010101" pitchFamily="2" charset="-122"/>
                <a:sym typeface="Symbol" panose="05050102010706020507" pitchFamily="18" charset="2"/>
              </a:rPr>
              <a:t>秒移</a:t>
            </a:r>
            <a:r>
              <a:rPr lang="en-US" altLang="zh-CN" sz="2400" b="1">
                <a:solidFill>
                  <a:srgbClr val="000000"/>
                </a:solidFill>
                <a:latin typeface="宋体" panose="02010600030101010101" pitchFamily="2" charset="-122"/>
                <a:sym typeface="Symbol" panose="05050102010706020507" pitchFamily="18" charset="2"/>
              </a:rPr>
              <a:t>1</a:t>
            </a:r>
            <a:r>
              <a:rPr lang="zh-CN" altLang="en-US" sz="2400" b="1">
                <a:solidFill>
                  <a:srgbClr val="000000"/>
                </a:solidFill>
                <a:latin typeface="宋体" panose="02010600030101010101" pitchFamily="2" charset="-122"/>
                <a:sym typeface="Symbol" panose="05050102010706020507" pitchFamily="18" charset="2"/>
              </a:rPr>
              <a:t>个，</a:t>
            </a:r>
            <a:r>
              <a:rPr lang="en-US" altLang="zh-CN" sz="2400" b="1">
                <a:solidFill>
                  <a:srgbClr val="000000"/>
                </a:solidFill>
                <a:latin typeface="宋体" panose="02010600030101010101" pitchFamily="2" charset="-122"/>
                <a:sym typeface="Symbol" panose="05050102010706020507" pitchFamily="18" charset="2"/>
              </a:rPr>
              <a:t>64</a:t>
            </a:r>
            <a:r>
              <a:rPr lang="zh-CN" altLang="en-US" sz="2400" b="1">
                <a:solidFill>
                  <a:srgbClr val="000000"/>
                </a:solidFill>
                <a:latin typeface="宋体" panose="02010600030101010101" pitchFamily="2" charset="-122"/>
                <a:sym typeface="Symbol" panose="05050102010706020507" pitchFamily="18" charset="2"/>
              </a:rPr>
              <a:t>个盘子要多少时间？（</a:t>
            </a:r>
            <a:r>
              <a:rPr lang="en-US" altLang="zh-CN" sz="2400" b="1">
                <a:solidFill>
                  <a:srgbClr val="000000"/>
                </a:solidFill>
                <a:latin typeface="宋体" panose="02010600030101010101" pitchFamily="2" charset="-122"/>
                <a:sym typeface="Symbol" panose="05050102010706020507" pitchFamily="18" charset="2"/>
              </a:rPr>
              <a:t>5000</a:t>
            </a:r>
            <a:r>
              <a:rPr lang="zh-CN" altLang="en-US" sz="2400" b="1">
                <a:solidFill>
                  <a:srgbClr val="000000"/>
                </a:solidFill>
                <a:latin typeface="宋体" panose="02010600030101010101" pitchFamily="2" charset="-122"/>
                <a:sym typeface="Symbol" panose="05050102010706020507" pitchFamily="18" charset="2"/>
              </a:rPr>
              <a:t>亿年）</a:t>
            </a:r>
          </a:p>
        </p:txBody>
      </p:sp>
      <p:sp>
        <p:nvSpPr>
          <p:cNvPr id="196625" name="Rectangle 17">
            <a:extLst>
              <a:ext uri="{FF2B5EF4-FFF2-40B4-BE49-F238E27FC236}">
                <a16:creationId xmlns:a16="http://schemas.microsoft.com/office/drawing/2014/main" id="{26E81411-0A5D-43D1-99B8-7B0D42C7AEF3}"/>
              </a:ext>
            </a:extLst>
          </p:cNvPr>
          <p:cNvSpPr>
            <a:spLocks noChangeArrowheads="1"/>
          </p:cNvSpPr>
          <p:nvPr/>
        </p:nvSpPr>
        <p:spPr bwMode="auto">
          <a:xfrm>
            <a:off x="684213" y="5373688"/>
            <a:ext cx="740410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solidFill>
                  <a:srgbClr val="000000"/>
                </a:solidFill>
                <a:latin typeface="宋体" panose="02010600030101010101" pitchFamily="2" charset="-122"/>
                <a:sym typeface="Symbol" panose="05050102010706020507" pitchFamily="18" charset="2"/>
              </a:rPr>
              <a:t>各种排序算法哪个效率更高？</a:t>
            </a:r>
          </a:p>
          <a:p>
            <a:pPr eaLnBrk="1" hangingPunct="1"/>
            <a:endParaRPr lang="en-US" altLang="zh-CN" sz="2400" b="1">
              <a:solidFill>
                <a:srgbClr val="000000"/>
              </a:solidFill>
              <a:latin typeface="宋体" panose="02010600030101010101" pitchFamily="2" charset="-122"/>
              <a:sym typeface="Symbol" panose="05050102010706020507" pitchFamily="18" charset="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0" presetClass="path" presetSubtype="0" accel="50000" decel="50000" fill="hold" nodeType="clickEffect">
                                  <p:stCondLst>
                                    <p:cond delay="0"/>
                                  </p:stCondLst>
                                  <p:childTnLst>
                                    <p:animMotion origin="layout" path="M 0.00104 -0.01688 L -0.00052 -0.14801 L 0.18906 -0.14801 L 0.18906 0.03284 " pathEditMode="relative" rAng="0" ptsTypes="AAAA">
                                      <p:cBhvr>
                                        <p:cTn id="6" dur="2000" fill="hold"/>
                                        <p:tgtEl>
                                          <p:spTgt spid="2"/>
                                        </p:tgtEl>
                                        <p:attrNameLst>
                                          <p:attrName>ppt_x</p:attrName>
                                          <p:attrName>ppt_y</p:attrName>
                                        </p:attrNameLst>
                                      </p:cBhvr>
                                      <p:rCtr x="9323" y="-4070"/>
                                    </p:animMotion>
                                  </p:childTnLst>
                                </p:cTn>
                              </p:par>
                            </p:childTnLst>
                          </p:cTn>
                        </p:par>
                      </p:childTnLst>
                    </p:cTn>
                  </p:par>
                  <p:par>
                    <p:cTn id="7" fill="hold" nodeType="clickPar">
                      <p:stCondLst>
                        <p:cond delay="indefinite"/>
                      </p:stCondLst>
                      <p:childTnLst>
                        <p:par>
                          <p:cTn id="8" fill="hold" nodeType="withGroup">
                            <p:stCondLst>
                              <p:cond delay="0"/>
                            </p:stCondLst>
                            <p:childTnLst>
                              <p:par>
                                <p:cTn id="9" presetID="0" presetClass="path" presetSubtype="0" accel="50000" decel="50000" fill="hold" grpId="0" nodeType="clickEffect">
                                  <p:stCondLst>
                                    <p:cond delay="0"/>
                                  </p:stCondLst>
                                  <p:childTnLst>
                                    <p:animMotion origin="layout" path="M 5.55556E-7 -0.00717 L 5.55556E-7 -0.19403 L 0.3941 -0.19403 L 0.39253 -0.00023 " pathEditMode="relative" rAng="0" ptsTypes="AAAA">
                                      <p:cBhvr>
                                        <p:cTn id="10" dur="2000" fill="hold"/>
                                        <p:tgtEl>
                                          <p:spTgt spid="196616"/>
                                        </p:tgtEl>
                                        <p:attrNameLst>
                                          <p:attrName>ppt_x</p:attrName>
                                          <p:attrName>ppt_y</p:attrName>
                                        </p:attrNameLst>
                                      </p:cBhvr>
                                      <p:rCtr x="19705" y="-8996"/>
                                    </p:animMotion>
                                  </p:childTnLst>
                                </p:cTn>
                              </p:par>
                            </p:childTnLst>
                          </p:cTn>
                        </p:par>
                      </p:childTnLst>
                    </p:cTn>
                  </p:par>
                  <p:par>
                    <p:cTn id="11" fill="hold" nodeType="clickPar">
                      <p:stCondLst>
                        <p:cond delay="indefinite"/>
                      </p:stCondLst>
                      <p:childTnLst>
                        <p:par>
                          <p:cTn id="12" fill="hold" nodeType="withGroup">
                            <p:stCondLst>
                              <p:cond delay="0"/>
                            </p:stCondLst>
                            <p:childTnLst>
                              <p:par>
                                <p:cTn id="13" presetID="0" presetClass="path" presetSubtype="0" accel="50000" decel="50000" fill="hold" nodeType="clickEffect">
                                  <p:stCondLst>
                                    <p:cond delay="0"/>
                                  </p:stCondLst>
                                  <p:childTnLst>
                                    <p:animMotion origin="layout" path="M 0.18906 0.03284 L 0.18906 -0.14593 L 0.39062 -0.14593 L 0.39062 -0.00093 " pathEditMode="relative" rAng="0" ptsTypes="AAAA">
                                      <p:cBhvr>
                                        <p:cTn id="14" dur="2000" fill="hold"/>
                                        <p:tgtEl>
                                          <p:spTgt spid="2"/>
                                        </p:tgtEl>
                                        <p:attrNameLst>
                                          <p:attrName>ppt_x</p:attrName>
                                          <p:attrName>ppt_y</p:attrName>
                                        </p:attrNameLst>
                                      </p:cBhvr>
                                      <p:rCtr x="10069" y="-8950"/>
                                    </p:animMotion>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96610"/>
                                        </p:tgtEl>
                                        <p:attrNameLst>
                                          <p:attrName>style.visibility</p:attrName>
                                        </p:attrNameLst>
                                      </p:cBhvr>
                                      <p:to>
                                        <p:strVal val="visible"/>
                                      </p:to>
                                    </p:set>
                                    <p:anim calcmode="lin" valueType="num">
                                      <p:cBhvr additive="base">
                                        <p:cTn id="19" dur="500" fill="hold"/>
                                        <p:tgtEl>
                                          <p:spTgt spid="196610"/>
                                        </p:tgtEl>
                                        <p:attrNameLst>
                                          <p:attrName>ppt_x</p:attrName>
                                        </p:attrNameLst>
                                      </p:cBhvr>
                                      <p:tavLst>
                                        <p:tav tm="0">
                                          <p:val>
                                            <p:strVal val="#ppt_x"/>
                                          </p:val>
                                        </p:tav>
                                        <p:tav tm="100000">
                                          <p:val>
                                            <p:strVal val="#ppt_x"/>
                                          </p:val>
                                        </p:tav>
                                      </p:tavLst>
                                    </p:anim>
                                    <p:anim calcmode="lin" valueType="num">
                                      <p:cBhvr additive="base">
                                        <p:cTn id="20" dur="500" fill="hold"/>
                                        <p:tgtEl>
                                          <p:spTgt spid="196610"/>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2" fill="hold" grpId="0" nodeType="clickEffect">
                                  <p:stCondLst>
                                    <p:cond delay="0"/>
                                  </p:stCondLst>
                                  <p:childTnLst>
                                    <p:set>
                                      <p:cBhvr>
                                        <p:cTn id="24" dur="1" fill="hold">
                                          <p:stCondLst>
                                            <p:cond delay="0"/>
                                          </p:stCondLst>
                                        </p:cTn>
                                        <p:tgtEl>
                                          <p:spTgt spid="196622"/>
                                        </p:tgtEl>
                                        <p:attrNameLst>
                                          <p:attrName>style.visibility</p:attrName>
                                        </p:attrNameLst>
                                      </p:cBhvr>
                                      <p:to>
                                        <p:strVal val="visible"/>
                                      </p:to>
                                    </p:set>
                                    <p:anim calcmode="lin" valueType="num">
                                      <p:cBhvr additive="base">
                                        <p:cTn id="25" dur="500" fill="hold"/>
                                        <p:tgtEl>
                                          <p:spTgt spid="196622"/>
                                        </p:tgtEl>
                                        <p:attrNameLst>
                                          <p:attrName>ppt_x</p:attrName>
                                        </p:attrNameLst>
                                      </p:cBhvr>
                                      <p:tavLst>
                                        <p:tav tm="0">
                                          <p:val>
                                            <p:strVal val="1+#ppt_w/2"/>
                                          </p:val>
                                        </p:tav>
                                        <p:tav tm="100000">
                                          <p:val>
                                            <p:strVal val="#ppt_x"/>
                                          </p:val>
                                        </p:tav>
                                      </p:tavLst>
                                    </p:anim>
                                    <p:anim calcmode="lin" valueType="num">
                                      <p:cBhvr additive="base">
                                        <p:cTn id="26" dur="500" fill="hold"/>
                                        <p:tgtEl>
                                          <p:spTgt spid="196622"/>
                                        </p:tgtEl>
                                        <p:attrNameLst>
                                          <p:attrName>ppt_y</p:attrName>
                                        </p:attrNameLst>
                                      </p:cBhvr>
                                      <p:tavLst>
                                        <p:tav tm="0">
                                          <p:val>
                                            <p:strVal val="#ppt_y"/>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96623"/>
                                        </p:tgtEl>
                                        <p:attrNameLst>
                                          <p:attrName>style.visibility</p:attrName>
                                        </p:attrNameLst>
                                      </p:cBhvr>
                                      <p:to>
                                        <p:strVal val="visible"/>
                                      </p:to>
                                    </p:set>
                                    <p:anim calcmode="lin" valueType="num">
                                      <p:cBhvr additive="base">
                                        <p:cTn id="31" dur="500" fill="hold"/>
                                        <p:tgtEl>
                                          <p:spTgt spid="196623"/>
                                        </p:tgtEl>
                                        <p:attrNameLst>
                                          <p:attrName>ppt_x</p:attrName>
                                        </p:attrNameLst>
                                      </p:cBhvr>
                                      <p:tavLst>
                                        <p:tav tm="0">
                                          <p:val>
                                            <p:strVal val="#ppt_x"/>
                                          </p:val>
                                        </p:tav>
                                        <p:tav tm="100000">
                                          <p:val>
                                            <p:strVal val="#ppt_x"/>
                                          </p:val>
                                        </p:tav>
                                      </p:tavLst>
                                    </p:anim>
                                    <p:anim calcmode="lin" valueType="num">
                                      <p:cBhvr additive="base">
                                        <p:cTn id="32" dur="500" fill="hold"/>
                                        <p:tgtEl>
                                          <p:spTgt spid="196623"/>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96625"/>
                                        </p:tgtEl>
                                        <p:attrNameLst>
                                          <p:attrName>style.visibility</p:attrName>
                                        </p:attrNameLst>
                                      </p:cBhvr>
                                      <p:to>
                                        <p:strVal val="visible"/>
                                      </p:to>
                                    </p:set>
                                    <p:anim calcmode="lin" valueType="num">
                                      <p:cBhvr additive="base">
                                        <p:cTn id="37" dur="500" fill="hold"/>
                                        <p:tgtEl>
                                          <p:spTgt spid="196625"/>
                                        </p:tgtEl>
                                        <p:attrNameLst>
                                          <p:attrName>ppt_x</p:attrName>
                                        </p:attrNameLst>
                                      </p:cBhvr>
                                      <p:tavLst>
                                        <p:tav tm="0">
                                          <p:val>
                                            <p:strVal val="#ppt_x"/>
                                          </p:val>
                                        </p:tav>
                                        <p:tav tm="100000">
                                          <p:val>
                                            <p:strVal val="#ppt_x"/>
                                          </p:val>
                                        </p:tav>
                                      </p:tavLst>
                                    </p:anim>
                                    <p:anim calcmode="lin" valueType="num">
                                      <p:cBhvr additive="base">
                                        <p:cTn id="38" dur="500" fill="hold"/>
                                        <p:tgtEl>
                                          <p:spTgt spid="19662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6610" grpId="0"/>
      <p:bldP spid="196616" grpId="0" animBg="1"/>
      <p:bldP spid="196622" grpId="0"/>
      <p:bldP spid="196623" grpId="0"/>
      <p:bldP spid="19662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a:extLst>
              <a:ext uri="{FF2B5EF4-FFF2-40B4-BE49-F238E27FC236}">
                <a16:creationId xmlns:a16="http://schemas.microsoft.com/office/drawing/2014/main" id="{9E000C7D-3831-458E-91A5-801B8710501D}"/>
              </a:ext>
            </a:extLst>
          </p:cNvPr>
          <p:cNvSpPr>
            <a:spLocks noGrp="1" noChangeArrowheads="1"/>
          </p:cNvSpPr>
          <p:nvPr>
            <p:ph type="title"/>
          </p:nvPr>
        </p:nvSpPr>
        <p:spPr>
          <a:xfrm>
            <a:off x="468313" y="188913"/>
            <a:ext cx="8675687" cy="777875"/>
          </a:xfrm>
        </p:spPr>
        <p:txBody>
          <a:bodyPr/>
          <a:lstStyle/>
          <a:p>
            <a:pPr eaLnBrk="1" hangingPunct="1">
              <a:defRPr/>
            </a:pPr>
            <a:r>
              <a:rPr lang="zh-CN" altLang="en-US" b="1" dirty="0">
                <a:solidFill>
                  <a:srgbClr val="C00000"/>
                </a:solidFill>
                <a:effectLst>
                  <a:outerShdw blurRad="38100" dist="38100" dir="2700000" algn="tl">
                    <a:srgbClr val="000000">
                      <a:alpha val="43137"/>
                    </a:srgbClr>
                  </a:outerShdw>
                </a:effectLst>
              </a:rPr>
              <a:t>                     应用</a:t>
            </a:r>
            <a:r>
              <a:rPr lang="en-US" altLang="zh-CN" b="1" dirty="0">
                <a:solidFill>
                  <a:srgbClr val="C00000"/>
                </a:solidFill>
                <a:effectLst>
                  <a:outerShdw blurRad="38100" dist="38100" dir="2700000" algn="tl">
                    <a:srgbClr val="000000">
                      <a:alpha val="43137"/>
                    </a:srgbClr>
                  </a:outerShdw>
                </a:effectLst>
              </a:rPr>
              <a:t>:</a:t>
            </a:r>
            <a:r>
              <a:rPr lang="zh-CN" altLang="en-US" b="1" dirty="0">
                <a:solidFill>
                  <a:srgbClr val="C00000"/>
                </a:solidFill>
                <a:effectLst>
                  <a:outerShdw blurRad="38100" dist="38100" dir="2700000" algn="tl">
                    <a:srgbClr val="000000">
                      <a:alpha val="43137"/>
                    </a:srgbClr>
                  </a:outerShdw>
                </a:effectLst>
              </a:rPr>
              <a:t>数据仓库视图格</a:t>
            </a:r>
          </a:p>
        </p:txBody>
      </p:sp>
      <p:sp>
        <p:nvSpPr>
          <p:cNvPr id="10244" name="Rectangle 3">
            <a:extLst>
              <a:ext uri="{FF2B5EF4-FFF2-40B4-BE49-F238E27FC236}">
                <a16:creationId xmlns:a16="http://schemas.microsoft.com/office/drawing/2014/main" id="{4567AF4D-D04E-4BB0-B09C-A0ABA8EC4BC3}"/>
              </a:ext>
            </a:extLst>
          </p:cNvPr>
          <p:cNvSpPr>
            <a:spLocks noGrp="1" noChangeArrowheads="1"/>
          </p:cNvSpPr>
          <p:nvPr>
            <p:ph idx="1"/>
          </p:nvPr>
        </p:nvSpPr>
        <p:spPr>
          <a:xfrm>
            <a:off x="600075" y="1341438"/>
            <a:ext cx="3827463" cy="4530725"/>
          </a:xfrm>
        </p:spPr>
        <p:txBody>
          <a:bodyPr/>
          <a:lstStyle/>
          <a:p>
            <a:pPr eaLnBrk="1" hangingPunct="1">
              <a:spcBef>
                <a:spcPct val="0"/>
              </a:spcBef>
              <a:buFont typeface="Wingdings" panose="05000000000000000000" pitchFamily="2" charset="2"/>
              <a:buNone/>
            </a:pPr>
            <a:r>
              <a:rPr lang="zh-CN" altLang="en-US" sz="2800" b="1">
                <a:solidFill>
                  <a:srgbClr val="C00000"/>
                </a:solidFill>
              </a:rPr>
              <a:t>联机分析处理</a:t>
            </a:r>
            <a:r>
              <a:rPr lang="en-US" altLang="zh-CN" sz="2800">
                <a:solidFill>
                  <a:srgbClr val="C00000"/>
                </a:solidFill>
                <a:latin typeface="Arial" panose="020B0604020202020204" pitchFamily="34" charset="0"/>
                <a:cs typeface="Arial" panose="020B0604020202020204" pitchFamily="34" charset="0"/>
              </a:rPr>
              <a:t>(OLAP)</a:t>
            </a:r>
          </a:p>
          <a:p>
            <a:pPr eaLnBrk="1" hangingPunct="1">
              <a:buFont typeface="Wingdings" panose="05000000000000000000" pitchFamily="2" charset="2"/>
              <a:buNone/>
            </a:pPr>
            <a:r>
              <a:rPr lang="zh-CN" altLang="en-US" sz="2400" b="1"/>
              <a:t>为加快查询速度，将数据</a:t>
            </a:r>
          </a:p>
          <a:p>
            <a:pPr eaLnBrk="1" hangingPunct="1">
              <a:buFont typeface="Wingdings" panose="05000000000000000000" pitchFamily="2" charset="2"/>
              <a:buNone/>
            </a:pPr>
            <a:r>
              <a:rPr lang="zh-CN" altLang="en-US" sz="2400" b="1"/>
              <a:t>按照维进行聚集。每一维</a:t>
            </a:r>
          </a:p>
          <a:p>
            <a:pPr eaLnBrk="1" hangingPunct="1">
              <a:buFont typeface="Wingdings" panose="05000000000000000000" pitchFamily="2" charset="2"/>
              <a:buNone/>
            </a:pPr>
            <a:r>
              <a:rPr lang="zh-CN" altLang="en-US" sz="2400" b="1"/>
              <a:t>聚类就是对数据的划分。</a:t>
            </a:r>
          </a:p>
          <a:p>
            <a:pPr eaLnBrk="1" hangingPunct="1">
              <a:buFont typeface="Wingdings" panose="05000000000000000000" pitchFamily="2" charset="2"/>
              <a:buNone/>
            </a:pPr>
            <a:r>
              <a:rPr lang="zh-CN" altLang="en-US" sz="2400" b="1"/>
              <a:t>每个划分构成相应的</a:t>
            </a:r>
            <a:r>
              <a:rPr lang="zh-CN" altLang="en-US" sz="2400" b="1">
                <a:latin typeface="宋体" panose="02010600030101010101" pitchFamily="2" charset="-122"/>
              </a:rPr>
              <a:t>“</a:t>
            </a:r>
            <a:r>
              <a:rPr lang="zh-CN" altLang="en-US" sz="2400" b="1"/>
              <a:t>物</a:t>
            </a:r>
          </a:p>
          <a:p>
            <a:pPr eaLnBrk="1" hangingPunct="1">
              <a:buFont typeface="Wingdings" panose="05000000000000000000" pitchFamily="2" charset="2"/>
              <a:buNone/>
            </a:pPr>
            <a:r>
              <a:rPr lang="zh-CN" altLang="en-US" sz="2400" b="1"/>
              <a:t>化视图</a:t>
            </a:r>
            <a:r>
              <a:rPr lang="zh-CN" altLang="en-US" sz="2400" b="1">
                <a:latin typeface="宋体" panose="02010600030101010101" pitchFamily="2" charset="-122"/>
              </a:rPr>
              <a:t>”</a:t>
            </a:r>
            <a:r>
              <a:rPr lang="zh-CN" altLang="en-US" sz="2400" b="1"/>
              <a:t>。在同一维上的</a:t>
            </a:r>
          </a:p>
          <a:p>
            <a:pPr eaLnBrk="1" hangingPunct="1">
              <a:buFont typeface="Wingdings" panose="05000000000000000000" pitchFamily="2" charset="2"/>
              <a:buNone/>
            </a:pPr>
            <a:r>
              <a:rPr lang="zh-CN" altLang="en-US" sz="2400" b="1"/>
              <a:t>划分根据粒度大小形成偏</a:t>
            </a:r>
          </a:p>
          <a:p>
            <a:pPr eaLnBrk="1" hangingPunct="1">
              <a:buFont typeface="Wingdings" panose="05000000000000000000" pitchFamily="2" charset="2"/>
              <a:buNone/>
            </a:pPr>
            <a:r>
              <a:rPr lang="zh-CN" altLang="en-US" sz="2400" b="1"/>
              <a:t>序。不同的维上的偏序进</a:t>
            </a:r>
          </a:p>
          <a:p>
            <a:pPr eaLnBrk="1" hangingPunct="1">
              <a:buFont typeface="Wingdings" panose="05000000000000000000" pitchFamily="2" charset="2"/>
              <a:buNone/>
            </a:pPr>
            <a:r>
              <a:rPr lang="zh-CN" altLang="en-US" sz="2400" b="1"/>
              <a:t>行笛卡儿积运算构成多维</a:t>
            </a:r>
          </a:p>
          <a:p>
            <a:pPr eaLnBrk="1" hangingPunct="1">
              <a:buFont typeface="Wingdings" panose="05000000000000000000" pitchFamily="2" charset="2"/>
              <a:buNone/>
            </a:pPr>
            <a:r>
              <a:rPr lang="zh-CN" altLang="en-US" sz="2400" b="1"/>
              <a:t>立方的视图格结构。</a:t>
            </a:r>
            <a:endParaRPr lang="zh-CN" altLang="en-US" b="1"/>
          </a:p>
          <a:p>
            <a:pPr eaLnBrk="1" hangingPunct="1">
              <a:buFont typeface="Wingdings" panose="05000000000000000000" pitchFamily="2" charset="2"/>
              <a:buNone/>
            </a:pPr>
            <a:endParaRPr lang="en-US" altLang="zh-CN"/>
          </a:p>
        </p:txBody>
      </p:sp>
      <p:sp>
        <p:nvSpPr>
          <p:cNvPr id="17410" name="灯片编号占位符 5">
            <a:extLst>
              <a:ext uri="{FF2B5EF4-FFF2-40B4-BE49-F238E27FC236}">
                <a16:creationId xmlns:a16="http://schemas.microsoft.com/office/drawing/2014/main" id="{A04F4946-D595-4A1A-BC74-A7EAD9AF642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E0344B58-FCDE-49BA-9404-61147C9F2335}" type="slidenum">
              <a:rPr lang="en-US" altLang="zh-CN">
                <a:solidFill>
                  <a:srgbClr val="898989"/>
                </a:solidFill>
              </a:rPr>
              <a:pPr eaLnBrk="1" hangingPunct="1"/>
              <a:t>9</a:t>
            </a:fld>
            <a:endParaRPr lang="en-US" altLang="zh-CN">
              <a:solidFill>
                <a:srgbClr val="898989"/>
              </a:solidFill>
            </a:endParaRPr>
          </a:p>
        </p:txBody>
      </p:sp>
      <p:grpSp>
        <p:nvGrpSpPr>
          <p:cNvPr id="10245" name="Group 16">
            <a:extLst>
              <a:ext uri="{FF2B5EF4-FFF2-40B4-BE49-F238E27FC236}">
                <a16:creationId xmlns:a16="http://schemas.microsoft.com/office/drawing/2014/main" id="{0AC47EEF-5211-4700-B77B-0C19056D5BA7}"/>
              </a:ext>
            </a:extLst>
          </p:cNvPr>
          <p:cNvGrpSpPr>
            <a:grpSpLocks/>
          </p:cNvGrpSpPr>
          <p:nvPr/>
        </p:nvGrpSpPr>
        <p:grpSpPr bwMode="auto">
          <a:xfrm>
            <a:off x="4460875" y="1989138"/>
            <a:ext cx="3998913" cy="3671887"/>
            <a:chOff x="2765" y="1253"/>
            <a:chExt cx="2519" cy="2313"/>
          </a:xfrm>
        </p:grpSpPr>
        <p:grpSp>
          <p:nvGrpSpPr>
            <p:cNvPr id="10246" name="Group 5">
              <a:extLst>
                <a:ext uri="{FF2B5EF4-FFF2-40B4-BE49-F238E27FC236}">
                  <a16:creationId xmlns:a16="http://schemas.microsoft.com/office/drawing/2014/main" id="{711F8544-296C-4494-9A07-75985D1D8251}"/>
                </a:ext>
              </a:extLst>
            </p:cNvPr>
            <p:cNvGrpSpPr>
              <a:grpSpLocks/>
            </p:cNvGrpSpPr>
            <p:nvPr/>
          </p:nvGrpSpPr>
          <p:grpSpPr bwMode="auto">
            <a:xfrm>
              <a:off x="2765" y="2526"/>
              <a:ext cx="523" cy="469"/>
              <a:chOff x="1081" y="4248"/>
              <a:chExt cx="719" cy="624"/>
            </a:xfrm>
          </p:grpSpPr>
          <p:sp>
            <p:nvSpPr>
              <p:cNvPr id="10254" name="Line 6">
                <a:extLst>
                  <a:ext uri="{FF2B5EF4-FFF2-40B4-BE49-F238E27FC236}">
                    <a16:creationId xmlns:a16="http://schemas.microsoft.com/office/drawing/2014/main" id="{96D2F46B-07B9-4FB0-9D18-66914AEEE1A0}"/>
                  </a:ext>
                </a:extLst>
              </p:cNvPr>
              <p:cNvSpPr>
                <a:spLocks noChangeShapeType="1"/>
              </p:cNvSpPr>
              <p:nvPr/>
            </p:nvSpPr>
            <p:spPr bwMode="auto">
              <a:xfrm flipV="1">
                <a:off x="1439" y="4248"/>
                <a:ext cx="1" cy="312"/>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55" name="Text Box 7">
                <a:extLst>
                  <a:ext uri="{FF2B5EF4-FFF2-40B4-BE49-F238E27FC236}">
                    <a16:creationId xmlns:a16="http://schemas.microsoft.com/office/drawing/2014/main" id="{6D83D5D5-CEA3-40AF-A5FC-50989E5532EA}"/>
                  </a:ext>
                </a:extLst>
              </p:cNvPr>
              <p:cNvSpPr txBox="1">
                <a:spLocks noChangeArrowheads="1"/>
              </p:cNvSpPr>
              <p:nvPr/>
            </p:nvSpPr>
            <p:spPr bwMode="auto">
              <a:xfrm>
                <a:off x="1081" y="4560"/>
                <a:ext cx="719" cy="312"/>
              </a:xfrm>
              <a:prstGeom prst="rect">
                <a:avLst/>
              </a:prstGeom>
              <a:solidFill>
                <a:srgbClr val="FFFFFF"/>
              </a:solidFill>
              <a:ln w="9525" algn="ctr">
                <a:solidFill>
                  <a:srgbClr val="FFFFFF"/>
                </a:solidFill>
                <a:miter lim="800000"/>
                <a:headEnd/>
                <a:tailEnd/>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000" b="1">
                    <a:latin typeface="Times New Roman" panose="02020603050405020304" pitchFamily="18" charset="0"/>
                  </a:rPr>
                  <a:t>代理商</a:t>
                </a:r>
                <a:endParaRPr lang="zh-CN" altLang="en-US" sz="2000" b="1"/>
              </a:p>
            </p:txBody>
          </p:sp>
        </p:grpSp>
        <p:pic>
          <p:nvPicPr>
            <p:cNvPr id="10247" name="Picture 8">
              <a:extLst>
                <a:ext uri="{FF2B5EF4-FFF2-40B4-BE49-F238E27FC236}">
                  <a16:creationId xmlns:a16="http://schemas.microsoft.com/office/drawing/2014/main" id="{47E0FB6A-7FB0-45A4-AAC2-B6E5D07AC1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51" y="1253"/>
              <a:ext cx="2033" cy="2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0248" name="Group 9">
              <a:extLst>
                <a:ext uri="{FF2B5EF4-FFF2-40B4-BE49-F238E27FC236}">
                  <a16:creationId xmlns:a16="http://schemas.microsoft.com/office/drawing/2014/main" id="{3C2C6F62-0C3A-4940-8F48-AC44DBD9854A}"/>
                </a:ext>
              </a:extLst>
            </p:cNvPr>
            <p:cNvGrpSpPr>
              <a:grpSpLocks/>
            </p:cNvGrpSpPr>
            <p:nvPr/>
          </p:nvGrpSpPr>
          <p:grpSpPr bwMode="auto">
            <a:xfrm>
              <a:off x="3262" y="3331"/>
              <a:ext cx="654" cy="235"/>
              <a:chOff x="3060" y="5808"/>
              <a:chExt cx="900" cy="312"/>
            </a:xfrm>
          </p:grpSpPr>
          <p:sp>
            <p:nvSpPr>
              <p:cNvPr id="10252" name="Text Box 10">
                <a:extLst>
                  <a:ext uri="{FF2B5EF4-FFF2-40B4-BE49-F238E27FC236}">
                    <a16:creationId xmlns:a16="http://schemas.microsoft.com/office/drawing/2014/main" id="{749C953C-501D-4E8F-849D-DDBC96D54600}"/>
                  </a:ext>
                </a:extLst>
              </p:cNvPr>
              <p:cNvSpPr txBox="1">
                <a:spLocks noChangeArrowheads="1"/>
              </p:cNvSpPr>
              <p:nvPr/>
            </p:nvSpPr>
            <p:spPr bwMode="auto">
              <a:xfrm>
                <a:off x="3060" y="5808"/>
                <a:ext cx="463" cy="312"/>
              </a:xfrm>
              <a:prstGeom prst="rect">
                <a:avLst/>
              </a:prstGeom>
              <a:solidFill>
                <a:srgbClr val="FFFFFF"/>
              </a:solidFill>
              <a:ln w="9525" algn="ctr">
                <a:solidFill>
                  <a:srgbClr val="FFFFFF"/>
                </a:solidFill>
                <a:miter lim="800000"/>
                <a:headEnd/>
                <a:tailEnd/>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000" b="1">
                    <a:latin typeface="Times New Roman" panose="02020603050405020304" pitchFamily="18" charset="0"/>
                  </a:rPr>
                  <a:t>日期</a:t>
                </a:r>
                <a:endParaRPr lang="zh-CN" altLang="en-US" sz="2000" b="1"/>
              </a:p>
            </p:txBody>
          </p:sp>
          <p:sp>
            <p:nvSpPr>
              <p:cNvPr id="10253" name="Line 11">
                <a:extLst>
                  <a:ext uri="{FF2B5EF4-FFF2-40B4-BE49-F238E27FC236}">
                    <a16:creationId xmlns:a16="http://schemas.microsoft.com/office/drawing/2014/main" id="{C2FACABC-9C88-4692-AE7D-F2BF98E000AA}"/>
                  </a:ext>
                </a:extLst>
              </p:cNvPr>
              <p:cNvSpPr>
                <a:spLocks noChangeShapeType="1"/>
              </p:cNvSpPr>
              <p:nvPr/>
            </p:nvSpPr>
            <p:spPr bwMode="auto">
              <a:xfrm>
                <a:off x="3600" y="5964"/>
                <a:ext cx="360"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0249" name="Group 13">
              <a:extLst>
                <a:ext uri="{FF2B5EF4-FFF2-40B4-BE49-F238E27FC236}">
                  <a16:creationId xmlns:a16="http://schemas.microsoft.com/office/drawing/2014/main" id="{1978CC3D-127A-4D69-B3F5-8465443DF0CD}"/>
                </a:ext>
              </a:extLst>
            </p:cNvPr>
            <p:cNvGrpSpPr>
              <a:grpSpLocks/>
            </p:cNvGrpSpPr>
            <p:nvPr/>
          </p:nvGrpSpPr>
          <p:grpSpPr bwMode="auto">
            <a:xfrm>
              <a:off x="2942" y="1399"/>
              <a:ext cx="392" cy="353"/>
              <a:chOff x="2160" y="2220"/>
              <a:chExt cx="540" cy="468"/>
            </a:xfrm>
          </p:grpSpPr>
          <p:sp>
            <p:nvSpPr>
              <p:cNvPr id="10250" name="Line 14">
                <a:extLst>
                  <a:ext uri="{FF2B5EF4-FFF2-40B4-BE49-F238E27FC236}">
                    <a16:creationId xmlns:a16="http://schemas.microsoft.com/office/drawing/2014/main" id="{B82A352C-7ADC-45BF-B7BC-55CBB8F3671D}"/>
                  </a:ext>
                </a:extLst>
              </p:cNvPr>
              <p:cNvSpPr>
                <a:spLocks noChangeShapeType="1"/>
              </p:cNvSpPr>
              <p:nvPr/>
            </p:nvSpPr>
            <p:spPr bwMode="auto">
              <a:xfrm flipV="1">
                <a:off x="2520" y="2220"/>
                <a:ext cx="180" cy="156"/>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0251" name="Text Box 15">
                <a:extLst>
                  <a:ext uri="{FF2B5EF4-FFF2-40B4-BE49-F238E27FC236}">
                    <a16:creationId xmlns:a16="http://schemas.microsoft.com/office/drawing/2014/main" id="{5F189A63-B8D7-4501-A610-96D8E3DEB0BE}"/>
                  </a:ext>
                </a:extLst>
              </p:cNvPr>
              <p:cNvSpPr txBox="1">
                <a:spLocks noChangeArrowheads="1"/>
              </p:cNvSpPr>
              <p:nvPr/>
            </p:nvSpPr>
            <p:spPr bwMode="auto">
              <a:xfrm>
                <a:off x="2160" y="2376"/>
                <a:ext cx="540" cy="312"/>
              </a:xfrm>
              <a:prstGeom prst="rect">
                <a:avLst/>
              </a:prstGeom>
              <a:solidFill>
                <a:srgbClr val="FFFFFF"/>
              </a:solidFill>
              <a:ln w="9525" algn="ctr">
                <a:solidFill>
                  <a:srgbClr val="FFFFFF"/>
                </a:solidFill>
                <a:miter lim="800000"/>
                <a:headEnd/>
                <a:tailEnd/>
              </a:ln>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zh-CN" altLang="en-US" sz="2000" b="1">
                    <a:latin typeface="Times New Roman" panose="02020603050405020304" pitchFamily="18" charset="0"/>
                  </a:rPr>
                  <a:t>汽车</a:t>
                </a:r>
                <a:endParaRPr lang="zh-CN" altLang="en-US" sz="2000" b="1"/>
              </a:p>
            </p:txBody>
          </p:sp>
        </p:gr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a:extLst>
              <a:ext uri="{FF2B5EF4-FFF2-40B4-BE49-F238E27FC236}">
                <a16:creationId xmlns:a16="http://schemas.microsoft.com/office/drawing/2014/main" id="{CA74BF3E-9683-4DA8-8DCB-88D7301B6FDC}"/>
              </a:ext>
            </a:extLst>
          </p:cNvPr>
          <p:cNvSpPr>
            <a:spLocks noGrp="1"/>
          </p:cNvSpPr>
          <p:nvPr>
            <p:ph type="title"/>
          </p:nvPr>
        </p:nvSpPr>
        <p:spPr>
          <a:xfrm>
            <a:off x="611188" y="-90488"/>
            <a:ext cx="8229600" cy="1143001"/>
          </a:xfrm>
        </p:spPr>
        <p:txBody>
          <a:bodyPr/>
          <a:lstStyle/>
          <a:p>
            <a:pPr>
              <a:defRPr/>
            </a:pPr>
            <a:r>
              <a:rPr lang="zh-CN" altLang="en-US" b="1" dirty="0">
                <a:solidFill>
                  <a:srgbClr val="C00000"/>
                </a:solidFill>
                <a:effectLst>
                  <a:outerShdw blurRad="38100" dist="38100" dir="2700000" algn="tl">
                    <a:srgbClr val="000000">
                      <a:alpha val="43137"/>
                    </a:srgbClr>
                  </a:outerShdw>
                </a:effectLst>
              </a:rPr>
              <a:t>                         视图的格结构</a:t>
            </a:r>
          </a:p>
        </p:txBody>
      </p:sp>
      <p:sp>
        <p:nvSpPr>
          <p:cNvPr id="18435" name="灯片编号占位符 3">
            <a:extLst>
              <a:ext uri="{FF2B5EF4-FFF2-40B4-BE49-F238E27FC236}">
                <a16:creationId xmlns:a16="http://schemas.microsoft.com/office/drawing/2014/main" id="{0CC2A8FF-B912-493E-AEB4-7A93EDE1ED6C}"/>
              </a:ext>
            </a:extLst>
          </p:cNvPr>
          <p:cNvSpPr>
            <a:spLocks noGrp="1"/>
          </p:cNvSpPr>
          <p:nvPr>
            <p:ph type="sldNum" sz="quarter" idx="12"/>
          </p:nvPr>
        </p:nvSpPr>
        <p:spPr>
          <a:xfrm>
            <a:off x="6553200" y="5969000"/>
            <a:ext cx="2133600" cy="365125"/>
          </a:xfrm>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10AE4F1-EA47-4A77-812D-E87DDD519020}" type="slidenum">
              <a:rPr lang="en-US" altLang="zh-CN">
                <a:solidFill>
                  <a:srgbClr val="898989"/>
                </a:solidFill>
              </a:rPr>
              <a:pPr eaLnBrk="1" hangingPunct="1"/>
              <a:t>10</a:t>
            </a:fld>
            <a:endParaRPr lang="en-US" altLang="zh-CN">
              <a:solidFill>
                <a:srgbClr val="898989"/>
              </a:solidFill>
            </a:endParaRPr>
          </a:p>
        </p:txBody>
      </p:sp>
      <p:sp>
        <p:nvSpPr>
          <p:cNvPr id="11268" name="Rectangle 4">
            <a:extLst>
              <a:ext uri="{FF2B5EF4-FFF2-40B4-BE49-F238E27FC236}">
                <a16:creationId xmlns:a16="http://schemas.microsoft.com/office/drawing/2014/main" id="{2FB3A105-AC63-4338-88BC-81342E7ACDEE}"/>
              </a:ext>
            </a:extLst>
          </p:cNvPr>
          <p:cNvSpPr>
            <a:spLocks noChangeArrowheads="1"/>
          </p:cNvSpPr>
          <p:nvPr/>
        </p:nvSpPr>
        <p:spPr bwMode="auto">
          <a:xfrm>
            <a:off x="0" y="-387350"/>
            <a:ext cx="9144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1269" name="TextBox 13">
            <a:extLst>
              <a:ext uri="{FF2B5EF4-FFF2-40B4-BE49-F238E27FC236}">
                <a16:creationId xmlns:a16="http://schemas.microsoft.com/office/drawing/2014/main" id="{31AF062B-614A-4F4F-BBF3-33AC6B8ED868}"/>
              </a:ext>
            </a:extLst>
          </p:cNvPr>
          <p:cNvSpPr txBox="1">
            <a:spLocks noChangeArrowheads="1"/>
          </p:cNvSpPr>
          <p:nvPr/>
        </p:nvSpPr>
        <p:spPr bwMode="auto">
          <a:xfrm>
            <a:off x="1428750" y="1398588"/>
            <a:ext cx="911225"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全部</a:t>
            </a:r>
          </a:p>
        </p:txBody>
      </p:sp>
      <p:sp>
        <p:nvSpPr>
          <p:cNvPr id="11270" name="TextBox 14">
            <a:extLst>
              <a:ext uri="{FF2B5EF4-FFF2-40B4-BE49-F238E27FC236}">
                <a16:creationId xmlns:a16="http://schemas.microsoft.com/office/drawing/2014/main" id="{F9FC09BB-D4FF-408C-AFFF-DBC2B2CC27C8}"/>
              </a:ext>
            </a:extLst>
          </p:cNvPr>
          <p:cNvSpPr txBox="1">
            <a:spLocks noChangeArrowheads="1"/>
          </p:cNvSpPr>
          <p:nvPr/>
        </p:nvSpPr>
        <p:spPr bwMode="auto">
          <a:xfrm>
            <a:off x="2868613" y="2255838"/>
            <a:ext cx="4937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年</a:t>
            </a:r>
          </a:p>
        </p:txBody>
      </p:sp>
      <p:sp>
        <p:nvSpPr>
          <p:cNvPr id="11271" name="TextBox 15">
            <a:extLst>
              <a:ext uri="{FF2B5EF4-FFF2-40B4-BE49-F238E27FC236}">
                <a16:creationId xmlns:a16="http://schemas.microsoft.com/office/drawing/2014/main" id="{D468E6A6-631B-44B3-9DD8-E24E3BD9D60A}"/>
              </a:ext>
            </a:extLst>
          </p:cNvPr>
          <p:cNvSpPr txBox="1">
            <a:spLocks noChangeArrowheads="1"/>
          </p:cNvSpPr>
          <p:nvPr/>
        </p:nvSpPr>
        <p:spPr bwMode="auto">
          <a:xfrm>
            <a:off x="2851150" y="3054350"/>
            <a:ext cx="8032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季度</a:t>
            </a:r>
          </a:p>
        </p:txBody>
      </p:sp>
      <p:sp>
        <p:nvSpPr>
          <p:cNvPr id="11272" name="TextBox 16">
            <a:extLst>
              <a:ext uri="{FF2B5EF4-FFF2-40B4-BE49-F238E27FC236}">
                <a16:creationId xmlns:a16="http://schemas.microsoft.com/office/drawing/2014/main" id="{E01919CF-5527-4059-8705-EB6648436216}"/>
              </a:ext>
            </a:extLst>
          </p:cNvPr>
          <p:cNvSpPr txBox="1">
            <a:spLocks noChangeArrowheads="1"/>
          </p:cNvSpPr>
          <p:nvPr/>
        </p:nvSpPr>
        <p:spPr bwMode="auto">
          <a:xfrm>
            <a:off x="2868613" y="3768725"/>
            <a:ext cx="4937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月</a:t>
            </a:r>
          </a:p>
        </p:txBody>
      </p:sp>
      <p:grpSp>
        <p:nvGrpSpPr>
          <p:cNvPr id="2" name="组合 25">
            <a:extLst>
              <a:ext uri="{FF2B5EF4-FFF2-40B4-BE49-F238E27FC236}">
                <a16:creationId xmlns:a16="http://schemas.microsoft.com/office/drawing/2014/main" id="{9C27797F-A095-4FCE-A4D5-E990DDA97FA2}"/>
              </a:ext>
            </a:extLst>
          </p:cNvPr>
          <p:cNvGrpSpPr>
            <a:grpSpLocks/>
          </p:cNvGrpSpPr>
          <p:nvPr/>
        </p:nvGrpSpPr>
        <p:grpSpPr bwMode="auto">
          <a:xfrm>
            <a:off x="928618" y="1839385"/>
            <a:ext cx="1928496" cy="2930258"/>
            <a:chOff x="1643042" y="2928934"/>
            <a:chExt cx="1928826" cy="2930082"/>
          </a:xfrm>
          <a:solidFill>
            <a:schemeClr val="bg1">
              <a:lumMod val="85000"/>
            </a:schemeClr>
          </a:solidFill>
        </p:grpSpPr>
        <p:sp>
          <p:nvSpPr>
            <p:cNvPr id="13" name="任意多边形 12">
              <a:extLst>
                <a:ext uri="{FF2B5EF4-FFF2-40B4-BE49-F238E27FC236}">
                  <a16:creationId xmlns:a16="http://schemas.microsoft.com/office/drawing/2014/main" id="{D143CD67-23A9-450E-BB9A-583D0B7B56FE}"/>
                </a:ext>
              </a:extLst>
            </p:cNvPr>
            <p:cNvSpPr/>
            <p:nvPr/>
          </p:nvSpPr>
          <p:spPr>
            <a:xfrm>
              <a:off x="1714561" y="3000895"/>
              <a:ext cx="1756075" cy="2727161"/>
            </a:xfrm>
            <a:custGeom>
              <a:avLst/>
              <a:gdLst>
                <a:gd name="connsiteX0" fmla="*/ 798286 w 1756229"/>
                <a:gd name="connsiteY0" fmla="*/ 0 h 2728686"/>
                <a:gd name="connsiteX1" fmla="*/ 0 w 1756229"/>
                <a:gd name="connsiteY1" fmla="*/ 1248229 h 2728686"/>
                <a:gd name="connsiteX2" fmla="*/ 812800 w 1756229"/>
                <a:gd name="connsiteY2" fmla="*/ 2728686 h 2728686"/>
                <a:gd name="connsiteX3" fmla="*/ 1756229 w 1756229"/>
                <a:gd name="connsiteY3" fmla="*/ 2032000 h 2728686"/>
                <a:gd name="connsiteX4" fmla="*/ 1741715 w 1756229"/>
                <a:gd name="connsiteY4" fmla="*/ 609600 h 2728686"/>
                <a:gd name="connsiteX5" fmla="*/ 798286 w 1756229"/>
                <a:gd name="connsiteY5" fmla="*/ 0 h 272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56229" h="2728686">
                  <a:moveTo>
                    <a:pt x="798286" y="0"/>
                  </a:moveTo>
                  <a:lnTo>
                    <a:pt x="0" y="1248229"/>
                  </a:lnTo>
                  <a:lnTo>
                    <a:pt x="812800" y="2728686"/>
                  </a:lnTo>
                  <a:lnTo>
                    <a:pt x="1756229" y="2032000"/>
                  </a:lnTo>
                  <a:lnTo>
                    <a:pt x="1741715" y="609600"/>
                  </a:lnTo>
                  <a:lnTo>
                    <a:pt x="798286" y="0"/>
                  </a:lnTo>
                  <a:close/>
                </a:path>
              </a:pathLst>
            </a:custGeom>
            <a:grpFill/>
            <a:ln w="76200"/>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endParaRPr lang="zh-CN" altLang="en-US" dirty="0">
                <a:ln w="76200">
                  <a:solidFill>
                    <a:schemeClr val="accent5">
                      <a:lumMod val="50000"/>
                    </a:schemeClr>
                  </a:solidFill>
                </a:ln>
                <a:solidFill>
                  <a:srgbClr val="FFFFCC"/>
                </a:solidFill>
              </a:endParaRPr>
            </a:p>
          </p:txBody>
        </p:sp>
        <p:sp>
          <p:nvSpPr>
            <p:cNvPr id="18" name="椭圆 17">
              <a:extLst>
                <a:ext uri="{FF2B5EF4-FFF2-40B4-BE49-F238E27FC236}">
                  <a16:creationId xmlns:a16="http://schemas.microsoft.com/office/drawing/2014/main" id="{87BA9900-D676-48C3-9F6D-73B1A6EEE3CA}"/>
                </a:ext>
              </a:extLst>
            </p:cNvPr>
            <p:cNvSpPr/>
            <p:nvPr/>
          </p:nvSpPr>
          <p:spPr>
            <a:xfrm>
              <a:off x="3427767" y="3572360"/>
              <a:ext cx="144487" cy="144454"/>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9" name="椭圆 18">
              <a:extLst>
                <a:ext uri="{FF2B5EF4-FFF2-40B4-BE49-F238E27FC236}">
                  <a16:creationId xmlns:a16="http://schemas.microsoft.com/office/drawing/2014/main" id="{F728EB4C-65B6-4B2F-B4B4-8A6192ED9B4B}"/>
                </a:ext>
              </a:extLst>
            </p:cNvPr>
            <p:cNvSpPr/>
            <p:nvPr/>
          </p:nvSpPr>
          <p:spPr>
            <a:xfrm>
              <a:off x="1643112" y="4215260"/>
              <a:ext cx="144487" cy="142866"/>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0" name="椭圆 19">
              <a:extLst>
                <a:ext uri="{FF2B5EF4-FFF2-40B4-BE49-F238E27FC236}">
                  <a16:creationId xmlns:a16="http://schemas.microsoft.com/office/drawing/2014/main" id="{23D4BD3A-E7DC-49A6-9C59-CD8A5BED04C1}"/>
                </a:ext>
              </a:extLst>
            </p:cNvPr>
            <p:cNvSpPr/>
            <p:nvPr/>
          </p:nvSpPr>
          <p:spPr>
            <a:xfrm>
              <a:off x="3427767" y="4286692"/>
              <a:ext cx="144487" cy="142866"/>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1" name="椭圆 20">
              <a:extLst>
                <a:ext uri="{FF2B5EF4-FFF2-40B4-BE49-F238E27FC236}">
                  <a16:creationId xmlns:a16="http://schemas.microsoft.com/office/drawing/2014/main" id="{EBF50716-D9FC-47CD-9113-38E1421BB6F7}"/>
                </a:ext>
              </a:extLst>
            </p:cNvPr>
            <p:cNvSpPr/>
            <p:nvPr/>
          </p:nvSpPr>
          <p:spPr>
            <a:xfrm>
              <a:off x="3427767" y="4999438"/>
              <a:ext cx="144487" cy="144453"/>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2" name="椭圆 21">
              <a:extLst>
                <a:ext uri="{FF2B5EF4-FFF2-40B4-BE49-F238E27FC236}">
                  <a16:creationId xmlns:a16="http://schemas.microsoft.com/office/drawing/2014/main" id="{BB9FCBAF-6A4C-4C97-90B7-0F44F2417836}"/>
                </a:ext>
              </a:extLst>
            </p:cNvPr>
            <p:cNvSpPr/>
            <p:nvPr/>
          </p:nvSpPr>
          <p:spPr>
            <a:xfrm>
              <a:off x="2500509" y="5713770"/>
              <a:ext cx="144487" cy="149216"/>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23" name="椭圆 22">
              <a:extLst>
                <a:ext uri="{FF2B5EF4-FFF2-40B4-BE49-F238E27FC236}">
                  <a16:creationId xmlns:a16="http://schemas.microsoft.com/office/drawing/2014/main" id="{85A7E7B1-3514-4B5F-95B1-5325033CF41E}"/>
                </a:ext>
              </a:extLst>
            </p:cNvPr>
            <p:cNvSpPr/>
            <p:nvPr/>
          </p:nvSpPr>
          <p:spPr>
            <a:xfrm>
              <a:off x="2429058" y="2929462"/>
              <a:ext cx="144488" cy="144453"/>
            </a:xfrm>
            <a:prstGeom prst="ellipse">
              <a:avLst/>
            </a:prstGeom>
            <a:grp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11274" name="TextBox 23">
            <a:extLst>
              <a:ext uri="{FF2B5EF4-FFF2-40B4-BE49-F238E27FC236}">
                <a16:creationId xmlns:a16="http://schemas.microsoft.com/office/drawing/2014/main" id="{33819CD9-D26D-447F-93DD-E819795F1460}"/>
              </a:ext>
            </a:extLst>
          </p:cNvPr>
          <p:cNvSpPr txBox="1">
            <a:spLocks noChangeArrowheads="1"/>
          </p:cNvSpPr>
          <p:nvPr/>
        </p:nvSpPr>
        <p:spPr bwMode="auto">
          <a:xfrm>
            <a:off x="500063" y="2982913"/>
            <a:ext cx="4937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周</a:t>
            </a:r>
          </a:p>
        </p:txBody>
      </p:sp>
      <p:sp>
        <p:nvSpPr>
          <p:cNvPr id="11275" name="TextBox 24">
            <a:extLst>
              <a:ext uri="{FF2B5EF4-FFF2-40B4-BE49-F238E27FC236}">
                <a16:creationId xmlns:a16="http://schemas.microsoft.com/office/drawing/2014/main" id="{1C6FD1F1-B052-4A88-A0B5-8D3E061CE7D1}"/>
              </a:ext>
            </a:extLst>
          </p:cNvPr>
          <p:cNvSpPr txBox="1">
            <a:spLocks noChangeArrowheads="1"/>
          </p:cNvSpPr>
          <p:nvPr/>
        </p:nvSpPr>
        <p:spPr bwMode="auto">
          <a:xfrm>
            <a:off x="1643063" y="4768850"/>
            <a:ext cx="493712"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天</a:t>
            </a:r>
          </a:p>
        </p:txBody>
      </p:sp>
      <p:sp>
        <p:nvSpPr>
          <p:cNvPr id="11276" name="TextBox 40">
            <a:extLst>
              <a:ext uri="{FF2B5EF4-FFF2-40B4-BE49-F238E27FC236}">
                <a16:creationId xmlns:a16="http://schemas.microsoft.com/office/drawing/2014/main" id="{94E01521-132C-45E1-B0B2-776EB9652C7F}"/>
              </a:ext>
            </a:extLst>
          </p:cNvPr>
          <p:cNvSpPr txBox="1">
            <a:spLocks noChangeArrowheads="1"/>
          </p:cNvSpPr>
          <p:nvPr/>
        </p:nvSpPr>
        <p:spPr bwMode="auto">
          <a:xfrm>
            <a:off x="1214438" y="5399088"/>
            <a:ext cx="172243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时间维的格</a:t>
            </a:r>
          </a:p>
        </p:txBody>
      </p:sp>
      <p:grpSp>
        <p:nvGrpSpPr>
          <p:cNvPr id="3" name="组合 67">
            <a:extLst>
              <a:ext uri="{FF2B5EF4-FFF2-40B4-BE49-F238E27FC236}">
                <a16:creationId xmlns:a16="http://schemas.microsoft.com/office/drawing/2014/main" id="{C77DB868-E5D7-411B-88B8-7C4671B47CEC}"/>
              </a:ext>
            </a:extLst>
          </p:cNvPr>
          <p:cNvGrpSpPr>
            <a:grpSpLocks/>
          </p:cNvGrpSpPr>
          <p:nvPr/>
        </p:nvGrpSpPr>
        <p:grpSpPr bwMode="auto">
          <a:xfrm>
            <a:off x="3857625" y="1470025"/>
            <a:ext cx="1731963" cy="4391025"/>
            <a:chOff x="3857620" y="1857364"/>
            <a:chExt cx="1731564" cy="4390755"/>
          </a:xfrm>
        </p:grpSpPr>
        <p:grpSp>
          <p:nvGrpSpPr>
            <p:cNvPr id="11293" name="组合 39">
              <a:extLst>
                <a:ext uri="{FF2B5EF4-FFF2-40B4-BE49-F238E27FC236}">
                  <a16:creationId xmlns:a16="http://schemas.microsoft.com/office/drawing/2014/main" id="{4B4D32AA-EC0B-43F9-B054-B6D81382DDC1}"/>
                </a:ext>
              </a:extLst>
            </p:cNvPr>
            <p:cNvGrpSpPr>
              <a:grpSpLocks/>
            </p:cNvGrpSpPr>
            <p:nvPr/>
          </p:nvGrpSpPr>
          <p:grpSpPr bwMode="auto">
            <a:xfrm>
              <a:off x="4071934" y="1857364"/>
              <a:ext cx="1374744" cy="3688489"/>
              <a:chOff x="4071934" y="2130974"/>
              <a:chExt cx="1374744" cy="3688489"/>
            </a:xfrm>
          </p:grpSpPr>
          <p:grpSp>
            <p:nvGrpSpPr>
              <p:cNvPr id="11295" name="组合 34">
                <a:extLst>
                  <a:ext uri="{FF2B5EF4-FFF2-40B4-BE49-F238E27FC236}">
                    <a16:creationId xmlns:a16="http://schemas.microsoft.com/office/drawing/2014/main" id="{9375612A-9B17-4322-8278-EA776BADB1C8}"/>
                  </a:ext>
                </a:extLst>
              </p:cNvPr>
              <p:cNvGrpSpPr>
                <a:grpSpLocks/>
              </p:cNvGrpSpPr>
              <p:nvPr/>
            </p:nvGrpSpPr>
            <p:grpSpPr bwMode="auto">
              <a:xfrm>
                <a:off x="4429124" y="2571744"/>
                <a:ext cx="142876" cy="2714644"/>
                <a:chOff x="5072066" y="2786058"/>
                <a:chExt cx="142876" cy="2714644"/>
              </a:xfrm>
            </p:grpSpPr>
            <p:cxnSp>
              <p:nvCxnSpPr>
                <p:cNvPr id="29" name="直接连接符 28">
                  <a:extLst>
                    <a:ext uri="{FF2B5EF4-FFF2-40B4-BE49-F238E27FC236}">
                      <a16:creationId xmlns:a16="http://schemas.microsoft.com/office/drawing/2014/main" id="{B692D608-4815-4738-AF14-40727764D744}"/>
                    </a:ext>
                  </a:extLst>
                </p:cNvPr>
                <p:cNvCxnSpPr>
                  <a:endCxn id="33" idx="4"/>
                </p:cNvCxnSpPr>
                <p:nvPr/>
              </p:nvCxnSpPr>
              <p:spPr>
                <a:xfrm rot="5400000">
                  <a:off x="3860731" y="4212073"/>
                  <a:ext cx="2566830" cy="1587"/>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0" name="椭圆 29">
                  <a:extLst>
                    <a:ext uri="{FF2B5EF4-FFF2-40B4-BE49-F238E27FC236}">
                      <a16:creationId xmlns:a16="http://schemas.microsoft.com/office/drawing/2014/main" id="{FBD8BFA6-2AE8-4FD2-8F68-CAC8203B7188}"/>
                    </a:ext>
                  </a:extLst>
                </p:cNvPr>
                <p:cNvSpPr/>
                <p:nvPr/>
              </p:nvSpPr>
              <p:spPr>
                <a:xfrm>
                  <a:off x="5071931" y="2786586"/>
                  <a:ext cx="142842" cy="1428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1" name="椭圆 30">
                  <a:extLst>
                    <a:ext uri="{FF2B5EF4-FFF2-40B4-BE49-F238E27FC236}">
                      <a16:creationId xmlns:a16="http://schemas.microsoft.com/office/drawing/2014/main" id="{C16781E7-AED3-4F51-BAD2-FBF09C8C863C}"/>
                    </a:ext>
                  </a:extLst>
                </p:cNvPr>
                <p:cNvSpPr/>
                <p:nvPr/>
              </p:nvSpPr>
              <p:spPr>
                <a:xfrm>
                  <a:off x="5071931" y="3643783"/>
                  <a:ext cx="142842" cy="1428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2" name="椭圆 31">
                  <a:extLst>
                    <a:ext uri="{FF2B5EF4-FFF2-40B4-BE49-F238E27FC236}">
                      <a16:creationId xmlns:a16="http://schemas.microsoft.com/office/drawing/2014/main" id="{585BCFAE-781B-4D32-BC68-C929567463C9}"/>
                    </a:ext>
                  </a:extLst>
                </p:cNvPr>
                <p:cNvSpPr/>
                <p:nvPr/>
              </p:nvSpPr>
              <p:spPr>
                <a:xfrm>
                  <a:off x="5071931" y="4499394"/>
                  <a:ext cx="142842" cy="1428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3" name="椭圆 32">
                  <a:extLst>
                    <a:ext uri="{FF2B5EF4-FFF2-40B4-BE49-F238E27FC236}">
                      <a16:creationId xmlns:a16="http://schemas.microsoft.com/office/drawing/2014/main" id="{93061C00-BB98-468B-AEFF-66825AC512FB}"/>
                    </a:ext>
                  </a:extLst>
                </p:cNvPr>
                <p:cNvSpPr/>
                <p:nvPr/>
              </p:nvSpPr>
              <p:spPr>
                <a:xfrm>
                  <a:off x="5071931" y="5353416"/>
                  <a:ext cx="142842" cy="142866"/>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11296" name="TextBox 35">
                <a:extLst>
                  <a:ext uri="{FF2B5EF4-FFF2-40B4-BE49-F238E27FC236}">
                    <a16:creationId xmlns:a16="http://schemas.microsoft.com/office/drawing/2014/main" id="{1F253ACE-A1AC-4C3D-BA79-72F8DE274593}"/>
                  </a:ext>
                </a:extLst>
              </p:cNvPr>
              <p:cNvSpPr txBox="1">
                <a:spLocks noChangeArrowheads="1"/>
              </p:cNvSpPr>
              <p:nvPr/>
            </p:nvSpPr>
            <p:spPr bwMode="auto">
              <a:xfrm>
                <a:off x="4211421" y="2130974"/>
                <a:ext cx="803240" cy="46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全部</a:t>
                </a:r>
              </a:p>
            </p:txBody>
          </p:sp>
          <p:sp>
            <p:nvSpPr>
              <p:cNvPr id="11297" name="TextBox 36">
                <a:extLst>
                  <a:ext uri="{FF2B5EF4-FFF2-40B4-BE49-F238E27FC236}">
                    <a16:creationId xmlns:a16="http://schemas.microsoft.com/office/drawing/2014/main" id="{908957FE-12AB-427F-B8D7-527A27D5C13D}"/>
                  </a:ext>
                </a:extLst>
              </p:cNvPr>
              <p:cNvSpPr txBox="1">
                <a:spLocks noChangeArrowheads="1"/>
              </p:cNvSpPr>
              <p:nvPr/>
            </p:nvSpPr>
            <p:spPr bwMode="auto">
              <a:xfrm>
                <a:off x="4643438" y="3286124"/>
                <a:ext cx="493932" cy="46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省</a:t>
                </a:r>
              </a:p>
            </p:txBody>
          </p:sp>
          <p:sp>
            <p:nvSpPr>
              <p:cNvPr id="11298" name="TextBox 37">
                <a:extLst>
                  <a:ext uri="{FF2B5EF4-FFF2-40B4-BE49-F238E27FC236}">
                    <a16:creationId xmlns:a16="http://schemas.microsoft.com/office/drawing/2014/main" id="{081B5E3B-AD00-4E1B-98A9-24814F50C5BE}"/>
                  </a:ext>
                </a:extLst>
              </p:cNvPr>
              <p:cNvSpPr txBox="1">
                <a:spLocks noChangeArrowheads="1"/>
              </p:cNvSpPr>
              <p:nvPr/>
            </p:nvSpPr>
            <p:spPr bwMode="auto">
              <a:xfrm>
                <a:off x="4643438" y="4143380"/>
                <a:ext cx="803240" cy="46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城市</a:t>
                </a:r>
              </a:p>
            </p:txBody>
          </p:sp>
          <p:sp>
            <p:nvSpPr>
              <p:cNvPr id="11299" name="TextBox 38">
                <a:extLst>
                  <a:ext uri="{FF2B5EF4-FFF2-40B4-BE49-F238E27FC236}">
                    <a16:creationId xmlns:a16="http://schemas.microsoft.com/office/drawing/2014/main" id="{3DD707D7-15E4-44D7-9330-18D8035F0F21}"/>
                  </a:ext>
                </a:extLst>
              </p:cNvPr>
              <p:cNvSpPr txBox="1">
                <a:spLocks noChangeArrowheads="1"/>
              </p:cNvSpPr>
              <p:nvPr/>
            </p:nvSpPr>
            <p:spPr bwMode="auto">
              <a:xfrm>
                <a:off x="4071934" y="5357826"/>
                <a:ext cx="1112548" cy="461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代理商</a:t>
                </a:r>
              </a:p>
            </p:txBody>
          </p:sp>
        </p:grpSp>
        <p:sp>
          <p:nvSpPr>
            <p:cNvPr id="11294" name="TextBox 41">
              <a:extLst>
                <a:ext uri="{FF2B5EF4-FFF2-40B4-BE49-F238E27FC236}">
                  <a16:creationId xmlns:a16="http://schemas.microsoft.com/office/drawing/2014/main" id="{122D49D7-277C-44D6-A453-71FBDB467DA0}"/>
                </a:ext>
              </a:extLst>
            </p:cNvPr>
            <p:cNvSpPr txBox="1">
              <a:spLocks noChangeArrowheads="1"/>
            </p:cNvSpPr>
            <p:nvPr/>
          </p:nvSpPr>
          <p:spPr bwMode="auto">
            <a:xfrm>
              <a:off x="3857620" y="5786454"/>
              <a:ext cx="17315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地区维的格</a:t>
              </a:r>
            </a:p>
          </p:txBody>
        </p:sp>
      </p:grpSp>
      <p:grpSp>
        <p:nvGrpSpPr>
          <p:cNvPr id="6" name="组合 68">
            <a:extLst>
              <a:ext uri="{FF2B5EF4-FFF2-40B4-BE49-F238E27FC236}">
                <a16:creationId xmlns:a16="http://schemas.microsoft.com/office/drawing/2014/main" id="{37A4631E-965B-46DB-8CA8-A5D88C650DB4}"/>
              </a:ext>
            </a:extLst>
          </p:cNvPr>
          <p:cNvGrpSpPr>
            <a:grpSpLocks/>
          </p:cNvGrpSpPr>
          <p:nvPr/>
        </p:nvGrpSpPr>
        <p:grpSpPr bwMode="auto">
          <a:xfrm>
            <a:off x="6194425" y="1255713"/>
            <a:ext cx="2020888" cy="4605337"/>
            <a:chOff x="6194200" y="1643050"/>
            <a:chExt cx="2021138" cy="4605069"/>
          </a:xfrm>
        </p:grpSpPr>
        <p:grpSp>
          <p:nvGrpSpPr>
            <p:cNvPr id="11279" name="组合 64">
              <a:extLst>
                <a:ext uri="{FF2B5EF4-FFF2-40B4-BE49-F238E27FC236}">
                  <a16:creationId xmlns:a16="http://schemas.microsoft.com/office/drawing/2014/main" id="{936B995D-9337-4AC2-9747-C7528AB08013}"/>
                </a:ext>
              </a:extLst>
            </p:cNvPr>
            <p:cNvGrpSpPr>
              <a:grpSpLocks/>
            </p:cNvGrpSpPr>
            <p:nvPr/>
          </p:nvGrpSpPr>
          <p:grpSpPr bwMode="auto">
            <a:xfrm>
              <a:off x="6194200" y="1643050"/>
              <a:ext cx="2021138" cy="3643338"/>
              <a:chOff x="6337076" y="714356"/>
              <a:chExt cx="2021138" cy="4143404"/>
            </a:xfrm>
          </p:grpSpPr>
          <p:sp>
            <p:nvSpPr>
              <p:cNvPr id="61" name="任意多边形 60">
                <a:extLst>
                  <a:ext uri="{FF2B5EF4-FFF2-40B4-BE49-F238E27FC236}">
                    <a16:creationId xmlns:a16="http://schemas.microsoft.com/office/drawing/2014/main" id="{40B04DFC-19CB-4E53-AA36-4C7CC87EACB9}"/>
                  </a:ext>
                </a:extLst>
              </p:cNvPr>
              <p:cNvSpPr/>
              <p:nvPr/>
            </p:nvSpPr>
            <p:spPr>
              <a:xfrm>
                <a:off x="6354541" y="2301203"/>
                <a:ext cx="2003673" cy="1770987"/>
              </a:xfrm>
              <a:custGeom>
                <a:avLst/>
                <a:gdLst>
                  <a:gd name="connsiteX0" fmla="*/ 1553028 w 2002971"/>
                  <a:gd name="connsiteY0" fmla="*/ 0 h 1770743"/>
                  <a:gd name="connsiteX1" fmla="*/ 362857 w 2002971"/>
                  <a:gd name="connsiteY1" fmla="*/ 754743 h 1770743"/>
                  <a:gd name="connsiteX2" fmla="*/ 0 w 2002971"/>
                  <a:gd name="connsiteY2" fmla="*/ 1770743 h 1770743"/>
                  <a:gd name="connsiteX3" fmla="*/ 914400 w 2002971"/>
                  <a:gd name="connsiteY3" fmla="*/ 1524000 h 1770743"/>
                  <a:gd name="connsiteX4" fmla="*/ 2002971 w 2002971"/>
                  <a:gd name="connsiteY4" fmla="*/ 522514 h 1770743"/>
                  <a:gd name="connsiteX5" fmla="*/ 1553028 w 2002971"/>
                  <a:gd name="connsiteY5" fmla="*/ 0 h 1770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2971" h="1770743">
                    <a:moveTo>
                      <a:pt x="1553028" y="0"/>
                    </a:moveTo>
                    <a:lnTo>
                      <a:pt x="362857" y="754743"/>
                    </a:lnTo>
                    <a:lnTo>
                      <a:pt x="0" y="1770743"/>
                    </a:lnTo>
                    <a:lnTo>
                      <a:pt x="914400" y="1524000"/>
                    </a:lnTo>
                    <a:lnTo>
                      <a:pt x="2002971" y="522514"/>
                    </a:lnTo>
                    <a:lnTo>
                      <a:pt x="1553028" y="0"/>
                    </a:lnTo>
                    <a:close/>
                  </a:path>
                </a:pathLst>
              </a:custGeom>
              <a:solidFill>
                <a:schemeClr val="accent1">
                  <a:alpha val="10000"/>
                </a:schemeClr>
              </a:solidFill>
              <a:ln w="349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1282" name="组合 63">
                <a:extLst>
                  <a:ext uri="{FF2B5EF4-FFF2-40B4-BE49-F238E27FC236}">
                    <a16:creationId xmlns:a16="http://schemas.microsoft.com/office/drawing/2014/main" id="{52C415AE-2611-409D-83BA-5896B6A8B3A2}"/>
                  </a:ext>
                </a:extLst>
              </p:cNvPr>
              <p:cNvGrpSpPr>
                <a:grpSpLocks/>
              </p:cNvGrpSpPr>
              <p:nvPr/>
            </p:nvGrpSpPr>
            <p:grpSpPr bwMode="auto">
              <a:xfrm>
                <a:off x="6337076" y="714356"/>
                <a:ext cx="2021138" cy="4143404"/>
                <a:chOff x="6337076" y="642918"/>
                <a:chExt cx="2021138" cy="4143404"/>
              </a:xfrm>
            </p:grpSpPr>
            <p:cxnSp>
              <p:nvCxnSpPr>
                <p:cNvPr id="55" name="直接连接符 54">
                  <a:extLst>
                    <a:ext uri="{FF2B5EF4-FFF2-40B4-BE49-F238E27FC236}">
                      <a16:creationId xmlns:a16="http://schemas.microsoft.com/office/drawing/2014/main" id="{9C22C85D-78B2-4186-9B58-D19EBB6E80A8}"/>
                    </a:ext>
                  </a:extLst>
                </p:cNvPr>
                <p:cNvCxnSpPr/>
                <p:nvPr/>
              </p:nvCxnSpPr>
              <p:spPr>
                <a:xfrm>
                  <a:off x="6694308" y="1428217"/>
                  <a:ext cx="20640" cy="2357705"/>
                </a:xfrm>
                <a:prstGeom prst="line">
                  <a:avLst/>
                </a:prstGeom>
                <a:ln w="38100"/>
              </p:spPr>
              <p:style>
                <a:lnRef idx="1">
                  <a:schemeClr val="accent1"/>
                </a:lnRef>
                <a:fillRef idx="0">
                  <a:schemeClr val="accent1"/>
                </a:fillRef>
                <a:effectRef idx="0">
                  <a:schemeClr val="accent1"/>
                </a:effectRef>
                <a:fontRef idx="minor">
                  <a:schemeClr val="tx1"/>
                </a:fontRef>
              </p:style>
            </p:cxnSp>
            <p:grpSp>
              <p:nvGrpSpPr>
                <p:cNvPr id="11284" name="组合 62">
                  <a:extLst>
                    <a:ext uri="{FF2B5EF4-FFF2-40B4-BE49-F238E27FC236}">
                      <a16:creationId xmlns:a16="http://schemas.microsoft.com/office/drawing/2014/main" id="{B9DD1B58-1E79-4F0F-AAC0-0811BDAC5138}"/>
                    </a:ext>
                  </a:extLst>
                </p:cNvPr>
                <p:cNvGrpSpPr>
                  <a:grpSpLocks/>
                </p:cNvGrpSpPr>
                <p:nvPr/>
              </p:nvGrpSpPr>
              <p:grpSpPr bwMode="auto">
                <a:xfrm>
                  <a:off x="6337076" y="642918"/>
                  <a:ext cx="2021138" cy="4143404"/>
                  <a:chOff x="6337076" y="642918"/>
                  <a:chExt cx="2021138" cy="4143404"/>
                </a:xfrm>
              </p:grpSpPr>
              <p:sp>
                <p:nvSpPr>
                  <p:cNvPr id="59" name="任意多边形 58">
                    <a:extLst>
                      <a:ext uri="{FF2B5EF4-FFF2-40B4-BE49-F238E27FC236}">
                        <a16:creationId xmlns:a16="http://schemas.microsoft.com/office/drawing/2014/main" id="{51967842-0541-48A8-80EF-F16664ED6461}"/>
                      </a:ext>
                    </a:extLst>
                  </p:cNvPr>
                  <p:cNvSpPr/>
                  <p:nvPr/>
                </p:nvSpPr>
                <p:spPr>
                  <a:xfrm>
                    <a:off x="6354541" y="657360"/>
                    <a:ext cx="2003673" cy="1770986"/>
                  </a:xfrm>
                  <a:custGeom>
                    <a:avLst/>
                    <a:gdLst>
                      <a:gd name="connsiteX0" fmla="*/ 1553028 w 2002971"/>
                      <a:gd name="connsiteY0" fmla="*/ 0 h 1770743"/>
                      <a:gd name="connsiteX1" fmla="*/ 362857 w 2002971"/>
                      <a:gd name="connsiteY1" fmla="*/ 754743 h 1770743"/>
                      <a:gd name="connsiteX2" fmla="*/ 0 w 2002971"/>
                      <a:gd name="connsiteY2" fmla="*/ 1770743 h 1770743"/>
                      <a:gd name="connsiteX3" fmla="*/ 914400 w 2002971"/>
                      <a:gd name="connsiteY3" fmla="*/ 1524000 h 1770743"/>
                      <a:gd name="connsiteX4" fmla="*/ 2002971 w 2002971"/>
                      <a:gd name="connsiteY4" fmla="*/ 522514 h 1770743"/>
                      <a:gd name="connsiteX5" fmla="*/ 1553028 w 2002971"/>
                      <a:gd name="connsiteY5" fmla="*/ 0 h 1770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2971" h="1770743">
                        <a:moveTo>
                          <a:pt x="1553028" y="0"/>
                        </a:moveTo>
                        <a:lnTo>
                          <a:pt x="362857" y="754743"/>
                        </a:lnTo>
                        <a:lnTo>
                          <a:pt x="0" y="1770743"/>
                        </a:lnTo>
                        <a:lnTo>
                          <a:pt x="914400" y="1524000"/>
                        </a:lnTo>
                        <a:lnTo>
                          <a:pt x="2002971" y="522514"/>
                        </a:lnTo>
                        <a:lnTo>
                          <a:pt x="1553028" y="0"/>
                        </a:lnTo>
                        <a:close/>
                      </a:path>
                    </a:pathLst>
                  </a:custGeom>
                  <a:solidFill>
                    <a:schemeClr val="bg1">
                      <a:lumMod val="50000"/>
                      <a:alpha val="10000"/>
                    </a:schemeClr>
                  </a:solidFill>
                  <a:ln w="349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0" name="任意多边形 59">
                    <a:extLst>
                      <a:ext uri="{FF2B5EF4-FFF2-40B4-BE49-F238E27FC236}">
                        <a16:creationId xmlns:a16="http://schemas.microsoft.com/office/drawing/2014/main" id="{A173457F-B20E-4D50-A03F-6B654243A952}"/>
                      </a:ext>
                    </a:extLst>
                  </p:cNvPr>
                  <p:cNvSpPr/>
                  <p:nvPr/>
                </p:nvSpPr>
                <p:spPr>
                  <a:xfrm>
                    <a:off x="6354541" y="1500429"/>
                    <a:ext cx="2003673" cy="1770987"/>
                  </a:xfrm>
                  <a:custGeom>
                    <a:avLst/>
                    <a:gdLst>
                      <a:gd name="connsiteX0" fmla="*/ 1553028 w 2002971"/>
                      <a:gd name="connsiteY0" fmla="*/ 0 h 1770743"/>
                      <a:gd name="connsiteX1" fmla="*/ 362857 w 2002971"/>
                      <a:gd name="connsiteY1" fmla="*/ 754743 h 1770743"/>
                      <a:gd name="connsiteX2" fmla="*/ 0 w 2002971"/>
                      <a:gd name="connsiteY2" fmla="*/ 1770743 h 1770743"/>
                      <a:gd name="connsiteX3" fmla="*/ 914400 w 2002971"/>
                      <a:gd name="connsiteY3" fmla="*/ 1524000 h 1770743"/>
                      <a:gd name="connsiteX4" fmla="*/ 2002971 w 2002971"/>
                      <a:gd name="connsiteY4" fmla="*/ 522514 h 1770743"/>
                      <a:gd name="connsiteX5" fmla="*/ 1553028 w 2002971"/>
                      <a:gd name="connsiteY5" fmla="*/ 0 h 1770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2971" h="1770743">
                        <a:moveTo>
                          <a:pt x="1553028" y="0"/>
                        </a:moveTo>
                        <a:lnTo>
                          <a:pt x="362857" y="754743"/>
                        </a:lnTo>
                        <a:lnTo>
                          <a:pt x="0" y="1770743"/>
                        </a:lnTo>
                        <a:lnTo>
                          <a:pt x="914400" y="1524000"/>
                        </a:lnTo>
                        <a:lnTo>
                          <a:pt x="2002971" y="522514"/>
                        </a:lnTo>
                        <a:lnTo>
                          <a:pt x="1553028" y="0"/>
                        </a:lnTo>
                        <a:close/>
                      </a:path>
                    </a:pathLst>
                  </a:custGeom>
                  <a:solidFill>
                    <a:schemeClr val="accent1">
                      <a:alpha val="10000"/>
                    </a:schemeClr>
                  </a:solidFill>
                  <a:ln w="349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cxnSp>
                <p:nvCxnSpPr>
                  <p:cNvPr id="52" name="直接连接符 51">
                    <a:extLst>
                      <a:ext uri="{FF2B5EF4-FFF2-40B4-BE49-F238E27FC236}">
                        <a16:creationId xmlns:a16="http://schemas.microsoft.com/office/drawing/2014/main" id="{7234D200-02C3-441F-8C16-16B35091A6AA}"/>
                      </a:ext>
                    </a:extLst>
                  </p:cNvPr>
                  <p:cNvCxnSpPr/>
                  <p:nvPr/>
                </p:nvCxnSpPr>
                <p:spPr>
                  <a:xfrm>
                    <a:off x="8337573" y="1142982"/>
                    <a:ext cx="20641" cy="235770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2E8CE6D7-BC6C-4F9B-AD5E-1656A8B38EBE}"/>
                      </a:ext>
                    </a:extLst>
                  </p:cNvPr>
                  <p:cNvCxnSpPr/>
                  <p:nvPr/>
                </p:nvCxnSpPr>
                <p:spPr>
                  <a:xfrm>
                    <a:off x="7908895" y="642918"/>
                    <a:ext cx="20641" cy="235770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F0EE9C3C-19CC-4DA3-B7ED-B2E6D4C2DE2B}"/>
                      </a:ext>
                    </a:extLst>
                  </p:cNvPr>
                  <p:cNvCxnSpPr/>
                  <p:nvPr/>
                </p:nvCxnSpPr>
                <p:spPr>
                  <a:xfrm>
                    <a:off x="7766003" y="1715259"/>
                    <a:ext cx="20641" cy="235589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6" name="直接连接符 55">
                    <a:extLst>
                      <a:ext uri="{FF2B5EF4-FFF2-40B4-BE49-F238E27FC236}">
                        <a16:creationId xmlns:a16="http://schemas.microsoft.com/office/drawing/2014/main" id="{9D6547CC-3E45-4313-8737-500A1B336048}"/>
                      </a:ext>
                    </a:extLst>
                  </p:cNvPr>
                  <p:cNvCxnSpPr/>
                  <p:nvPr/>
                </p:nvCxnSpPr>
                <p:spPr>
                  <a:xfrm>
                    <a:off x="6337076" y="2357941"/>
                    <a:ext cx="20641" cy="2355899"/>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CE42A795-47B6-40C0-8377-832CBD53EBA4}"/>
                      </a:ext>
                    </a:extLst>
                  </p:cNvPr>
                  <p:cNvCxnSpPr/>
                  <p:nvPr/>
                </p:nvCxnSpPr>
                <p:spPr>
                  <a:xfrm>
                    <a:off x="7265879" y="2143111"/>
                    <a:ext cx="20640" cy="2357705"/>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62" name="任意多边形 61">
                    <a:extLst>
                      <a:ext uri="{FF2B5EF4-FFF2-40B4-BE49-F238E27FC236}">
                        <a16:creationId xmlns:a16="http://schemas.microsoft.com/office/drawing/2014/main" id="{A2DF8B0F-397A-4E69-A480-DA3668E1FFDD}"/>
                      </a:ext>
                    </a:extLst>
                  </p:cNvPr>
                  <p:cNvSpPr/>
                  <p:nvPr/>
                </p:nvSpPr>
                <p:spPr>
                  <a:xfrm>
                    <a:off x="6354541" y="3015065"/>
                    <a:ext cx="2003673" cy="1770986"/>
                  </a:xfrm>
                  <a:custGeom>
                    <a:avLst/>
                    <a:gdLst>
                      <a:gd name="connsiteX0" fmla="*/ 1553028 w 2002971"/>
                      <a:gd name="connsiteY0" fmla="*/ 0 h 1770743"/>
                      <a:gd name="connsiteX1" fmla="*/ 362857 w 2002971"/>
                      <a:gd name="connsiteY1" fmla="*/ 754743 h 1770743"/>
                      <a:gd name="connsiteX2" fmla="*/ 0 w 2002971"/>
                      <a:gd name="connsiteY2" fmla="*/ 1770743 h 1770743"/>
                      <a:gd name="connsiteX3" fmla="*/ 914400 w 2002971"/>
                      <a:gd name="connsiteY3" fmla="*/ 1524000 h 1770743"/>
                      <a:gd name="connsiteX4" fmla="*/ 2002971 w 2002971"/>
                      <a:gd name="connsiteY4" fmla="*/ 522514 h 1770743"/>
                      <a:gd name="connsiteX5" fmla="*/ 1553028 w 2002971"/>
                      <a:gd name="connsiteY5" fmla="*/ 0 h 1770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002971" h="1770743">
                        <a:moveTo>
                          <a:pt x="1553028" y="0"/>
                        </a:moveTo>
                        <a:lnTo>
                          <a:pt x="362857" y="754743"/>
                        </a:lnTo>
                        <a:lnTo>
                          <a:pt x="0" y="1770743"/>
                        </a:lnTo>
                        <a:lnTo>
                          <a:pt x="914400" y="1524000"/>
                        </a:lnTo>
                        <a:lnTo>
                          <a:pt x="2002971" y="522514"/>
                        </a:lnTo>
                        <a:lnTo>
                          <a:pt x="1553028" y="0"/>
                        </a:lnTo>
                        <a:close/>
                      </a:path>
                    </a:pathLst>
                  </a:custGeom>
                  <a:solidFill>
                    <a:schemeClr val="accent1">
                      <a:alpha val="10000"/>
                    </a:schemeClr>
                  </a:solidFill>
                  <a:ln w="3492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grpSp>
        <p:sp>
          <p:nvSpPr>
            <p:cNvPr id="11280" name="TextBox 65">
              <a:extLst>
                <a:ext uri="{FF2B5EF4-FFF2-40B4-BE49-F238E27FC236}">
                  <a16:creationId xmlns:a16="http://schemas.microsoft.com/office/drawing/2014/main" id="{A6EB8692-7F29-4A44-BE66-C6429DF1CF5A}"/>
                </a:ext>
              </a:extLst>
            </p:cNvPr>
            <p:cNvSpPr txBox="1">
              <a:spLocks noChangeArrowheads="1"/>
            </p:cNvSpPr>
            <p:nvPr/>
          </p:nvSpPr>
          <p:spPr bwMode="auto">
            <a:xfrm>
              <a:off x="6531029" y="5786454"/>
              <a:ext cx="111280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视图格</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a:extLst>
              <a:ext uri="{FF2B5EF4-FFF2-40B4-BE49-F238E27FC236}">
                <a16:creationId xmlns:a16="http://schemas.microsoft.com/office/drawing/2014/main" id="{74E336C5-1090-4FF8-A2EE-22669FD83E87}"/>
              </a:ext>
            </a:extLst>
          </p:cNvPr>
          <p:cNvSpPr>
            <a:spLocks noGrp="1" noChangeArrowheads="1"/>
          </p:cNvSpPr>
          <p:nvPr>
            <p:ph type="title"/>
          </p:nvPr>
        </p:nvSpPr>
        <p:spPr>
          <a:xfrm>
            <a:off x="457200" y="188913"/>
            <a:ext cx="8435975" cy="719137"/>
          </a:xfrm>
        </p:spPr>
        <p:txBody>
          <a:bodyPr/>
          <a:lstStyle/>
          <a:p>
            <a:pPr eaLnBrk="1" hangingPunct="1">
              <a:defRPr/>
            </a:pPr>
            <a:r>
              <a:rPr lang="zh-CN" altLang="en-US" b="1" dirty="0">
                <a:solidFill>
                  <a:srgbClr val="C00000"/>
                </a:solidFill>
                <a:effectLst>
                  <a:outerShdw blurRad="38100" dist="38100" dir="2700000" algn="tl">
                    <a:srgbClr val="000000">
                      <a:alpha val="43137"/>
                    </a:srgbClr>
                  </a:outerShdw>
                </a:effectLst>
              </a:rPr>
              <a:t>                 应用</a:t>
            </a:r>
            <a:r>
              <a:rPr lang="en-US" altLang="zh-CN" b="1" dirty="0">
                <a:solidFill>
                  <a:srgbClr val="C00000"/>
                </a:solidFill>
                <a:effectLst>
                  <a:outerShdw blurRad="38100" dist="38100" dir="2700000" algn="tl">
                    <a:srgbClr val="000000">
                      <a:alpha val="43137"/>
                    </a:srgbClr>
                  </a:outerShdw>
                </a:effectLst>
              </a:rPr>
              <a:t>: </a:t>
            </a:r>
            <a:r>
              <a:rPr lang="zh-CN" altLang="en-US" b="1" dirty="0">
                <a:solidFill>
                  <a:srgbClr val="C00000"/>
                </a:solidFill>
                <a:effectLst>
                  <a:outerShdw blurRad="38100" dist="38100" dir="2700000" algn="tl">
                    <a:srgbClr val="000000">
                      <a:alpha val="43137"/>
                    </a:srgbClr>
                  </a:outerShdw>
                </a:effectLst>
              </a:rPr>
              <a:t>进程资源共享模型</a:t>
            </a:r>
          </a:p>
        </p:txBody>
      </p:sp>
      <p:sp>
        <p:nvSpPr>
          <p:cNvPr id="19458" name="灯片编号占位符 5">
            <a:extLst>
              <a:ext uri="{FF2B5EF4-FFF2-40B4-BE49-F238E27FC236}">
                <a16:creationId xmlns:a16="http://schemas.microsoft.com/office/drawing/2014/main" id="{5C2029DC-036D-4550-8E0F-EC0A3BE1BDF3}"/>
              </a:ext>
            </a:extLst>
          </p:cNvPr>
          <p:cNvSpPr>
            <a:spLocks noGrp="1"/>
          </p:cNvSpPr>
          <p:nvPr>
            <p:ph type="sldNum" sz="quarter" idx="12"/>
          </p:nvPr>
        </p:nvSpPr>
        <p:spPr>
          <a:xfrm>
            <a:off x="6553200" y="5995988"/>
            <a:ext cx="2133600" cy="365125"/>
          </a:xfrm>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9EA6482-59AF-45CC-88E9-A57828ADBD05}" type="slidenum">
              <a:rPr lang="en-US" altLang="zh-CN">
                <a:solidFill>
                  <a:srgbClr val="898989"/>
                </a:solidFill>
              </a:rPr>
              <a:pPr eaLnBrk="1" hangingPunct="1"/>
              <a:t>11</a:t>
            </a:fld>
            <a:endParaRPr lang="en-US" altLang="zh-CN">
              <a:solidFill>
                <a:srgbClr val="898989"/>
              </a:solidFill>
            </a:endParaRPr>
          </a:p>
        </p:txBody>
      </p:sp>
      <p:grpSp>
        <p:nvGrpSpPr>
          <p:cNvPr id="12292" name="Group 4">
            <a:extLst>
              <a:ext uri="{FF2B5EF4-FFF2-40B4-BE49-F238E27FC236}">
                <a16:creationId xmlns:a16="http://schemas.microsoft.com/office/drawing/2014/main" id="{4702AFCC-5A0B-4866-8487-58709E7C5D1B}"/>
              </a:ext>
            </a:extLst>
          </p:cNvPr>
          <p:cNvGrpSpPr>
            <a:grpSpLocks/>
          </p:cNvGrpSpPr>
          <p:nvPr/>
        </p:nvGrpSpPr>
        <p:grpSpPr bwMode="auto">
          <a:xfrm>
            <a:off x="428625" y="1196975"/>
            <a:ext cx="7429500" cy="3678238"/>
            <a:chOff x="521" y="1071"/>
            <a:chExt cx="4900" cy="2772"/>
          </a:xfrm>
        </p:grpSpPr>
        <p:sp>
          <p:nvSpPr>
            <p:cNvPr id="14343" name="Oval 5">
              <a:extLst>
                <a:ext uri="{FF2B5EF4-FFF2-40B4-BE49-F238E27FC236}">
                  <a16:creationId xmlns:a16="http://schemas.microsoft.com/office/drawing/2014/main" id="{BE72612F-E2F1-4285-B3D7-46BEB8357693}"/>
                </a:ext>
              </a:extLst>
            </p:cNvPr>
            <p:cNvSpPr>
              <a:spLocks noChangeArrowheads="1"/>
            </p:cNvSpPr>
            <p:nvPr/>
          </p:nvSpPr>
          <p:spPr bwMode="auto">
            <a:xfrm>
              <a:off x="2653" y="1343"/>
              <a:ext cx="408" cy="408"/>
            </a:xfrm>
            <a:prstGeom prst="ellipse">
              <a:avLst/>
            </a:prstGeom>
            <a:solidFill>
              <a:schemeClr val="bg1">
                <a:lumMod val="85000"/>
              </a:schemeClr>
            </a:solidFill>
            <a:ln w="25400">
              <a:solidFill>
                <a:schemeClr val="tx1"/>
              </a:solidFill>
              <a:round/>
              <a:headEnd/>
              <a:tailEnd/>
            </a:ln>
          </p:spPr>
          <p:txBody>
            <a:bodyPr wrap="none" anchor="ctr"/>
            <a:lstStyle/>
            <a:p>
              <a:pPr algn="ctr">
                <a:defRPr/>
              </a:pPr>
              <a:r>
                <a:rPr lang="en-US" altLang="zh-CN" sz="2000" b="1" i="1">
                  <a:latin typeface="Arial" charset="0"/>
                  <a:ea typeface="宋体" charset="-122"/>
                </a:rPr>
                <a:t>i</a:t>
              </a:r>
              <a:r>
                <a:rPr lang="en-US" altLang="zh-CN" sz="2000" b="1" baseline="-25000">
                  <a:latin typeface="Arial" charset="0"/>
                  <a:ea typeface="宋体" charset="-122"/>
                </a:rPr>
                <a:t>1</a:t>
              </a:r>
              <a:r>
                <a:rPr lang="en-US" altLang="zh-CN" sz="2000" b="1">
                  <a:latin typeface="Arial" charset="0"/>
                  <a:ea typeface="宋体" charset="-122"/>
                </a:rPr>
                <a:t>,</a:t>
              </a:r>
              <a:r>
                <a:rPr lang="en-US" altLang="zh-CN" sz="2000" b="1" i="1">
                  <a:latin typeface="Arial" charset="0"/>
                  <a:ea typeface="宋体" charset="-122"/>
                </a:rPr>
                <a:t>i</a:t>
              </a:r>
              <a:r>
                <a:rPr lang="en-US" altLang="zh-CN" sz="2000" b="1" baseline="-25000">
                  <a:latin typeface="Arial" charset="0"/>
                  <a:ea typeface="宋体" charset="-122"/>
                </a:rPr>
                <a:t>2</a:t>
              </a:r>
            </a:p>
          </p:txBody>
        </p:sp>
        <p:sp>
          <p:nvSpPr>
            <p:cNvPr id="14344" name="Oval 6">
              <a:extLst>
                <a:ext uri="{FF2B5EF4-FFF2-40B4-BE49-F238E27FC236}">
                  <a16:creationId xmlns:a16="http://schemas.microsoft.com/office/drawing/2014/main" id="{712A0281-067F-4D8F-AF92-FD2069307AB7}"/>
                </a:ext>
              </a:extLst>
            </p:cNvPr>
            <p:cNvSpPr>
              <a:spLocks noChangeArrowheads="1"/>
            </p:cNvSpPr>
            <p:nvPr/>
          </p:nvSpPr>
          <p:spPr bwMode="auto">
            <a:xfrm>
              <a:off x="2653" y="2659"/>
              <a:ext cx="408" cy="408"/>
            </a:xfrm>
            <a:prstGeom prst="ellipse">
              <a:avLst/>
            </a:prstGeom>
            <a:solidFill>
              <a:schemeClr val="bg1">
                <a:lumMod val="85000"/>
              </a:schemeClr>
            </a:solidFill>
            <a:ln w="25400">
              <a:solidFill>
                <a:schemeClr val="tx1"/>
              </a:solidFill>
              <a:round/>
              <a:headEnd/>
              <a:tailEnd/>
            </a:ln>
          </p:spPr>
          <p:txBody>
            <a:bodyPr wrap="none" anchor="ctr"/>
            <a:lstStyle/>
            <a:p>
              <a:pPr algn="ctr">
                <a:defRPr/>
              </a:pPr>
              <a:r>
                <a:rPr lang="en-US" altLang="zh-CN" sz="2000" b="1" i="1">
                  <a:latin typeface="Arial" charset="0"/>
                  <a:ea typeface="宋体" charset="-122"/>
                </a:rPr>
                <a:t>r</a:t>
              </a:r>
              <a:r>
                <a:rPr lang="en-US" altLang="zh-CN" sz="2000" b="1" baseline="-25000">
                  <a:latin typeface="Arial" charset="0"/>
                  <a:ea typeface="宋体" charset="-122"/>
                </a:rPr>
                <a:t>1</a:t>
              </a:r>
              <a:r>
                <a:rPr lang="en-US" altLang="zh-CN" sz="2000" b="1">
                  <a:latin typeface="Arial" charset="0"/>
                  <a:ea typeface="宋体" charset="-122"/>
                </a:rPr>
                <a:t>,</a:t>
              </a:r>
              <a:r>
                <a:rPr lang="en-US" altLang="zh-CN" sz="2000" b="1" i="1">
                  <a:latin typeface="Arial" charset="0"/>
                  <a:ea typeface="宋体" charset="-122"/>
                </a:rPr>
                <a:t>r</a:t>
              </a:r>
              <a:r>
                <a:rPr lang="en-US" altLang="zh-CN" sz="2000" b="1" baseline="-25000">
                  <a:latin typeface="Arial" charset="0"/>
                  <a:ea typeface="宋体" charset="-122"/>
                </a:rPr>
                <a:t>2</a:t>
              </a:r>
            </a:p>
          </p:txBody>
        </p:sp>
        <p:sp>
          <p:nvSpPr>
            <p:cNvPr id="14345" name="Oval 7">
              <a:extLst>
                <a:ext uri="{FF2B5EF4-FFF2-40B4-BE49-F238E27FC236}">
                  <a16:creationId xmlns:a16="http://schemas.microsoft.com/office/drawing/2014/main" id="{FC5113BB-D4F4-4798-A12C-7A8F675AAC86}"/>
                </a:ext>
              </a:extLst>
            </p:cNvPr>
            <p:cNvSpPr>
              <a:spLocks noChangeArrowheads="1"/>
            </p:cNvSpPr>
            <p:nvPr/>
          </p:nvSpPr>
          <p:spPr bwMode="auto">
            <a:xfrm>
              <a:off x="1791" y="3430"/>
              <a:ext cx="408" cy="408"/>
            </a:xfrm>
            <a:prstGeom prst="ellipse">
              <a:avLst/>
            </a:prstGeom>
            <a:solidFill>
              <a:schemeClr val="bg1">
                <a:lumMod val="85000"/>
              </a:schemeClr>
            </a:solidFill>
            <a:ln w="25400">
              <a:solidFill>
                <a:schemeClr val="tx1"/>
              </a:solidFill>
              <a:round/>
              <a:headEnd/>
              <a:tailEnd/>
            </a:ln>
          </p:spPr>
          <p:txBody>
            <a:bodyPr wrap="none" anchor="ctr"/>
            <a:lstStyle/>
            <a:p>
              <a:pPr algn="ctr">
                <a:defRPr/>
              </a:pPr>
              <a:r>
                <a:rPr lang="en-US" altLang="zh-CN" sz="2000" b="1" i="1">
                  <a:latin typeface="Arial" charset="0"/>
                  <a:ea typeface="宋体" charset="-122"/>
                </a:rPr>
                <a:t>w</a:t>
              </a:r>
              <a:r>
                <a:rPr lang="en-US" altLang="zh-CN" sz="2000" b="1" baseline="-25000">
                  <a:latin typeface="Arial" charset="0"/>
                  <a:ea typeface="宋体" charset="-122"/>
                </a:rPr>
                <a:t>1</a:t>
              </a:r>
              <a:r>
                <a:rPr lang="en-US" altLang="zh-CN" sz="2000" b="1">
                  <a:latin typeface="Arial" charset="0"/>
                  <a:ea typeface="宋体" charset="-122"/>
                </a:rPr>
                <a:t>,</a:t>
              </a:r>
              <a:r>
                <a:rPr lang="en-US" altLang="zh-CN" sz="2000" b="1" i="1">
                  <a:latin typeface="Arial" charset="0"/>
                  <a:ea typeface="宋体" charset="-122"/>
                </a:rPr>
                <a:t>r</a:t>
              </a:r>
              <a:r>
                <a:rPr lang="en-US" altLang="zh-CN" sz="2000" b="1" baseline="-25000">
                  <a:latin typeface="Arial" charset="0"/>
                  <a:ea typeface="宋体" charset="-122"/>
                </a:rPr>
                <a:t>2</a:t>
              </a:r>
            </a:p>
          </p:txBody>
        </p:sp>
        <p:sp>
          <p:nvSpPr>
            <p:cNvPr id="14346" name="Oval 8">
              <a:extLst>
                <a:ext uri="{FF2B5EF4-FFF2-40B4-BE49-F238E27FC236}">
                  <a16:creationId xmlns:a16="http://schemas.microsoft.com/office/drawing/2014/main" id="{AB2F381D-D7C1-4795-AC9D-3EFD9927E401}"/>
                </a:ext>
              </a:extLst>
            </p:cNvPr>
            <p:cNvSpPr>
              <a:spLocks noChangeArrowheads="1"/>
            </p:cNvSpPr>
            <p:nvPr/>
          </p:nvSpPr>
          <p:spPr bwMode="auto">
            <a:xfrm>
              <a:off x="3605" y="3430"/>
              <a:ext cx="405" cy="408"/>
            </a:xfrm>
            <a:prstGeom prst="ellipse">
              <a:avLst/>
            </a:prstGeom>
            <a:solidFill>
              <a:schemeClr val="bg1">
                <a:lumMod val="85000"/>
              </a:schemeClr>
            </a:solidFill>
            <a:ln w="25400">
              <a:solidFill>
                <a:schemeClr val="tx1"/>
              </a:solidFill>
              <a:round/>
              <a:headEnd/>
              <a:tailEnd/>
            </a:ln>
          </p:spPr>
          <p:txBody>
            <a:bodyPr wrap="none" anchor="ctr"/>
            <a:lstStyle/>
            <a:p>
              <a:pPr algn="ctr">
                <a:defRPr/>
              </a:pPr>
              <a:r>
                <a:rPr lang="en-US" altLang="zh-CN" sz="2000" b="1" i="1">
                  <a:latin typeface="Arial" charset="0"/>
                  <a:ea typeface="宋体" charset="-122"/>
                </a:rPr>
                <a:t>r</a:t>
              </a:r>
              <a:r>
                <a:rPr lang="en-US" altLang="zh-CN" sz="2000" b="1" baseline="-25000">
                  <a:latin typeface="Arial" charset="0"/>
                  <a:ea typeface="宋体" charset="-122"/>
                </a:rPr>
                <a:t>1</a:t>
              </a:r>
              <a:r>
                <a:rPr lang="en-US" altLang="zh-CN" sz="2000" b="1">
                  <a:latin typeface="Arial" charset="0"/>
                  <a:ea typeface="宋体" charset="-122"/>
                </a:rPr>
                <a:t>,</a:t>
              </a:r>
              <a:r>
                <a:rPr lang="en-US" altLang="zh-CN" sz="2000" b="1" i="1">
                  <a:latin typeface="Arial" charset="0"/>
                  <a:ea typeface="宋体" charset="-122"/>
                </a:rPr>
                <a:t>w</a:t>
              </a:r>
              <a:r>
                <a:rPr lang="en-US" altLang="zh-CN" sz="2000" b="1" baseline="-25000">
                  <a:latin typeface="Arial" charset="0"/>
                  <a:ea typeface="宋体" charset="-122"/>
                </a:rPr>
                <a:t>2</a:t>
              </a:r>
            </a:p>
          </p:txBody>
        </p:sp>
        <p:sp>
          <p:nvSpPr>
            <p:cNvPr id="14347" name="Oval 9">
              <a:extLst>
                <a:ext uri="{FF2B5EF4-FFF2-40B4-BE49-F238E27FC236}">
                  <a16:creationId xmlns:a16="http://schemas.microsoft.com/office/drawing/2014/main" id="{00B7D92D-FB49-46F0-BB6F-04EA5F45D8EA}"/>
                </a:ext>
              </a:extLst>
            </p:cNvPr>
            <p:cNvSpPr>
              <a:spLocks noChangeArrowheads="1"/>
            </p:cNvSpPr>
            <p:nvPr/>
          </p:nvSpPr>
          <p:spPr bwMode="auto">
            <a:xfrm>
              <a:off x="1338" y="1797"/>
              <a:ext cx="408" cy="408"/>
            </a:xfrm>
            <a:prstGeom prst="ellipse">
              <a:avLst/>
            </a:prstGeom>
            <a:solidFill>
              <a:schemeClr val="bg1">
                <a:lumMod val="85000"/>
              </a:schemeClr>
            </a:solidFill>
            <a:ln w="25400">
              <a:solidFill>
                <a:schemeClr val="tx1"/>
              </a:solidFill>
              <a:round/>
              <a:headEnd/>
              <a:tailEnd/>
            </a:ln>
          </p:spPr>
          <p:txBody>
            <a:bodyPr wrap="none" anchor="ctr"/>
            <a:lstStyle/>
            <a:p>
              <a:pPr algn="ctr">
                <a:defRPr/>
              </a:pPr>
              <a:r>
                <a:rPr lang="en-US" altLang="zh-CN" sz="2000" b="1" i="1">
                  <a:latin typeface="Arial" charset="0"/>
                  <a:ea typeface="宋体" charset="-122"/>
                </a:rPr>
                <a:t>r</a:t>
              </a:r>
              <a:r>
                <a:rPr lang="en-US" altLang="zh-CN" sz="2000" b="1" baseline="-25000">
                  <a:latin typeface="Arial" charset="0"/>
                  <a:ea typeface="宋体" charset="-122"/>
                </a:rPr>
                <a:t>1</a:t>
              </a:r>
              <a:r>
                <a:rPr lang="en-US" altLang="zh-CN" sz="2000" b="1">
                  <a:latin typeface="Arial" charset="0"/>
                  <a:ea typeface="宋体" charset="-122"/>
                </a:rPr>
                <a:t>,</a:t>
              </a:r>
              <a:r>
                <a:rPr lang="en-US" altLang="zh-CN" sz="2000" b="1" i="1">
                  <a:latin typeface="Arial" charset="0"/>
                  <a:ea typeface="宋体" charset="-122"/>
                </a:rPr>
                <a:t>i</a:t>
              </a:r>
              <a:r>
                <a:rPr lang="en-US" altLang="zh-CN" sz="2000" b="1" baseline="-25000">
                  <a:latin typeface="Arial" charset="0"/>
                  <a:ea typeface="宋体" charset="-122"/>
                </a:rPr>
                <a:t>2</a:t>
              </a:r>
            </a:p>
          </p:txBody>
        </p:sp>
        <p:sp>
          <p:nvSpPr>
            <p:cNvPr id="14348" name="Oval 10">
              <a:extLst>
                <a:ext uri="{FF2B5EF4-FFF2-40B4-BE49-F238E27FC236}">
                  <a16:creationId xmlns:a16="http://schemas.microsoft.com/office/drawing/2014/main" id="{3C10DFF7-5E74-4A2A-841D-1FF5EF73D352}"/>
                </a:ext>
              </a:extLst>
            </p:cNvPr>
            <p:cNvSpPr>
              <a:spLocks noChangeArrowheads="1"/>
            </p:cNvSpPr>
            <p:nvPr/>
          </p:nvSpPr>
          <p:spPr bwMode="auto">
            <a:xfrm>
              <a:off x="4060" y="1843"/>
              <a:ext cx="408" cy="408"/>
            </a:xfrm>
            <a:prstGeom prst="ellipse">
              <a:avLst/>
            </a:prstGeom>
            <a:solidFill>
              <a:schemeClr val="bg1">
                <a:lumMod val="85000"/>
              </a:schemeClr>
            </a:solidFill>
            <a:ln w="25400">
              <a:solidFill>
                <a:schemeClr val="tx1"/>
              </a:solidFill>
              <a:round/>
              <a:headEnd/>
              <a:tailEnd/>
            </a:ln>
          </p:spPr>
          <p:txBody>
            <a:bodyPr wrap="none" anchor="ctr"/>
            <a:lstStyle/>
            <a:p>
              <a:pPr algn="ctr">
                <a:defRPr/>
              </a:pPr>
              <a:r>
                <a:rPr lang="en-US" altLang="zh-CN" sz="2000" b="1" i="1" dirty="0">
                  <a:latin typeface="Arial" charset="0"/>
                  <a:ea typeface="宋体" charset="-122"/>
                </a:rPr>
                <a:t>i</a:t>
              </a:r>
              <a:r>
                <a:rPr lang="en-US" altLang="zh-CN" sz="2000" b="1" baseline="-25000" dirty="0">
                  <a:latin typeface="Arial" charset="0"/>
                  <a:ea typeface="宋体" charset="-122"/>
                </a:rPr>
                <a:t>1</a:t>
              </a:r>
              <a:r>
                <a:rPr lang="en-US" altLang="zh-CN" sz="2000" b="1" dirty="0">
                  <a:latin typeface="Arial" charset="0"/>
                  <a:ea typeface="宋体" charset="-122"/>
                </a:rPr>
                <a:t>,</a:t>
              </a:r>
              <a:r>
                <a:rPr lang="en-US" altLang="zh-CN" sz="2000" b="1" i="1" dirty="0">
                  <a:latin typeface="Arial" charset="0"/>
                  <a:ea typeface="宋体" charset="-122"/>
                </a:rPr>
                <a:t>r</a:t>
              </a:r>
              <a:r>
                <a:rPr lang="en-US" altLang="zh-CN" sz="2000" b="1" baseline="-25000" dirty="0">
                  <a:latin typeface="Arial" charset="0"/>
                  <a:ea typeface="宋体" charset="-122"/>
                </a:rPr>
                <a:t>2</a:t>
              </a:r>
            </a:p>
          </p:txBody>
        </p:sp>
        <p:sp>
          <p:nvSpPr>
            <p:cNvPr id="14349" name="Oval 11">
              <a:extLst>
                <a:ext uri="{FF2B5EF4-FFF2-40B4-BE49-F238E27FC236}">
                  <a16:creationId xmlns:a16="http://schemas.microsoft.com/office/drawing/2014/main" id="{6C83B1F4-DA95-48E7-A176-124910365C09}"/>
                </a:ext>
              </a:extLst>
            </p:cNvPr>
            <p:cNvSpPr>
              <a:spLocks noChangeArrowheads="1"/>
            </p:cNvSpPr>
            <p:nvPr/>
          </p:nvSpPr>
          <p:spPr bwMode="auto">
            <a:xfrm>
              <a:off x="793" y="2659"/>
              <a:ext cx="407" cy="408"/>
            </a:xfrm>
            <a:prstGeom prst="ellipse">
              <a:avLst/>
            </a:prstGeom>
            <a:solidFill>
              <a:schemeClr val="bg1">
                <a:lumMod val="85000"/>
              </a:schemeClr>
            </a:solidFill>
            <a:ln w="25400">
              <a:solidFill>
                <a:schemeClr val="tx1"/>
              </a:solidFill>
              <a:round/>
              <a:headEnd/>
              <a:tailEnd/>
            </a:ln>
          </p:spPr>
          <p:txBody>
            <a:bodyPr wrap="none" anchor="ctr"/>
            <a:lstStyle/>
            <a:p>
              <a:pPr algn="ctr">
                <a:defRPr/>
              </a:pPr>
              <a:r>
                <a:rPr lang="en-US" altLang="zh-CN" sz="2000" b="1" i="1" dirty="0">
                  <a:latin typeface="Arial" charset="0"/>
                  <a:ea typeface="宋体" charset="-122"/>
                </a:rPr>
                <a:t>w</a:t>
              </a:r>
              <a:r>
                <a:rPr lang="en-US" altLang="zh-CN" sz="2000" b="1" baseline="-25000" dirty="0">
                  <a:latin typeface="Arial" charset="0"/>
                  <a:ea typeface="宋体" charset="-122"/>
                </a:rPr>
                <a:t>1</a:t>
              </a:r>
              <a:r>
                <a:rPr lang="en-US" altLang="zh-CN" sz="2000" b="1" dirty="0">
                  <a:latin typeface="Arial" charset="0"/>
                  <a:ea typeface="宋体" charset="-122"/>
                </a:rPr>
                <a:t>,</a:t>
              </a:r>
              <a:r>
                <a:rPr lang="en-US" altLang="zh-CN" sz="2000" b="1" i="1" dirty="0">
                  <a:latin typeface="Arial" charset="0"/>
                  <a:ea typeface="宋体" charset="-122"/>
                </a:rPr>
                <a:t>i</a:t>
              </a:r>
              <a:r>
                <a:rPr lang="en-US" altLang="zh-CN" sz="2000" b="1" baseline="-25000" dirty="0">
                  <a:latin typeface="Arial" charset="0"/>
                  <a:ea typeface="宋体" charset="-122"/>
                </a:rPr>
                <a:t>2</a:t>
              </a:r>
            </a:p>
          </p:txBody>
        </p:sp>
        <p:sp>
          <p:nvSpPr>
            <p:cNvPr id="14350" name="Oval 12">
              <a:extLst>
                <a:ext uri="{FF2B5EF4-FFF2-40B4-BE49-F238E27FC236}">
                  <a16:creationId xmlns:a16="http://schemas.microsoft.com/office/drawing/2014/main" id="{082BB85C-C43A-4CE8-94D1-44D328435656}"/>
                </a:ext>
              </a:extLst>
            </p:cNvPr>
            <p:cNvSpPr>
              <a:spLocks noChangeArrowheads="1"/>
            </p:cNvSpPr>
            <p:nvPr/>
          </p:nvSpPr>
          <p:spPr bwMode="auto">
            <a:xfrm>
              <a:off x="4649" y="2705"/>
              <a:ext cx="404" cy="408"/>
            </a:xfrm>
            <a:prstGeom prst="ellipse">
              <a:avLst/>
            </a:prstGeom>
            <a:solidFill>
              <a:schemeClr val="bg1">
                <a:lumMod val="85000"/>
              </a:schemeClr>
            </a:solidFill>
            <a:ln w="25400">
              <a:solidFill>
                <a:schemeClr val="tx1"/>
              </a:solidFill>
              <a:round/>
              <a:headEnd/>
              <a:tailEnd/>
            </a:ln>
          </p:spPr>
          <p:txBody>
            <a:bodyPr wrap="none" anchor="ctr"/>
            <a:lstStyle/>
            <a:p>
              <a:pPr algn="ctr">
                <a:defRPr/>
              </a:pPr>
              <a:r>
                <a:rPr lang="en-US" altLang="zh-CN" sz="2000" b="1" i="1">
                  <a:latin typeface="Arial" charset="0"/>
                  <a:ea typeface="宋体" charset="-122"/>
                </a:rPr>
                <a:t>i</a:t>
              </a:r>
              <a:r>
                <a:rPr lang="en-US" altLang="zh-CN" sz="2000" b="1" baseline="-25000">
                  <a:latin typeface="Arial" charset="0"/>
                  <a:ea typeface="宋体" charset="-122"/>
                </a:rPr>
                <a:t>1</a:t>
              </a:r>
              <a:r>
                <a:rPr lang="en-US" altLang="zh-CN" sz="2000" b="1">
                  <a:latin typeface="Arial" charset="0"/>
                  <a:ea typeface="宋体" charset="-122"/>
                </a:rPr>
                <a:t>,</a:t>
              </a:r>
              <a:r>
                <a:rPr lang="en-US" altLang="zh-CN" sz="2000" b="1" i="1">
                  <a:latin typeface="Arial" charset="0"/>
                  <a:ea typeface="宋体" charset="-122"/>
                </a:rPr>
                <a:t>w</a:t>
              </a:r>
              <a:r>
                <a:rPr lang="en-US" altLang="zh-CN" sz="2000" b="1" baseline="-25000">
                  <a:latin typeface="Arial" charset="0"/>
                  <a:ea typeface="宋体" charset="-122"/>
                </a:rPr>
                <a:t>2</a:t>
              </a:r>
            </a:p>
          </p:txBody>
        </p:sp>
        <p:sp>
          <p:nvSpPr>
            <p:cNvPr id="12303" name="Line 13">
              <a:extLst>
                <a:ext uri="{FF2B5EF4-FFF2-40B4-BE49-F238E27FC236}">
                  <a16:creationId xmlns:a16="http://schemas.microsoft.com/office/drawing/2014/main" id="{0E057DBE-C490-4E29-8399-5359C2EDE5E8}"/>
                </a:ext>
              </a:extLst>
            </p:cNvPr>
            <p:cNvSpPr>
              <a:spLocks noChangeShapeType="1"/>
            </p:cNvSpPr>
            <p:nvPr/>
          </p:nvSpPr>
          <p:spPr bwMode="auto">
            <a:xfrm flipH="1">
              <a:off x="1701" y="1525"/>
              <a:ext cx="907" cy="31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04" name="Line 14">
              <a:extLst>
                <a:ext uri="{FF2B5EF4-FFF2-40B4-BE49-F238E27FC236}">
                  <a16:creationId xmlns:a16="http://schemas.microsoft.com/office/drawing/2014/main" id="{9FED7658-32CD-4BAD-B730-755A4DBCF44D}"/>
                </a:ext>
              </a:extLst>
            </p:cNvPr>
            <p:cNvSpPr>
              <a:spLocks noChangeShapeType="1"/>
            </p:cNvSpPr>
            <p:nvPr/>
          </p:nvSpPr>
          <p:spPr bwMode="auto">
            <a:xfrm>
              <a:off x="3061" y="1525"/>
              <a:ext cx="998" cy="40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05" name="Line 15">
              <a:extLst>
                <a:ext uri="{FF2B5EF4-FFF2-40B4-BE49-F238E27FC236}">
                  <a16:creationId xmlns:a16="http://schemas.microsoft.com/office/drawing/2014/main" id="{829D686C-5B53-4731-B2D2-6544735E5A05}"/>
                </a:ext>
              </a:extLst>
            </p:cNvPr>
            <p:cNvSpPr>
              <a:spLocks noChangeShapeType="1"/>
            </p:cNvSpPr>
            <p:nvPr/>
          </p:nvSpPr>
          <p:spPr bwMode="auto">
            <a:xfrm flipH="1">
              <a:off x="1111" y="2205"/>
              <a:ext cx="318" cy="454"/>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06" name="Line 16">
              <a:extLst>
                <a:ext uri="{FF2B5EF4-FFF2-40B4-BE49-F238E27FC236}">
                  <a16:creationId xmlns:a16="http://schemas.microsoft.com/office/drawing/2014/main" id="{6717876D-C3F3-48EB-AAF3-E19E0F323A17}"/>
                </a:ext>
              </a:extLst>
            </p:cNvPr>
            <p:cNvSpPr>
              <a:spLocks noChangeShapeType="1"/>
            </p:cNvSpPr>
            <p:nvPr/>
          </p:nvSpPr>
          <p:spPr bwMode="auto">
            <a:xfrm>
              <a:off x="1701" y="2160"/>
              <a:ext cx="952" cy="63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07" name="Line 17">
              <a:extLst>
                <a:ext uri="{FF2B5EF4-FFF2-40B4-BE49-F238E27FC236}">
                  <a16:creationId xmlns:a16="http://schemas.microsoft.com/office/drawing/2014/main" id="{E8CCC274-4BD3-4D35-A063-E6B5ADAEFA87}"/>
                </a:ext>
              </a:extLst>
            </p:cNvPr>
            <p:cNvSpPr>
              <a:spLocks noChangeShapeType="1"/>
            </p:cNvSpPr>
            <p:nvPr/>
          </p:nvSpPr>
          <p:spPr bwMode="auto">
            <a:xfrm flipH="1">
              <a:off x="3061" y="2115"/>
              <a:ext cx="953" cy="63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08" name="Line 18">
              <a:extLst>
                <a:ext uri="{FF2B5EF4-FFF2-40B4-BE49-F238E27FC236}">
                  <a16:creationId xmlns:a16="http://schemas.microsoft.com/office/drawing/2014/main" id="{6E469371-D37C-447E-93DE-42633B6C5B6D}"/>
                </a:ext>
              </a:extLst>
            </p:cNvPr>
            <p:cNvSpPr>
              <a:spLocks noChangeShapeType="1"/>
            </p:cNvSpPr>
            <p:nvPr/>
          </p:nvSpPr>
          <p:spPr bwMode="auto">
            <a:xfrm>
              <a:off x="4377" y="2251"/>
              <a:ext cx="408" cy="45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09" name="Line 19">
              <a:extLst>
                <a:ext uri="{FF2B5EF4-FFF2-40B4-BE49-F238E27FC236}">
                  <a16:creationId xmlns:a16="http://schemas.microsoft.com/office/drawing/2014/main" id="{AAF5F8F9-ECCD-409D-9922-5CDACA0B739B}"/>
                </a:ext>
              </a:extLst>
            </p:cNvPr>
            <p:cNvSpPr>
              <a:spLocks noChangeShapeType="1"/>
            </p:cNvSpPr>
            <p:nvPr/>
          </p:nvSpPr>
          <p:spPr bwMode="auto">
            <a:xfrm flipH="1">
              <a:off x="2154" y="3022"/>
              <a:ext cx="544" cy="45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10" name="Line 20">
              <a:extLst>
                <a:ext uri="{FF2B5EF4-FFF2-40B4-BE49-F238E27FC236}">
                  <a16:creationId xmlns:a16="http://schemas.microsoft.com/office/drawing/2014/main" id="{71979D6D-0FC5-46B3-B9EC-3AF9A06A54D2}"/>
                </a:ext>
              </a:extLst>
            </p:cNvPr>
            <p:cNvSpPr>
              <a:spLocks noChangeShapeType="1"/>
            </p:cNvSpPr>
            <p:nvPr/>
          </p:nvSpPr>
          <p:spPr bwMode="auto">
            <a:xfrm>
              <a:off x="3016" y="2976"/>
              <a:ext cx="635" cy="54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11" name="Line 21">
              <a:extLst>
                <a:ext uri="{FF2B5EF4-FFF2-40B4-BE49-F238E27FC236}">
                  <a16:creationId xmlns:a16="http://schemas.microsoft.com/office/drawing/2014/main" id="{C2226244-4F0A-417A-82DE-8A42D72595B8}"/>
                </a:ext>
              </a:extLst>
            </p:cNvPr>
            <p:cNvSpPr>
              <a:spLocks noChangeShapeType="1"/>
            </p:cNvSpPr>
            <p:nvPr/>
          </p:nvSpPr>
          <p:spPr bwMode="auto">
            <a:xfrm flipH="1">
              <a:off x="4014" y="3067"/>
              <a:ext cx="635" cy="45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12" name="Line 22">
              <a:extLst>
                <a:ext uri="{FF2B5EF4-FFF2-40B4-BE49-F238E27FC236}">
                  <a16:creationId xmlns:a16="http://schemas.microsoft.com/office/drawing/2014/main" id="{F3EEFEF7-5DDA-4123-A601-96CC43A2355B}"/>
                </a:ext>
              </a:extLst>
            </p:cNvPr>
            <p:cNvSpPr>
              <a:spLocks noChangeShapeType="1"/>
            </p:cNvSpPr>
            <p:nvPr/>
          </p:nvSpPr>
          <p:spPr bwMode="auto">
            <a:xfrm>
              <a:off x="1156" y="3067"/>
              <a:ext cx="635" cy="45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nvGrpSpPr>
            <p:cNvPr id="12313" name="Group 23">
              <a:extLst>
                <a:ext uri="{FF2B5EF4-FFF2-40B4-BE49-F238E27FC236}">
                  <a16:creationId xmlns:a16="http://schemas.microsoft.com/office/drawing/2014/main" id="{0E16C7A1-A2D1-43BF-9B80-6C787E43730B}"/>
                </a:ext>
              </a:extLst>
            </p:cNvPr>
            <p:cNvGrpSpPr>
              <a:grpSpLocks/>
            </p:cNvGrpSpPr>
            <p:nvPr/>
          </p:nvGrpSpPr>
          <p:grpSpPr bwMode="auto">
            <a:xfrm>
              <a:off x="930" y="1253"/>
              <a:ext cx="1723" cy="1406"/>
              <a:chOff x="930" y="1253"/>
              <a:chExt cx="1723" cy="1406"/>
            </a:xfrm>
          </p:grpSpPr>
          <p:sp>
            <p:nvSpPr>
              <p:cNvPr id="12330" name="Freeform 24">
                <a:extLst>
                  <a:ext uri="{FF2B5EF4-FFF2-40B4-BE49-F238E27FC236}">
                    <a16:creationId xmlns:a16="http://schemas.microsoft.com/office/drawing/2014/main" id="{D920E838-AB0A-42B5-A6A1-996A46BDF348}"/>
                  </a:ext>
                </a:extLst>
              </p:cNvPr>
              <p:cNvSpPr>
                <a:spLocks/>
              </p:cNvSpPr>
              <p:nvPr/>
            </p:nvSpPr>
            <p:spPr bwMode="auto">
              <a:xfrm>
                <a:off x="930" y="1253"/>
                <a:ext cx="1587" cy="1406"/>
              </a:xfrm>
              <a:custGeom>
                <a:avLst/>
                <a:gdLst>
                  <a:gd name="T0" fmla="*/ 52 w 1700"/>
                  <a:gd name="T1" fmla="*/ 1326 h 1414"/>
                  <a:gd name="T2" fmla="*/ 52 w 1700"/>
                  <a:gd name="T3" fmla="*/ 432 h 1414"/>
                  <a:gd name="T4" fmla="*/ 372 w 1700"/>
                  <a:gd name="T5" fmla="*/ 53 h 1414"/>
                  <a:gd name="T6" fmla="*/ 797 w 1700"/>
                  <a:gd name="T7" fmla="*/ 133 h 1414"/>
                  <a:gd name="T8" fmla="*/ 0 60000 65536"/>
                  <a:gd name="T9" fmla="*/ 0 60000 65536"/>
                  <a:gd name="T10" fmla="*/ 0 60000 65536"/>
                  <a:gd name="T11" fmla="*/ 0 60000 65536"/>
                  <a:gd name="T12" fmla="*/ 0 w 1700"/>
                  <a:gd name="T13" fmla="*/ 0 h 1414"/>
                  <a:gd name="T14" fmla="*/ 1700 w 1700"/>
                  <a:gd name="T15" fmla="*/ 1414 h 1414"/>
                </a:gdLst>
                <a:ahLst/>
                <a:cxnLst>
                  <a:cxn ang="T8">
                    <a:pos x="T0" y="T1"/>
                  </a:cxn>
                  <a:cxn ang="T9">
                    <a:pos x="T2" y="T3"/>
                  </a:cxn>
                  <a:cxn ang="T10">
                    <a:pos x="T4" y="T5"/>
                  </a:cxn>
                  <a:cxn ang="T11">
                    <a:pos x="T6" y="T7"/>
                  </a:cxn>
                </a:cxnLst>
                <a:rect l="T12" t="T13" r="T14" b="T15"/>
                <a:pathLst>
                  <a:path w="1700" h="1414">
                    <a:moveTo>
                      <a:pt x="113" y="1414"/>
                    </a:moveTo>
                    <a:cubicBezTo>
                      <a:pt x="56" y="1051"/>
                      <a:pt x="0" y="688"/>
                      <a:pt x="113" y="461"/>
                    </a:cubicBezTo>
                    <a:cubicBezTo>
                      <a:pt x="226" y="234"/>
                      <a:pt x="529" y="106"/>
                      <a:pt x="793" y="53"/>
                    </a:cubicBezTo>
                    <a:cubicBezTo>
                      <a:pt x="1057" y="0"/>
                      <a:pt x="1378" y="72"/>
                      <a:pt x="1700" y="144"/>
                    </a:cubicBez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331" name="Line 25">
                <a:extLst>
                  <a:ext uri="{FF2B5EF4-FFF2-40B4-BE49-F238E27FC236}">
                    <a16:creationId xmlns:a16="http://schemas.microsoft.com/office/drawing/2014/main" id="{A9C1F448-820E-4F46-9D7C-996972D7DB8F}"/>
                  </a:ext>
                </a:extLst>
              </p:cNvPr>
              <p:cNvSpPr>
                <a:spLocks noChangeShapeType="1"/>
              </p:cNvSpPr>
              <p:nvPr/>
            </p:nvSpPr>
            <p:spPr bwMode="auto">
              <a:xfrm>
                <a:off x="2517" y="1389"/>
                <a:ext cx="136" cy="4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nvGrpSpPr>
            <p:cNvPr id="12314" name="Group 26">
              <a:extLst>
                <a:ext uri="{FF2B5EF4-FFF2-40B4-BE49-F238E27FC236}">
                  <a16:creationId xmlns:a16="http://schemas.microsoft.com/office/drawing/2014/main" id="{0089330A-4AAC-47FE-89C0-CAADD754F7DB}"/>
                </a:ext>
              </a:extLst>
            </p:cNvPr>
            <p:cNvGrpSpPr>
              <a:grpSpLocks/>
            </p:cNvGrpSpPr>
            <p:nvPr/>
          </p:nvGrpSpPr>
          <p:grpSpPr bwMode="auto">
            <a:xfrm>
              <a:off x="3061" y="1207"/>
              <a:ext cx="1860" cy="1512"/>
              <a:chOff x="3061" y="1207"/>
              <a:chExt cx="1860" cy="1512"/>
            </a:xfrm>
          </p:grpSpPr>
          <p:sp>
            <p:nvSpPr>
              <p:cNvPr id="12328" name="Line 27">
                <a:extLst>
                  <a:ext uri="{FF2B5EF4-FFF2-40B4-BE49-F238E27FC236}">
                    <a16:creationId xmlns:a16="http://schemas.microsoft.com/office/drawing/2014/main" id="{3C17DEDF-2BA9-4B34-8CD0-1E56A2DECD46}"/>
                  </a:ext>
                </a:extLst>
              </p:cNvPr>
              <p:cNvSpPr>
                <a:spLocks noChangeShapeType="1"/>
              </p:cNvSpPr>
              <p:nvPr/>
            </p:nvSpPr>
            <p:spPr bwMode="auto">
              <a:xfrm rot="4605418">
                <a:off x="3129" y="1321"/>
                <a:ext cx="45" cy="18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29" name="Freeform 28">
                <a:extLst>
                  <a:ext uri="{FF2B5EF4-FFF2-40B4-BE49-F238E27FC236}">
                    <a16:creationId xmlns:a16="http://schemas.microsoft.com/office/drawing/2014/main" id="{9D63E756-0C82-4CF7-907C-7364750E71E1}"/>
                  </a:ext>
                </a:extLst>
              </p:cNvPr>
              <p:cNvSpPr>
                <a:spLocks/>
              </p:cNvSpPr>
              <p:nvPr/>
            </p:nvSpPr>
            <p:spPr bwMode="auto">
              <a:xfrm>
                <a:off x="3243" y="1207"/>
                <a:ext cx="1678" cy="1512"/>
              </a:xfrm>
              <a:custGeom>
                <a:avLst/>
                <a:gdLst>
                  <a:gd name="T0" fmla="*/ 479 w 1890"/>
                  <a:gd name="T1" fmla="*/ 1512 h 1512"/>
                  <a:gd name="T2" fmla="*/ 489 w 1890"/>
                  <a:gd name="T3" fmla="*/ 650 h 1512"/>
                  <a:gd name="T4" fmla="*/ 355 w 1890"/>
                  <a:gd name="T5" fmla="*/ 151 h 1512"/>
                  <a:gd name="T6" fmla="*/ 221 w 1890"/>
                  <a:gd name="T7" fmla="*/ 15 h 1512"/>
                  <a:gd name="T8" fmla="*/ 98 w 1890"/>
                  <a:gd name="T9" fmla="*/ 60 h 1512"/>
                  <a:gd name="T10" fmla="*/ 0 w 1890"/>
                  <a:gd name="T11" fmla="*/ 151 h 1512"/>
                  <a:gd name="T12" fmla="*/ 0 60000 65536"/>
                  <a:gd name="T13" fmla="*/ 0 60000 65536"/>
                  <a:gd name="T14" fmla="*/ 0 60000 65536"/>
                  <a:gd name="T15" fmla="*/ 0 60000 65536"/>
                  <a:gd name="T16" fmla="*/ 0 60000 65536"/>
                  <a:gd name="T17" fmla="*/ 0 60000 65536"/>
                  <a:gd name="T18" fmla="*/ 0 w 1890"/>
                  <a:gd name="T19" fmla="*/ 0 h 1512"/>
                  <a:gd name="T20" fmla="*/ 1890 w 1890"/>
                  <a:gd name="T21" fmla="*/ 1512 h 1512"/>
                </a:gdLst>
                <a:ahLst/>
                <a:cxnLst>
                  <a:cxn ang="T12">
                    <a:pos x="T0" y="T1"/>
                  </a:cxn>
                  <a:cxn ang="T13">
                    <a:pos x="T2" y="T3"/>
                  </a:cxn>
                  <a:cxn ang="T14">
                    <a:pos x="T4" y="T5"/>
                  </a:cxn>
                  <a:cxn ang="T15">
                    <a:pos x="T6" y="T7"/>
                  </a:cxn>
                  <a:cxn ang="T16">
                    <a:pos x="T8" y="T9"/>
                  </a:cxn>
                  <a:cxn ang="T17">
                    <a:pos x="T10" y="T11"/>
                  </a:cxn>
                </a:cxnLst>
                <a:rect l="T18" t="T19" r="T20" b="T21"/>
                <a:pathLst>
                  <a:path w="1890" h="1512">
                    <a:moveTo>
                      <a:pt x="1769" y="1512"/>
                    </a:moveTo>
                    <a:cubicBezTo>
                      <a:pt x="1829" y="1194"/>
                      <a:pt x="1890" y="877"/>
                      <a:pt x="1814" y="650"/>
                    </a:cubicBezTo>
                    <a:cubicBezTo>
                      <a:pt x="1738" y="423"/>
                      <a:pt x="1481" y="257"/>
                      <a:pt x="1315" y="151"/>
                    </a:cubicBezTo>
                    <a:cubicBezTo>
                      <a:pt x="1149" y="45"/>
                      <a:pt x="975" y="30"/>
                      <a:pt x="816" y="15"/>
                    </a:cubicBezTo>
                    <a:cubicBezTo>
                      <a:pt x="657" y="0"/>
                      <a:pt x="499" y="37"/>
                      <a:pt x="363" y="60"/>
                    </a:cubicBezTo>
                    <a:cubicBezTo>
                      <a:pt x="227" y="83"/>
                      <a:pt x="113" y="117"/>
                      <a:pt x="0" y="151"/>
                    </a:cubicBez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grpSp>
        <p:sp>
          <p:nvSpPr>
            <p:cNvPr id="12315" name="Line 29">
              <a:extLst>
                <a:ext uri="{FF2B5EF4-FFF2-40B4-BE49-F238E27FC236}">
                  <a16:creationId xmlns:a16="http://schemas.microsoft.com/office/drawing/2014/main" id="{08E1702B-A017-4B12-9DD7-032FF31C9849}"/>
                </a:ext>
              </a:extLst>
            </p:cNvPr>
            <p:cNvSpPr>
              <a:spLocks noChangeShapeType="1"/>
            </p:cNvSpPr>
            <p:nvPr/>
          </p:nvSpPr>
          <p:spPr bwMode="auto">
            <a:xfrm>
              <a:off x="2381" y="1071"/>
              <a:ext cx="318" cy="27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16" name="Text Box 30">
              <a:extLst>
                <a:ext uri="{FF2B5EF4-FFF2-40B4-BE49-F238E27FC236}">
                  <a16:creationId xmlns:a16="http://schemas.microsoft.com/office/drawing/2014/main" id="{67B4FFEE-248B-4276-897B-E78510B637A2}"/>
                </a:ext>
              </a:extLst>
            </p:cNvPr>
            <p:cNvSpPr txBox="1">
              <a:spLocks noChangeArrowheads="1"/>
            </p:cNvSpPr>
            <p:nvPr/>
          </p:nvSpPr>
          <p:spPr bwMode="auto">
            <a:xfrm>
              <a:off x="2744" y="1071"/>
              <a:ext cx="542"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a:t>S</a:t>
              </a:r>
              <a:r>
                <a:rPr lang="en-US" altLang="zh-CN" b="1" baseline="-25000"/>
                <a:t>0</a:t>
              </a:r>
            </a:p>
          </p:txBody>
        </p:sp>
        <p:sp>
          <p:nvSpPr>
            <p:cNvPr id="12317" name="Text Box 31">
              <a:extLst>
                <a:ext uri="{FF2B5EF4-FFF2-40B4-BE49-F238E27FC236}">
                  <a16:creationId xmlns:a16="http://schemas.microsoft.com/office/drawing/2014/main" id="{6BFD4418-5166-42B3-9CB9-C9B0045BD902}"/>
                </a:ext>
              </a:extLst>
            </p:cNvPr>
            <p:cNvSpPr txBox="1">
              <a:spLocks noChangeArrowheads="1"/>
            </p:cNvSpPr>
            <p:nvPr/>
          </p:nvSpPr>
          <p:spPr bwMode="auto">
            <a:xfrm>
              <a:off x="5012" y="2704"/>
              <a:ext cx="409"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a:t>S</a:t>
              </a:r>
              <a:r>
                <a:rPr lang="en-US" altLang="zh-CN" b="1" baseline="-25000"/>
                <a:t>6</a:t>
              </a:r>
            </a:p>
          </p:txBody>
        </p:sp>
        <p:sp>
          <p:nvSpPr>
            <p:cNvPr id="12318" name="Text Box 32">
              <a:extLst>
                <a:ext uri="{FF2B5EF4-FFF2-40B4-BE49-F238E27FC236}">
                  <a16:creationId xmlns:a16="http://schemas.microsoft.com/office/drawing/2014/main" id="{5104D890-0470-4C48-924E-713F948F1FBF}"/>
                </a:ext>
              </a:extLst>
            </p:cNvPr>
            <p:cNvSpPr txBox="1">
              <a:spLocks noChangeArrowheads="1"/>
            </p:cNvSpPr>
            <p:nvPr/>
          </p:nvSpPr>
          <p:spPr bwMode="auto">
            <a:xfrm>
              <a:off x="521" y="2342"/>
              <a:ext cx="409"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a:t>S</a:t>
              </a:r>
              <a:r>
                <a:rPr lang="en-US" altLang="zh-CN" b="1" baseline="-25000"/>
                <a:t>2</a:t>
              </a:r>
            </a:p>
          </p:txBody>
        </p:sp>
        <p:sp>
          <p:nvSpPr>
            <p:cNvPr id="12319" name="Text Box 33">
              <a:extLst>
                <a:ext uri="{FF2B5EF4-FFF2-40B4-BE49-F238E27FC236}">
                  <a16:creationId xmlns:a16="http://schemas.microsoft.com/office/drawing/2014/main" id="{14D5233C-36D2-409F-A1B6-68E01B14FBEF}"/>
                </a:ext>
              </a:extLst>
            </p:cNvPr>
            <p:cNvSpPr txBox="1">
              <a:spLocks noChangeArrowheads="1"/>
            </p:cNvSpPr>
            <p:nvPr/>
          </p:nvSpPr>
          <p:spPr bwMode="auto">
            <a:xfrm>
              <a:off x="3107" y="2750"/>
              <a:ext cx="409"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a:t>S</a:t>
              </a:r>
              <a:r>
                <a:rPr lang="en-US" altLang="zh-CN" b="1" baseline="-25000"/>
                <a:t>3</a:t>
              </a:r>
            </a:p>
          </p:txBody>
        </p:sp>
        <p:sp>
          <p:nvSpPr>
            <p:cNvPr id="12320" name="Text Box 34">
              <a:extLst>
                <a:ext uri="{FF2B5EF4-FFF2-40B4-BE49-F238E27FC236}">
                  <a16:creationId xmlns:a16="http://schemas.microsoft.com/office/drawing/2014/main" id="{D5BFBFCC-E5C4-4C52-9CD4-3BD4DC765E6C}"/>
                </a:ext>
              </a:extLst>
            </p:cNvPr>
            <p:cNvSpPr txBox="1">
              <a:spLocks noChangeArrowheads="1"/>
            </p:cNvSpPr>
            <p:nvPr/>
          </p:nvSpPr>
          <p:spPr bwMode="auto">
            <a:xfrm>
              <a:off x="1474" y="3521"/>
              <a:ext cx="408"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a:t>S</a:t>
              </a:r>
              <a:r>
                <a:rPr lang="en-US" altLang="zh-CN" b="1" baseline="-25000"/>
                <a:t>4</a:t>
              </a:r>
            </a:p>
          </p:txBody>
        </p:sp>
        <p:sp>
          <p:nvSpPr>
            <p:cNvPr id="12321" name="Text Box 35">
              <a:extLst>
                <a:ext uri="{FF2B5EF4-FFF2-40B4-BE49-F238E27FC236}">
                  <a16:creationId xmlns:a16="http://schemas.microsoft.com/office/drawing/2014/main" id="{A10BA4E0-A2E8-454A-8C38-B0BDF17AD158}"/>
                </a:ext>
              </a:extLst>
            </p:cNvPr>
            <p:cNvSpPr txBox="1">
              <a:spLocks noChangeArrowheads="1"/>
            </p:cNvSpPr>
            <p:nvPr/>
          </p:nvSpPr>
          <p:spPr bwMode="auto">
            <a:xfrm>
              <a:off x="4376" y="1752"/>
              <a:ext cx="409"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a:t>S</a:t>
              </a:r>
              <a:r>
                <a:rPr lang="en-US" altLang="zh-CN" b="1" baseline="-25000"/>
                <a:t>5</a:t>
              </a:r>
            </a:p>
          </p:txBody>
        </p:sp>
        <p:sp>
          <p:nvSpPr>
            <p:cNvPr id="12322" name="Text Box 36">
              <a:extLst>
                <a:ext uri="{FF2B5EF4-FFF2-40B4-BE49-F238E27FC236}">
                  <a16:creationId xmlns:a16="http://schemas.microsoft.com/office/drawing/2014/main" id="{8DAF0850-F30E-4B06-981B-0B4E16D4FA9C}"/>
                </a:ext>
              </a:extLst>
            </p:cNvPr>
            <p:cNvSpPr txBox="1">
              <a:spLocks noChangeArrowheads="1"/>
            </p:cNvSpPr>
            <p:nvPr/>
          </p:nvSpPr>
          <p:spPr bwMode="auto">
            <a:xfrm>
              <a:off x="1383" y="1524"/>
              <a:ext cx="408"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a:t>S</a:t>
              </a:r>
              <a:r>
                <a:rPr lang="en-US" altLang="zh-CN" b="1" baseline="-25000"/>
                <a:t>1</a:t>
              </a:r>
            </a:p>
          </p:txBody>
        </p:sp>
        <p:sp>
          <p:nvSpPr>
            <p:cNvPr id="12323" name="Text Box 37">
              <a:extLst>
                <a:ext uri="{FF2B5EF4-FFF2-40B4-BE49-F238E27FC236}">
                  <a16:creationId xmlns:a16="http://schemas.microsoft.com/office/drawing/2014/main" id="{EFBC5C73-C985-4BA9-9840-B7168BB123D8}"/>
                </a:ext>
              </a:extLst>
            </p:cNvPr>
            <p:cNvSpPr txBox="1">
              <a:spLocks noChangeArrowheads="1"/>
            </p:cNvSpPr>
            <p:nvPr/>
          </p:nvSpPr>
          <p:spPr bwMode="auto">
            <a:xfrm>
              <a:off x="4059" y="3566"/>
              <a:ext cx="408" cy="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b="1"/>
                <a:t>S</a:t>
              </a:r>
              <a:r>
                <a:rPr lang="en-US" altLang="zh-CN" b="1" baseline="-25000"/>
                <a:t>7</a:t>
              </a:r>
            </a:p>
          </p:txBody>
        </p:sp>
        <p:sp>
          <p:nvSpPr>
            <p:cNvPr id="12324" name="Freeform 38">
              <a:extLst>
                <a:ext uri="{FF2B5EF4-FFF2-40B4-BE49-F238E27FC236}">
                  <a16:creationId xmlns:a16="http://schemas.microsoft.com/office/drawing/2014/main" id="{09539316-5988-44D9-953C-F7C87745BF19}"/>
                </a:ext>
              </a:extLst>
            </p:cNvPr>
            <p:cNvSpPr>
              <a:spLocks/>
            </p:cNvSpPr>
            <p:nvPr/>
          </p:nvSpPr>
          <p:spPr bwMode="auto">
            <a:xfrm>
              <a:off x="1927" y="2054"/>
              <a:ext cx="1860" cy="1376"/>
            </a:xfrm>
            <a:custGeom>
              <a:avLst/>
              <a:gdLst>
                <a:gd name="T0" fmla="*/ 1860 w 1860"/>
                <a:gd name="T1" fmla="*/ 1376 h 1376"/>
                <a:gd name="T2" fmla="*/ 1543 w 1860"/>
                <a:gd name="T3" fmla="*/ 696 h 1376"/>
                <a:gd name="T4" fmla="*/ 1180 w 1860"/>
                <a:gd name="T5" fmla="*/ 333 h 1376"/>
                <a:gd name="T6" fmla="*/ 635 w 1860"/>
                <a:gd name="T7" fmla="*/ 106 h 1376"/>
                <a:gd name="T8" fmla="*/ 182 w 1860"/>
                <a:gd name="T9" fmla="*/ 15 h 1376"/>
                <a:gd name="T10" fmla="*/ 0 w 1860"/>
                <a:gd name="T11" fmla="*/ 15 h 1376"/>
                <a:gd name="T12" fmla="*/ 0 60000 65536"/>
                <a:gd name="T13" fmla="*/ 0 60000 65536"/>
                <a:gd name="T14" fmla="*/ 0 60000 65536"/>
                <a:gd name="T15" fmla="*/ 0 60000 65536"/>
                <a:gd name="T16" fmla="*/ 0 60000 65536"/>
                <a:gd name="T17" fmla="*/ 0 60000 65536"/>
                <a:gd name="T18" fmla="*/ 0 w 1860"/>
                <a:gd name="T19" fmla="*/ 0 h 1376"/>
                <a:gd name="T20" fmla="*/ 1860 w 1860"/>
                <a:gd name="T21" fmla="*/ 1376 h 1376"/>
              </a:gdLst>
              <a:ahLst/>
              <a:cxnLst>
                <a:cxn ang="T12">
                  <a:pos x="T0" y="T1"/>
                </a:cxn>
                <a:cxn ang="T13">
                  <a:pos x="T2" y="T3"/>
                </a:cxn>
                <a:cxn ang="T14">
                  <a:pos x="T4" y="T5"/>
                </a:cxn>
                <a:cxn ang="T15">
                  <a:pos x="T6" y="T7"/>
                </a:cxn>
                <a:cxn ang="T16">
                  <a:pos x="T8" y="T9"/>
                </a:cxn>
                <a:cxn ang="T17">
                  <a:pos x="T10" y="T11"/>
                </a:cxn>
              </a:cxnLst>
              <a:rect l="T18" t="T19" r="T20" b="T21"/>
              <a:pathLst>
                <a:path w="1860" h="1376">
                  <a:moveTo>
                    <a:pt x="1860" y="1376"/>
                  </a:moveTo>
                  <a:cubicBezTo>
                    <a:pt x="1758" y="1123"/>
                    <a:pt x="1656" y="870"/>
                    <a:pt x="1543" y="696"/>
                  </a:cubicBezTo>
                  <a:cubicBezTo>
                    <a:pt x="1430" y="522"/>
                    <a:pt x="1331" y="431"/>
                    <a:pt x="1180" y="333"/>
                  </a:cubicBezTo>
                  <a:cubicBezTo>
                    <a:pt x="1029" y="235"/>
                    <a:pt x="801" y="159"/>
                    <a:pt x="635" y="106"/>
                  </a:cubicBezTo>
                  <a:cubicBezTo>
                    <a:pt x="469" y="53"/>
                    <a:pt x="288" y="30"/>
                    <a:pt x="182" y="15"/>
                  </a:cubicBezTo>
                  <a:cubicBezTo>
                    <a:pt x="76" y="0"/>
                    <a:pt x="38" y="7"/>
                    <a:pt x="0" y="15"/>
                  </a:cubicBez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325" name="Freeform 39">
              <a:extLst>
                <a:ext uri="{FF2B5EF4-FFF2-40B4-BE49-F238E27FC236}">
                  <a16:creationId xmlns:a16="http://schemas.microsoft.com/office/drawing/2014/main" id="{8572A377-7D91-4A1D-A93D-2CB5A82F8AF0}"/>
                </a:ext>
              </a:extLst>
            </p:cNvPr>
            <p:cNvSpPr>
              <a:spLocks/>
            </p:cNvSpPr>
            <p:nvPr/>
          </p:nvSpPr>
          <p:spPr bwMode="auto">
            <a:xfrm>
              <a:off x="1973" y="2024"/>
              <a:ext cx="1814" cy="1361"/>
            </a:xfrm>
            <a:custGeom>
              <a:avLst/>
              <a:gdLst>
                <a:gd name="T0" fmla="*/ 0 w 1814"/>
                <a:gd name="T1" fmla="*/ 1361 h 1361"/>
                <a:gd name="T2" fmla="*/ 453 w 1814"/>
                <a:gd name="T3" fmla="*/ 590 h 1361"/>
                <a:gd name="T4" fmla="*/ 862 w 1814"/>
                <a:gd name="T5" fmla="*/ 272 h 1361"/>
                <a:gd name="T6" fmla="*/ 1270 w 1814"/>
                <a:gd name="T7" fmla="*/ 91 h 1361"/>
                <a:gd name="T8" fmla="*/ 1814 w 1814"/>
                <a:gd name="T9" fmla="*/ 0 h 1361"/>
                <a:gd name="T10" fmla="*/ 0 60000 65536"/>
                <a:gd name="T11" fmla="*/ 0 60000 65536"/>
                <a:gd name="T12" fmla="*/ 0 60000 65536"/>
                <a:gd name="T13" fmla="*/ 0 60000 65536"/>
                <a:gd name="T14" fmla="*/ 0 60000 65536"/>
                <a:gd name="T15" fmla="*/ 0 w 1814"/>
                <a:gd name="T16" fmla="*/ 0 h 1361"/>
                <a:gd name="T17" fmla="*/ 1814 w 1814"/>
                <a:gd name="T18" fmla="*/ 1361 h 1361"/>
              </a:gdLst>
              <a:ahLst/>
              <a:cxnLst>
                <a:cxn ang="T10">
                  <a:pos x="T0" y="T1"/>
                </a:cxn>
                <a:cxn ang="T11">
                  <a:pos x="T2" y="T3"/>
                </a:cxn>
                <a:cxn ang="T12">
                  <a:pos x="T4" y="T5"/>
                </a:cxn>
                <a:cxn ang="T13">
                  <a:pos x="T6" y="T7"/>
                </a:cxn>
                <a:cxn ang="T14">
                  <a:pos x="T8" y="T9"/>
                </a:cxn>
              </a:cxnLst>
              <a:rect l="T15" t="T16" r="T17" b="T18"/>
              <a:pathLst>
                <a:path w="1814" h="1361">
                  <a:moveTo>
                    <a:pt x="0" y="1361"/>
                  </a:moveTo>
                  <a:cubicBezTo>
                    <a:pt x="154" y="1066"/>
                    <a:pt x="309" y="772"/>
                    <a:pt x="453" y="590"/>
                  </a:cubicBezTo>
                  <a:cubicBezTo>
                    <a:pt x="597" y="408"/>
                    <a:pt x="726" y="355"/>
                    <a:pt x="862" y="272"/>
                  </a:cubicBezTo>
                  <a:cubicBezTo>
                    <a:pt x="998" y="189"/>
                    <a:pt x="1111" y="136"/>
                    <a:pt x="1270" y="91"/>
                  </a:cubicBezTo>
                  <a:cubicBezTo>
                    <a:pt x="1429" y="46"/>
                    <a:pt x="1723" y="15"/>
                    <a:pt x="1814" y="0"/>
                  </a:cubicBez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2326" name="Line 40">
              <a:extLst>
                <a:ext uri="{FF2B5EF4-FFF2-40B4-BE49-F238E27FC236}">
                  <a16:creationId xmlns:a16="http://schemas.microsoft.com/office/drawing/2014/main" id="{80C613E5-6FBD-4A8C-8227-B0757F99E6CC}"/>
                </a:ext>
              </a:extLst>
            </p:cNvPr>
            <p:cNvSpPr>
              <a:spLocks noChangeShapeType="1"/>
            </p:cNvSpPr>
            <p:nvPr/>
          </p:nvSpPr>
          <p:spPr bwMode="auto">
            <a:xfrm>
              <a:off x="3787" y="2024"/>
              <a:ext cx="227"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27" name="Line 41">
              <a:extLst>
                <a:ext uri="{FF2B5EF4-FFF2-40B4-BE49-F238E27FC236}">
                  <a16:creationId xmlns:a16="http://schemas.microsoft.com/office/drawing/2014/main" id="{9318D5D9-27B8-40FF-8616-D02718C07325}"/>
                </a:ext>
              </a:extLst>
            </p:cNvPr>
            <p:cNvSpPr>
              <a:spLocks noChangeShapeType="1"/>
            </p:cNvSpPr>
            <p:nvPr/>
          </p:nvSpPr>
          <p:spPr bwMode="auto">
            <a:xfrm flipH="1">
              <a:off x="1791" y="2069"/>
              <a:ext cx="182"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2293" name="Text Box 42">
            <a:extLst>
              <a:ext uri="{FF2B5EF4-FFF2-40B4-BE49-F238E27FC236}">
                <a16:creationId xmlns:a16="http://schemas.microsoft.com/office/drawing/2014/main" id="{F81F6C13-6023-491A-B6C3-724102E04DDF}"/>
              </a:ext>
            </a:extLst>
          </p:cNvPr>
          <p:cNvSpPr txBox="1">
            <a:spLocks noChangeArrowheads="1"/>
          </p:cNvSpPr>
          <p:nvPr/>
        </p:nvSpPr>
        <p:spPr bwMode="auto">
          <a:xfrm>
            <a:off x="7235825" y="1628775"/>
            <a:ext cx="1214438"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i="1"/>
              <a:t>i</a:t>
            </a:r>
            <a:r>
              <a:rPr lang="en-US" altLang="zh-CN" sz="2400">
                <a:latin typeface="宋体" panose="02010600030101010101" pitchFamily="2" charset="-122"/>
              </a:rPr>
              <a:t>: </a:t>
            </a:r>
            <a:r>
              <a:rPr lang="zh-CN" altLang="en-US" sz="2400" b="1">
                <a:latin typeface="宋体" panose="02010600030101010101" pitchFamily="2" charset="-122"/>
              </a:rPr>
              <a:t>闲置</a:t>
            </a:r>
          </a:p>
          <a:p>
            <a:pPr eaLnBrk="1" hangingPunct="1"/>
            <a:r>
              <a:rPr lang="en-US" altLang="zh-CN" sz="2400" i="1"/>
              <a:t>r</a:t>
            </a:r>
            <a:r>
              <a:rPr lang="en-US" altLang="zh-CN" sz="2400">
                <a:latin typeface="宋体" panose="02010600030101010101" pitchFamily="2" charset="-122"/>
              </a:rPr>
              <a:t>: </a:t>
            </a:r>
            <a:r>
              <a:rPr lang="zh-CN" altLang="en-US" sz="2400" b="1">
                <a:latin typeface="宋体" panose="02010600030101010101" pitchFamily="2" charset="-122"/>
              </a:rPr>
              <a:t>请求</a:t>
            </a:r>
          </a:p>
          <a:p>
            <a:pPr eaLnBrk="1" hangingPunct="1"/>
            <a:r>
              <a:rPr lang="en-US" altLang="zh-CN" sz="2400" i="1"/>
              <a:t>w</a:t>
            </a:r>
            <a:r>
              <a:rPr lang="en-US" altLang="zh-CN" sz="2400">
                <a:latin typeface="宋体" panose="02010600030101010101" pitchFamily="2" charset="-122"/>
              </a:rPr>
              <a:t>:</a:t>
            </a:r>
            <a:r>
              <a:rPr lang="zh-CN" altLang="en-US" sz="2400" b="1">
                <a:latin typeface="宋体" panose="02010600030101010101" pitchFamily="2" charset="-122"/>
              </a:rPr>
              <a:t>访问</a:t>
            </a:r>
          </a:p>
        </p:txBody>
      </p:sp>
      <p:sp>
        <p:nvSpPr>
          <p:cNvPr id="12294" name="Rectangle 43">
            <a:extLst>
              <a:ext uri="{FF2B5EF4-FFF2-40B4-BE49-F238E27FC236}">
                <a16:creationId xmlns:a16="http://schemas.microsoft.com/office/drawing/2014/main" id="{2BDC294B-CADA-459E-B239-71A3D46AE1E9}"/>
              </a:ext>
            </a:extLst>
          </p:cNvPr>
          <p:cNvSpPr>
            <a:spLocks noChangeArrowheads="1"/>
          </p:cNvSpPr>
          <p:nvPr/>
        </p:nvSpPr>
        <p:spPr bwMode="auto">
          <a:xfrm>
            <a:off x="755650" y="5084763"/>
            <a:ext cx="7848600" cy="1287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ts val="3200"/>
              </a:lnSpc>
            </a:pPr>
            <a:r>
              <a:rPr lang="zh-CN" altLang="en-US" sz="2400" b="1"/>
              <a:t>安全性：任意时刻至多一个进程访问资源，</a:t>
            </a:r>
            <a:r>
              <a:rPr lang="zh-CN" altLang="en-US" sz="2400" b="1">
                <a:sym typeface="Symbol" panose="05050102010706020507" pitchFamily="18" charset="2"/>
              </a:rPr>
              <a:t></a:t>
            </a:r>
            <a:r>
              <a:rPr lang="en-US" altLang="zh-CN" sz="2400">
                <a:sym typeface="Symbol" panose="05050102010706020507" pitchFamily="18" charset="2"/>
              </a:rPr>
              <a:t>(</a:t>
            </a:r>
            <a:r>
              <a:rPr lang="en-US" altLang="zh-CN" sz="2400" i="1">
                <a:sym typeface="Symbol" panose="05050102010706020507" pitchFamily="18" charset="2"/>
              </a:rPr>
              <a:t>w</a:t>
            </a:r>
            <a:r>
              <a:rPr lang="en-US" altLang="zh-CN" sz="2400" b="1" baseline="-25000">
                <a:sym typeface="Symbol" panose="05050102010706020507" pitchFamily="18" charset="2"/>
              </a:rPr>
              <a:t>1</a:t>
            </a:r>
            <a:r>
              <a:rPr lang="en-US" altLang="zh-CN" sz="2400" b="1">
                <a:sym typeface="Symbol" panose="05050102010706020507" pitchFamily="18" charset="2"/>
              </a:rPr>
              <a:t></a:t>
            </a:r>
            <a:r>
              <a:rPr lang="en-US" altLang="zh-CN" sz="2400" i="1">
                <a:sym typeface="Symbol" panose="05050102010706020507" pitchFamily="18" charset="2"/>
              </a:rPr>
              <a:t>w</a:t>
            </a:r>
            <a:r>
              <a:rPr lang="en-US" altLang="zh-CN" sz="2400" b="1" baseline="-25000">
                <a:sym typeface="Symbol" panose="05050102010706020507" pitchFamily="18" charset="2"/>
              </a:rPr>
              <a:t>2</a:t>
            </a:r>
            <a:r>
              <a:rPr lang="en-US" altLang="zh-CN" sz="2400">
                <a:sym typeface="Symbol" panose="05050102010706020507" pitchFamily="18" charset="2"/>
              </a:rPr>
              <a:t>)</a:t>
            </a:r>
          </a:p>
          <a:p>
            <a:pPr eaLnBrk="1" hangingPunct="1">
              <a:lnSpc>
                <a:spcPts val="3200"/>
              </a:lnSpc>
            </a:pPr>
            <a:r>
              <a:rPr lang="zh-CN" altLang="en-US" sz="2400" b="1">
                <a:sym typeface="Symbol" panose="05050102010706020507" pitchFamily="18" charset="2"/>
              </a:rPr>
              <a:t>活性：进程对资源的需求总会被满足，</a:t>
            </a:r>
            <a:r>
              <a:rPr lang="en-US" altLang="zh-CN" sz="2400" i="1">
                <a:sym typeface="Symbol" panose="05050102010706020507" pitchFamily="18" charset="2"/>
              </a:rPr>
              <a:t>r</a:t>
            </a:r>
            <a:r>
              <a:rPr lang="en-US" altLang="zh-CN" sz="2400" b="1" i="1" baseline="-25000">
                <a:sym typeface="Symbol" panose="05050102010706020507" pitchFamily="18" charset="2"/>
              </a:rPr>
              <a:t>i </a:t>
            </a:r>
            <a:r>
              <a:rPr lang="en-US" altLang="zh-CN" sz="2400" b="1">
                <a:sym typeface="Symbol" panose="05050102010706020507" pitchFamily="18" charset="2"/>
              </a:rPr>
              <a:t></a:t>
            </a:r>
            <a:r>
              <a:rPr lang="en-US" altLang="zh-CN" sz="2400" i="1">
                <a:sym typeface="Symbol" panose="05050102010706020507" pitchFamily="18" charset="2"/>
              </a:rPr>
              <a:t>w</a:t>
            </a:r>
            <a:r>
              <a:rPr lang="en-US" altLang="zh-CN" sz="2400" b="1" i="1" baseline="-25000">
                <a:sym typeface="Symbol" panose="05050102010706020507" pitchFamily="18" charset="2"/>
              </a:rPr>
              <a:t>i</a:t>
            </a:r>
            <a:r>
              <a:rPr lang="zh-CN" altLang="en-US" sz="2400" b="1">
                <a:sym typeface="Symbol" panose="05050102010706020507" pitchFamily="18" charset="2"/>
              </a:rPr>
              <a:t>，</a:t>
            </a:r>
            <a:r>
              <a:rPr lang="en-US" altLang="zh-CN" sz="2400" i="1">
                <a:sym typeface="Symbol" panose="05050102010706020507" pitchFamily="18" charset="2"/>
              </a:rPr>
              <a:t>i</a:t>
            </a:r>
            <a:r>
              <a:rPr lang="en-US" altLang="zh-CN" sz="2400">
                <a:sym typeface="Symbol" panose="05050102010706020507" pitchFamily="18" charset="2"/>
              </a:rPr>
              <a:t>=1,2</a:t>
            </a:r>
          </a:p>
          <a:p>
            <a:pPr eaLnBrk="1" hangingPunct="1">
              <a:lnSpc>
                <a:spcPts val="3200"/>
              </a:lnSpc>
            </a:pPr>
            <a:r>
              <a:rPr lang="en-US" altLang="zh-CN" sz="2400" b="1">
                <a:sym typeface="Symbol" panose="05050102010706020507" pitchFamily="18" charset="2"/>
              </a:rPr>
              <a:t>            </a:t>
            </a:r>
            <a:r>
              <a:rPr lang="zh-CN" altLang="en-US" sz="2400" b="1">
                <a:sym typeface="Symbol" panose="05050102010706020507" pitchFamily="18" charset="2"/>
              </a:rPr>
              <a:t>代表将来某个时刻   </a:t>
            </a:r>
            <a:endParaRPr lang="zh-CN" altLang="en-US" sz="2400">
              <a:sym typeface="Symbol" panose="05050102010706020507" pitchFamily="18" charset="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a:extLst>
              <a:ext uri="{FF2B5EF4-FFF2-40B4-BE49-F238E27FC236}">
                <a16:creationId xmlns:a16="http://schemas.microsoft.com/office/drawing/2014/main" id="{0E01C7D6-F894-4453-A842-A0ED97E6D856}"/>
              </a:ext>
            </a:extLst>
          </p:cNvPr>
          <p:cNvSpPr>
            <a:spLocks noGrp="1" noChangeArrowheads="1"/>
          </p:cNvSpPr>
          <p:nvPr>
            <p:ph type="title"/>
          </p:nvPr>
        </p:nvSpPr>
        <p:spPr>
          <a:xfrm>
            <a:off x="611188" y="188913"/>
            <a:ext cx="8229600" cy="777875"/>
          </a:xfrm>
        </p:spPr>
        <p:txBody>
          <a:bodyPr/>
          <a:lstStyle/>
          <a:p>
            <a:pPr eaLnBrk="1" hangingPunct="1">
              <a:defRPr/>
            </a:pPr>
            <a:r>
              <a:rPr lang="zh-CN" altLang="en-US" b="1" dirty="0">
                <a:solidFill>
                  <a:srgbClr val="C00000"/>
                </a:solidFill>
                <a:effectLst>
                  <a:outerShdw blurRad="38100" dist="38100" dir="2700000" algn="tl">
                    <a:srgbClr val="000000">
                      <a:alpha val="43137"/>
                    </a:srgbClr>
                  </a:outerShdw>
                </a:effectLst>
              </a:rPr>
              <a:t>                  离散数学与计算机科学</a:t>
            </a:r>
          </a:p>
        </p:txBody>
      </p:sp>
      <p:sp>
        <p:nvSpPr>
          <p:cNvPr id="13316" name="Rectangle 3">
            <a:extLst>
              <a:ext uri="{FF2B5EF4-FFF2-40B4-BE49-F238E27FC236}">
                <a16:creationId xmlns:a16="http://schemas.microsoft.com/office/drawing/2014/main" id="{BA0879C9-B790-4995-8B03-0778EC9DC0F2}"/>
              </a:ext>
            </a:extLst>
          </p:cNvPr>
          <p:cNvSpPr>
            <a:spLocks noGrp="1" noChangeArrowheads="1"/>
          </p:cNvSpPr>
          <p:nvPr>
            <p:ph idx="1"/>
          </p:nvPr>
        </p:nvSpPr>
        <p:spPr>
          <a:xfrm>
            <a:off x="323850" y="1125538"/>
            <a:ext cx="8329613" cy="5040312"/>
          </a:xfrm>
        </p:spPr>
        <p:txBody>
          <a:bodyPr/>
          <a:lstStyle/>
          <a:p>
            <a:pPr eaLnBrk="1" hangingPunct="1"/>
            <a:r>
              <a:rPr lang="zh-CN" altLang="en-US" b="1">
                <a:solidFill>
                  <a:srgbClr val="C00000"/>
                </a:solidFill>
                <a:latin typeface="Arial" panose="020B0604020202020204" pitchFamily="34" charset="0"/>
              </a:rPr>
              <a:t>计算机科学的课程体系</a:t>
            </a:r>
          </a:p>
          <a:p>
            <a:pPr lvl="1" eaLnBrk="1" hangingPunct="1">
              <a:spcBef>
                <a:spcPts val="600"/>
              </a:spcBef>
            </a:pPr>
            <a:r>
              <a:rPr lang="en-US" altLang="zh-CN" sz="2400">
                <a:latin typeface="Arial" panose="020B0604020202020204" pitchFamily="34" charset="0"/>
              </a:rPr>
              <a:t>IEEE ACM Computing Curricula 2001-2005 </a:t>
            </a:r>
          </a:p>
          <a:p>
            <a:pPr lvl="1" eaLnBrk="1" hangingPunct="1">
              <a:spcBef>
                <a:spcPts val="600"/>
              </a:spcBef>
            </a:pPr>
            <a:r>
              <a:rPr lang="zh-CN" altLang="en-US" sz="2400" b="1">
                <a:latin typeface="宋体" panose="02010600030101010101" pitchFamily="2" charset="-122"/>
              </a:rPr>
              <a:t>教育部计算机科学与技术专业教指会发布系列报告</a:t>
            </a:r>
            <a:endParaRPr lang="en-US" altLang="zh-CN" sz="2400" b="1">
              <a:latin typeface="宋体" panose="02010600030101010101" pitchFamily="2" charset="-122"/>
            </a:endParaRPr>
          </a:p>
          <a:p>
            <a:pPr lvl="1" eaLnBrk="1" hangingPunct="1">
              <a:lnSpc>
                <a:spcPts val="3200"/>
              </a:lnSpc>
              <a:spcBef>
                <a:spcPts val="600"/>
              </a:spcBef>
              <a:buFont typeface="Arial" panose="020B0604020202020204" pitchFamily="34" charset="0"/>
              <a:buNone/>
            </a:pPr>
            <a:r>
              <a:rPr lang="en-US" altLang="zh-CN" sz="2400" b="1">
                <a:latin typeface="宋体" panose="02010600030101010101" pitchFamily="2" charset="-122"/>
              </a:rPr>
              <a:t>《</a:t>
            </a:r>
            <a:r>
              <a:rPr lang="zh-CN" altLang="en-US" sz="2400" b="1">
                <a:latin typeface="宋体" panose="02010600030101010101" pitchFamily="2" charset="-122"/>
              </a:rPr>
              <a:t>高等学校计算机科学与技术专业发展战略研究报告暨专业规范（试行）</a:t>
            </a:r>
            <a:r>
              <a:rPr lang="en-US" altLang="zh-CN" sz="2400" b="1">
                <a:latin typeface="宋体" panose="02010600030101010101" pitchFamily="2" charset="-122"/>
              </a:rPr>
              <a:t>》,</a:t>
            </a:r>
            <a:r>
              <a:rPr lang="zh-CN" altLang="en-US" sz="2400" b="1">
                <a:latin typeface="宋体" panose="02010600030101010101" pitchFamily="2" charset="-122"/>
              </a:rPr>
              <a:t>高教出版社，</a:t>
            </a:r>
            <a:r>
              <a:rPr lang="en-US" altLang="zh-CN" sz="2400">
                <a:latin typeface="Arial" panose="020B0604020202020204" pitchFamily="34" charset="0"/>
                <a:ea typeface="Arial Unicode MS" pitchFamily="34" charset="-122"/>
                <a:cs typeface="Arial" panose="020B0604020202020204" pitchFamily="34" charset="0"/>
              </a:rPr>
              <a:t>2006</a:t>
            </a:r>
            <a:r>
              <a:rPr lang="zh-CN" altLang="en-US" sz="2400">
                <a:latin typeface="Arial" panose="020B0604020202020204" pitchFamily="34" charset="0"/>
                <a:ea typeface="Arial Unicode MS" pitchFamily="34" charset="-122"/>
                <a:cs typeface="Arial" panose="020B0604020202020204" pitchFamily="34" charset="0"/>
              </a:rPr>
              <a:t> </a:t>
            </a:r>
            <a:endParaRPr lang="en-US" altLang="zh-CN" sz="2400">
              <a:latin typeface="Arial" panose="020B0604020202020204" pitchFamily="34" charset="0"/>
              <a:ea typeface="Arial Unicode MS" pitchFamily="34" charset="-122"/>
              <a:cs typeface="Arial" panose="020B0604020202020204" pitchFamily="34" charset="0"/>
            </a:endParaRPr>
          </a:p>
          <a:p>
            <a:pPr lvl="1" eaLnBrk="1" hangingPunct="1">
              <a:lnSpc>
                <a:spcPts val="3200"/>
              </a:lnSpc>
              <a:spcBef>
                <a:spcPts val="600"/>
              </a:spcBef>
              <a:buFont typeface="Arial" panose="020B0604020202020204" pitchFamily="34" charset="0"/>
              <a:buNone/>
            </a:pPr>
            <a:r>
              <a:rPr lang="en-US" altLang="zh-CN" sz="2400">
                <a:latin typeface="Arial" panose="020B0604020202020204" pitchFamily="34" charset="0"/>
                <a:ea typeface="Arial Unicode MS" pitchFamily="34" charset="-122"/>
                <a:cs typeface="Arial" panose="020B0604020202020204" pitchFamily="34" charset="0"/>
              </a:rPr>
              <a:t>《</a:t>
            </a:r>
            <a:r>
              <a:rPr lang="zh-CN" altLang="en-US" sz="2400" b="1">
                <a:latin typeface="楷体_GB2312" pitchFamily="49" charset="-122"/>
              </a:rPr>
              <a:t>高等学校计算机科学与技术专业公共核心知识体系与课程</a:t>
            </a:r>
            <a:r>
              <a:rPr lang="en-US" altLang="zh-CN" sz="2400" b="1">
                <a:latin typeface="楷体_GB2312" pitchFamily="49" charset="-122"/>
              </a:rPr>
              <a:t>》</a:t>
            </a:r>
            <a:r>
              <a:rPr lang="zh-CN" altLang="en-US" sz="2400" b="1">
                <a:latin typeface="楷体_GB2312" pitchFamily="49" charset="-122"/>
              </a:rPr>
              <a:t>，清华大学出版社，</a:t>
            </a:r>
            <a:r>
              <a:rPr lang="en-US" altLang="zh-CN" sz="2400">
                <a:latin typeface="Arial" panose="020B0604020202020204" pitchFamily="34" charset="0"/>
                <a:cs typeface="Arial" panose="020B0604020202020204" pitchFamily="34" charset="0"/>
              </a:rPr>
              <a:t>2007.</a:t>
            </a:r>
          </a:p>
          <a:p>
            <a:pPr lvl="1" eaLnBrk="1" hangingPunct="1">
              <a:lnSpc>
                <a:spcPts val="3200"/>
              </a:lnSpc>
              <a:spcBef>
                <a:spcPts val="600"/>
              </a:spcBef>
              <a:buFont typeface="Arial" panose="020B0604020202020204" pitchFamily="34" charset="0"/>
              <a:buNone/>
            </a:pPr>
            <a:r>
              <a:rPr lang="en-US" altLang="zh-CN" sz="2400" b="1">
                <a:latin typeface="楷体_GB2312" pitchFamily="49" charset="-122"/>
              </a:rPr>
              <a:t>《</a:t>
            </a:r>
            <a:r>
              <a:rPr lang="zh-CN" altLang="en-US" sz="2400" b="1">
                <a:latin typeface="楷体_GB2312" pitchFamily="49" charset="-122"/>
              </a:rPr>
              <a:t>高等学校计算机科学与技术专业实践教学体系与规范</a:t>
            </a:r>
            <a:r>
              <a:rPr lang="en-US" altLang="zh-CN" sz="2400" b="1">
                <a:latin typeface="楷体_GB2312" pitchFamily="49" charset="-122"/>
              </a:rPr>
              <a:t>》,</a:t>
            </a:r>
            <a:r>
              <a:rPr lang="zh-CN" altLang="en-US" sz="2400" b="1">
                <a:latin typeface="楷体_GB2312" pitchFamily="49" charset="-122"/>
              </a:rPr>
              <a:t>清华大学出版社，</a:t>
            </a:r>
            <a:r>
              <a:rPr lang="en-US" altLang="zh-CN" sz="2400">
                <a:latin typeface="Arial" panose="020B0604020202020204" pitchFamily="34" charset="0"/>
                <a:cs typeface="Arial" panose="020B0604020202020204" pitchFamily="34" charset="0"/>
              </a:rPr>
              <a:t>2008. </a:t>
            </a:r>
          </a:p>
          <a:p>
            <a:pPr lvl="1" eaLnBrk="1" hangingPunct="1">
              <a:lnSpc>
                <a:spcPts val="3200"/>
              </a:lnSpc>
              <a:spcBef>
                <a:spcPts val="600"/>
              </a:spcBef>
              <a:buFont typeface="Arial" panose="020B0604020202020204" pitchFamily="34" charset="0"/>
              <a:buNone/>
            </a:pPr>
            <a:r>
              <a:rPr lang="en-US" altLang="zh-CN" sz="2400" b="1">
                <a:latin typeface="楷体_GB2312" pitchFamily="49" charset="-122"/>
              </a:rPr>
              <a:t>《</a:t>
            </a:r>
            <a:r>
              <a:rPr lang="zh-CN" altLang="en-US" sz="2400" b="1">
                <a:latin typeface="楷体_GB2312" pitchFamily="49" charset="-122"/>
              </a:rPr>
              <a:t>高等学校计算机科学与技术专业核心课程教学实施方案</a:t>
            </a:r>
            <a:r>
              <a:rPr lang="en-US" altLang="zh-CN" sz="2400" b="1">
                <a:latin typeface="楷体_GB2312" pitchFamily="49" charset="-122"/>
              </a:rPr>
              <a:t>》</a:t>
            </a:r>
            <a:r>
              <a:rPr lang="zh-CN" altLang="en-US" sz="2400" b="1">
                <a:latin typeface="楷体_GB2312" pitchFamily="49" charset="-122"/>
              </a:rPr>
              <a:t>，高等教育出版社，</a:t>
            </a:r>
            <a:r>
              <a:rPr lang="en-US" altLang="zh-CN" sz="2400">
                <a:latin typeface="Arial" panose="020B0604020202020204" pitchFamily="34" charset="0"/>
                <a:cs typeface="Arial" panose="020B0604020202020204" pitchFamily="34" charset="0"/>
              </a:rPr>
              <a:t>2009.</a:t>
            </a:r>
            <a:endParaRPr lang="en-US" altLang="zh-CN" sz="2400">
              <a:latin typeface="Arial" panose="020B0604020202020204" pitchFamily="34" charset="0"/>
              <a:ea typeface="Arial Unicode MS" pitchFamily="34" charset="-122"/>
            </a:endParaRPr>
          </a:p>
          <a:p>
            <a:pPr lvl="1" eaLnBrk="1" hangingPunct="1">
              <a:spcBef>
                <a:spcPct val="0"/>
              </a:spcBef>
            </a:pPr>
            <a:endParaRPr lang="en-US" altLang="zh-CN" sz="2400">
              <a:latin typeface="Arial" panose="020B0604020202020204" pitchFamily="34" charset="0"/>
              <a:ea typeface="Arial Unicode MS" pitchFamily="34" charset="-122"/>
            </a:endParaRPr>
          </a:p>
          <a:p>
            <a:pPr lvl="1" eaLnBrk="1" hangingPunct="1">
              <a:spcBef>
                <a:spcPct val="0"/>
              </a:spcBef>
            </a:pPr>
            <a:endParaRPr lang="zh-CN" altLang="en-US" sz="2400">
              <a:latin typeface="Arial" panose="020B0604020202020204" pitchFamily="34" charset="0"/>
              <a:ea typeface="Arial Unicode MS" pitchFamily="34" charset="-122"/>
            </a:endParaRPr>
          </a:p>
          <a:p>
            <a:pPr eaLnBrk="1" hangingPunct="1"/>
            <a:endParaRPr lang="en-US" altLang="zh-CN"/>
          </a:p>
        </p:txBody>
      </p:sp>
      <p:sp>
        <p:nvSpPr>
          <p:cNvPr id="8194" name="灯片编号占位符 5">
            <a:extLst>
              <a:ext uri="{FF2B5EF4-FFF2-40B4-BE49-F238E27FC236}">
                <a16:creationId xmlns:a16="http://schemas.microsoft.com/office/drawing/2014/main" id="{3E60A254-FFC6-4082-A26E-168B3D690422}"/>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461BF92-5F1D-4869-B1C8-77791BF85D56}" type="slidenum">
              <a:rPr lang="en-US" altLang="zh-CN">
                <a:solidFill>
                  <a:srgbClr val="898989"/>
                </a:solidFill>
              </a:rPr>
              <a:pPr eaLnBrk="1" hangingPunct="1"/>
              <a:t>12</a:t>
            </a:fld>
            <a:endParaRPr lang="en-US" altLang="zh-CN">
              <a:solidFill>
                <a:srgbClr val="898989"/>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内容占位符 6">
            <a:extLst>
              <a:ext uri="{FF2B5EF4-FFF2-40B4-BE49-F238E27FC236}">
                <a16:creationId xmlns:a16="http://schemas.microsoft.com/office/drawing/2014/main" id="{FA271D07-90D7-44E7-955A-990324F364BE}"/>
              </a:ext>
            </a:extLst>
          </p:cNvPr>
          <p:cNvSpPr>
            <a:spLocks noGrp="1"/>
          </p:cNvSpPr>
          <p:nvPr>
            <p:ph idx="1"/>
          </p:nvPr>
        </p:nvSpPr>
        <p:spPr>
          <a:xfrm>
            <a:off x="457200" y="1412875"/>
            <a:ext cx="8229600" cy="4895850"/>
          </a:xfrm>
        </p:spPr>
        <p:txBody>
          <a:bodyPr/>
          <a:lstStyle/>
          <a:p>
            <a:pPr>
              <a:lnSpc>
                <a:spcPts val="3200"/>
              </a:lnSpc>
            </a:pPr>
            <a:r>
              <a:rPr lang="zh-CN" altLang="en-US" sz="2400" b="1"/>
              <a:t>离散结构是计算机科学的基础内容，可以为计算机系统提供其处理对象的状态及其变换的有效描述。所以，计算机科学与技术有关的许多领域都要用到离散结构中的概念。</a:t>
            </a:r>
          </a:p>
          <a:p>
            <a:pPr>
              <a:lnSpc>
                <a:spcPts val="3200"/>
              </a:lnSpc>
              <a:spcBef>
                <a:spcPts val="1200"/>
              </a:spcBef>
            </a:pPr>
            <a:r>
              <a:rPr lang="zh-CN" altLang="en-US" sz="2400" b="1"/>
              <a:t>数据结构和算法分析与设计中含有大量离散结构的内容。例如，在形式证明、验证、密码学的研究与学习中要有理解形式证明的能力。图论中的概念被用于计算机网络、操作系统和编译系统等领域。集合论的概念被用在软件工程和数据库中。</a:t>
            </a:r>
          </a:p>
          <a:p>
            <a:pPr>
              <a:lnSpc>
                <a:spcPts val="3200"/>
              </a:lnSpc>
              <a:spcBef>
                <a:spcPts val="1200"/>
              </a:spcBef>
            </a:pPr>
            <a:r>
              <a:rPr lang="zh-CN" altLang="en-US" sz="2400" b="1"/>
              <a:t>学习离散数学不仅能够帮助学生更好地理解专业课程的教学内容，同时也为学生在将来的计算机科学技术的研究和工程应用中打下坚实的理论基础。</a:t>
            </a:r>
          </a:p>
          <a:p>
            <a:endParaRPr lang="zh-CN" altLang="en-US" sz="2400"/>
          </a:p>
        </p:txBody>
      </p:sp>
      <p:sp>
        <p:nvSpPr>
          <p:cNvPr id="20483" name="灯片编号占位符 1">
            <a:extLst>
              <a:ext uri="{FF2B5EF4-FFF2-40B4-BE49-F238E27FC236}">
                <a16:creationId xmlns:a16="http://schemas.microsoft.com/office/drawing/2014/main" id="{60FDA2CB-DA2C-4EF2-93FF-6F635A5F900A}"/>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749CB3D-41B7-4F57-B162-343D3C4E2EB6}" type="slidenum">
              <a:rPr lang="en-US" altLang="zh-CN">
                <a:solidFill>
                  <a:srgbClr val="898989"/>
                </a:solidFill>
              </a:rPr>
              <a:pPr eaLnBrk="1" hangingPunct="1"/>
              <a:t>13</a:t>
            </a:fld>
            <a:endParaRPr lang="en-US" altLang="zh-CN">
              <a:solidFill>
                <a:srgbClr val="898989"/>
              </a:solidFill>
            </a:endParaRPr>
          </a:p>
        </p:txBody>
      </p:sp>
      <p:sp>
        <p:nvSpPr>
          <p:cNvPr id="3" name="Rectangle 2">
            <a:extLst>
              <a:ext uri="{FF2B5EF4-FFF2-40B4-BE49-F238E27FC236}">
                <a16:creationId xmlns:a16="http://schemas.microsoft.com/office/drawing/2014/main" id="{E272C3FA-88BC-4D59-8BD2-36E65574962A}"/>
              </a:ext>
            </a:extLst>
          </p:cNvPr>
          <p:cNvSpPr txBox="1">
            <a:spLocks noChangeArrowheads="1"/>
          </p:cNvSpPr>
          <p:nvPr/>
        </p:nvSpPr>
        <p:spPr>
          <a:xfrm>
            <a:off x="428625" y="44450"/>
            <a:ext cx="8229600" cy="1143000"/>
          </a:xfrm>
          <a:prstGeom prst="rect">
            <a:avLst/>
          </a:prstGeom>
        </p:spPr>
        <p:txBody>
          <a:bodyPr/>
          <a:lstStyle/>
          <a:p>
            <a:pPr>
              <a:defRPr/>
            </a:pPr>
            <a:r>
              <a:rPr lang="zh-CN" altLang="en-US" sz="4000" b="1" kern="0" dirty="0">
                <a:solidFill>
                  <a:srgbClr val="C00000"/>
                </a:solidFill>
                <a:effectLst>
                  <a:outerShdw blurRad="38100" dist="38100" dir="2700000" algn="tl">
                    <a:srgbClr val="000000">
                      <a:alpha val="43137"/>
                    </a:srgbClr>
                  </a:outerShdw>
                </a:effectLst>
                <a:latin typeface="+mj-lt"/>
                <a:ea typeface="+mj-ea"/>
                <a:cs typeface="+mj-cs"/>
              </a:rPr>
              <a:t>                              </a:t>
            </a:r>
            <a:r>
              <a:rPr lang="zh-CN" altLang="en-US" sz="4400" b="1" kern="0" dirty="0">
                <a:solidFill>
                  <a:srgbClr val="C00000"/>
                </a:solidFill>
                <a:effectLst>
                  <a:outerShdw blurRad="38100" dist="38100" dir="2700000" algn="tl">
                    <a:srgbClr val="000000">
                      <a:alpha val="43137"/>
                    </a:srgbClr>
                  </a:outerShdw>
                </a:effectLst>
                <a:latin typeface="+mj-lt"/>
                <a:ea typeface="+mj-ea"/>
                <a:cs typeface="+mj-cs"/>
              </a:rPr>
              <a:t>离散数学的定位</a:t>
            </a:r>
            <a:endParaRPr lang="en-US" altLang="zh-CN" sz="4400" b="1" kern="0" dirty="0">
              <a:solidFill>
                <a:srgbClr val="C00000"/>
              </a:solidFill>
              <a:effectLst>
                <a:outerShdw blurRad="38100" dist="38100" dir="2700000" algn="tl">
                  <a:srgbClr val="000000">
                    <a:alpha val="43137"/>
                  </a:srgbClr>
                </a:outerShdw>
              </a:effectLst>
              <a:latin typeface="+mj-lt"/>
              <a:ea typeface="+mj-ea"/>
              <a:cs typeface="+mj-cs"/>
            </a:endParaRPr>
          </a:p>
          <a:p>
            <a:pPr>
              <a:defRPr/>
            </a:pPr>
            <a:r>
              <a:rPr lang="en-US" altLang="zh-CN" sz="4000" b="1" kern="0" dirty="0">
                <a:solidFill>
                  <a:srgbClr val="C00000"/>
                </a:solidFill>
                <a:effectLst>
                  <a:outerShdw blurRad="38100" dist="38100" dir="2700000" algn="tl">
                    <a:srgbClr val="000000">
                      <a:alpha val="43137"/>
                    </a:srgbClr>
                  </a:outerShdw>
                </a:effectLst>
                <a:latin typeface="+mj-lt"/>
                <a:ea typeface="+mj-ea"/>
                <a:cs typeface="+mj-cs"/>
              </a:rPr>
              <a:t>                               </a:t>
            </a:r>
            <a:r>
              <a:rPr lang="zh-CN" altLang="en-US" sz="3200" b="1" kern="0" dirty="0">
                <a:solidFill>
                  <a:srgbClr val="C00000"/>
                </a:solidFill>
                <a:effectLst>
                  <a:outerShdw blurRad="38100" dist="38100" dir="2700000" algn="tl">
                    <a:srgbClr val="000000">
                      <a:alpha val="43137"/>
                    </a:srgbClr>
                  </a:outerShdw>
                </a:effectLst>
                <a:latin typeface="+mj-lt"/>
                <a:ea typeface="+mj-ea"/>
                <a:cs typeface="+mj-cs"/>
              </a:rPr>
              <a:t>－摘自</a:t>
            </a:r>
            <a:r>
              <a:rPr lang="en-US" altLang="zh-CN" sz="3200" b="1" kern="0" dirty="0">
                <a:solidFill>
                  <a:srgbClr val="C00000"/>
                </a:solidFill>
                <a:effectLst>
                  <a:outerShdw blurRad="38100" dist="38100" dir="2700000" algn="tl">
                    <a:srgbClr val="000000">
                      <a:alpha val="43137"/>
                    </a:srgbClr>
                  </a:outerShdw>
                </a:effectLst>
                <a:latin typeface="+mj-lt"/>
                <a:ea typeface="+mj-ea"/>
                <a:cs typeface="+mj-cs"/>
              </a:rPr>
              <a:t>《</a:t>
            </a:r>
            <a:r>
              <a:rPr lang="zh-CN" altLang="en-US" sz="3200" b="1" kern="0" dirty="0">
                <a:solidFill>
                  <a:srgbClr val="C00000"/>
                </a:solidFill>
                <a:effectLst>
                  <a:outerShdw blurRad="38100" dist="38100" dir="2700000" algn="tl">
                    <a:srgbClr val="000000">
                      <a:alpha val="43137"/>
                    </a:srgbClr>
                  </a:outerShdw>
                </a:effectLst>
                <a:latin typeface="+mj-lt"/>
                <a:ea typeface="+mj-ea"/>
                <a:cs typeface="+mj-cs"/>
              </a:rPr>
              <a:t>专业规范</a:t>
            </a:r>
            <a:r>
              <a:rPr lang="en-US" altLang="zh-CN" sz="3200" b="1" kern="0" dirty="0">
                <a:solidFill>
                  <a:srgbClr val="C00000"/>
                </a:solidFill>
                <a:effectLst>
                  <a:outerShdw blurRad="38100" dist="38100" dir="2700000" algn="tl">
                    <a:srgbClr val="000000">
                      <a:alpha val="43137"/>
                    </a:srgbClr>
                  </a:outerShdw>
                </a:effectLst>
                <a:latin typeface="+mj-lt"/>
                <a:ea typeface="+mj-ea"/>
                <a:cs typeface="+mj-cs"/>
              </a:rPr>
              <a:t>》</a:t>
            </a:r>
          </a:p>
          <a:p>
            <a:pPr>
              <a:defRPr/>
            </a:pPr>
            <a:endParaRPr lang="zh-CN" altLang="en-US" sz="4000" b="1" kern="0" dirty="0">
              <a:solidFill>
                <a:srgbClr val="800000"/>
              </a:solidFill>
              <a:latin typeface="+mj-lt"/>
              <a:ea typeface="+mj-ea"/>
              <a:cs typeface="+mj-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a:extLst>
              <a:ext uri="{FF2B5EF4-FFF2-40B4-BE49-F238E27FC236}">
                <a16:creationId xmlns:a16="http://schemas.microsoft.com/office/drawing/2014/main" id="{0FE34D9D-D471-44DF-B069-5B3498BB2388}"/>
              </a:ext>
            </a:extLst>
          </p:cNvPr>
          <p:cNvSpPr>
            <a:spLocks noGrp="1" noChangeArrowheads="1"/>
          </p:cNvSpPr>
          <p:nvPr>
            <p:ph type="title"/>
          </p:nvPr>
        </p:nvSpPr>
        <p:spPr>
          <a:xfrm>
            <a:off x="395288" y="188913"/>
            <a:ext cx="8472487" cy="792162"/>
          </a:xfrm>
        </p:spPr>
        <p:txBody>
          <a:bodyPr/>
          <a:lstStyle/>
          <a:p>
            <a:pPr eaLnBrk="1" hangingPunct="1">
              <a:defRPr/>
            </a:pPr>
            <a:r>
              <a:rPr lang="zh-CN" altLang="en-US" sz="4000" b="1" dirty="0">
                <a:solidFill>
                  <a:srgbClr val="C00000"/>
                </a:solidFill>
                <a:effectLst>
                  <a:outerShdw blurRad="38100" dist="38100" dir="2700000" algn="tl">
                    <a:srgbClr val="000000">
                      <a:alpha val="43137"/>
                    </a:srgbClr>
                  </a:outerShdw>
                </a:effectLst>
              </a:rPr>
              <a:t>                    掌握正确的学科方法</a:t>
            </a:r>
          </a:p>
        </p:txBody>
      </p:sp>
      <p:sp>
        <p:nvSpPr>
          <p:cNvPr id="16388" name="Rectangle 3">
            <a:extLst>
              <a:ext uri="{FF2B5EF4-FFF2-40B4-BE49-F238E27FC236}">
                <a16:creationId xmlns:a16="http://schemas.microsoft.com/office/drawing/2014/main" id="{5CCA9900-3C7C-412A-B279-993C4BD7EC02}"/>
              </a:ext>
            </a:extLst>
          </p:cNvPr>
          <p:cNvSpPr>
            <a:spLocks noGrp="1" noChangeArrowheads="1"/>
          </p:cNvSpPr>
          <p:nvPr>
            <p:ph idx="1"/>
          </p:nvPr>
        </p:nvSpPr>
        <p:spPr>
          <a:xfrm>
            <a:off x="468313" y="1196975"/>
            <a:ext cx="8102600" cy="5040313"/>
          </a:xfrm>
        </p:spPr>
        <p:txBody>
          <a:bodyPr/>
          <a:lstStyle/>
          <a:p>
            <a:pPr eaLnBrk="1" hangingPunct="1">
              <a:buFont typeface="Arial" charset="0"/>
              <a:buChar char="•"/>
              <a:defRPr/>
            </a:pPr>
            <a:r>
              <a:rPr lang="zh-CN" altLang="en-US" sz="2800" b="1" dirty="0">
                <a:solidFill>
                  <a:srgbClr val="C00000"/>
                </a:solidFill>
              </a:rPr>
              <a:t>计算机科学的数学方法</a:t>
            </a:r>
            <a:endParaRPr lang="en-US" altLang="zh-CN" sz="2800" b="1" dirty="0">
              <a:solidFill>
                <a:srgbClr val="C00000"/>
              </a:solidFill>
            </a:endParaRPr>
          </a:p>
          <a:p>
            <a:pPr lvl="1" eaLnBrk="1" hangingPunct="1">
              <a:lnSpc>
                <a:spcPts val="3200"/>
              </a:lnSpc>
              <a:buFont typeface="Arial" charset="0"/>
              <a:buChar char="–"/>
              <a:defRPr/>
            </a:pPr>
            <a:r>
              <a:rPr lang="zh-CN" altLang="en-US" sz="2400" b="1" dirty="0"/>
              <a:t>用数学为工具进行科学研究的方法，用数学语言表示事物的状态、关系和过程，经推导形成解释和判断。</a:t>
            </a:r>
            <a:endParaRPr lang="en-US" altLang="zh-CN" sz="2400" b="1" dirty="0"/>
          </a:p>
          <a:p>
            <a:pPr lvl="1" eaLnBrk="1" hangingPunct="1">
              <a:lnSpc>
                <a:spcPts val="3200"/>
              </a:lnSpc>
              <a:buFont typeface="Arial" charset="0"/>
              <a:buChar char="–"/>
              <a:defRPr/>
            </a:pPr>
            <a:r>
              <a:rPr lang="zh-CN" altLang="en-US" sz="2400" b="1" dirty="0"/>
              <a:t>特点：高度抽象、高度精确、具有普遍意义</a:t>
            </a:r>
            <a:endParaRPr lang="en-US" altLang="zh-CN" sz="2400" b="1" dirty="0"/>
          </a:p>
          <a:p>
            <a:pPr lvl="1" eaLnBrk="1" hangingPunct="1">
              <a:lnSpc>
                <a:spcPts val="3200"/>
              </a:lnSpc>
              <a:buFont typeface="Arial" charset="0"/>
              <a:buChar char="–"/>
              <a:defRPr/>
            </a:pPr>
            <a:r>
              <a:rPr lang="zh-CN" altLang="en-US" sz="2400" b="1" dirty="0"/>
              <a:t>应用：研究计算机科学技术的形式化语言、数量分析和计算方法、逻辑推理工具</a:t>
            </a:r>
            <a:endParaRPr lang="en-US" altLang="zh-CN" sz="2400" b="1" dirty="0"/>
          </a:p>
          <a:p>
            <a:pPr marL="396000" eaLnBrk="1" hangingPunct="1">
              <a:spcBef>
                <a:spcPts val="1200"/>
              </a:spcBef>
              <a:buFont typeface="Arial" charset="0"/>
              <a:buChar char="•"/>
              <a:defRPr/>
            </a:pPr>
            <a:r>
              <a:rPr lang="zh-CN" altLang="en-US" sz="2800" b="1" dirty="0">
                <a:solidFill>
                  <a:srgbClr val="C00000"/>
                </a:solidFill>
              </a:rPr>
              <a:t>系统科学方法</a:t>
            </a:r>
            <a:endParaRPr lang="en-US" altLang="zh-CN" sz="2800" b="1" dirty="0">
              <a:solidFill>
                <a:srgbClr val="C00000"/>
              </a:solidFill>
            </a:endParaRPr>
          </a:p>
          <a:p>
            <a:pPr lvl="1" eaLnBrk="1" hangingPunct="1">
              <a:lnSpc>
                <a:spcPts val="3200"/>
              </a:lnSpc>
              <a:buFont typeface="Arial" charset="0"/>
              <a:buChar char="–"/>
              <a:defRPr/>
            </a:pPr>
            <a:r>
              <a:rPr lang="zh-CN" altLang="en-US" sz="2400" b="1" dirty="0"/>
              <a:t>将研究的对象看作一个整体以使思维聚焦于适当的抽象级别上，力争达到系统的整体优化</a:t>
            </a:r>
            <a:endParaRPr lang="en-US" altLang="zh-CN" sz="2400" b="1" dirty="0"/>
          </a:p>
          <a:p>
            <a:pPr lvl="1" eaLnBrk="1" hangingPunct="1">
              <a:lnSpc>
                <a:spcPts val="3200"/>
              </a:lnSpc>
              <a:buFont typeface="Arial" charset="0"/>
              <a:buChar char="–"/>
              <a:defRPr/>
            </a:pPr>
            <a:r>
              <a:rPr lang="zh-CN" altLang="en-US" sz="2400" b="1" dirty="0"/>
              <a:t>例如：原型法、功能模拟法、面向对象方法、逐步求精、自底向上、自顶向下、分治法、</a:t>
            </a:r>
            <a:r>
              <a:rPr lang="en-US" altLang="zh-CN" sz="2400" b="1" dirty="0"/>
              <a:t>…</a:t>
            </a:r>
            <a:endParaRPr lang="zh-CN" altLang="en-US" sz="2400" b="1" dirty="0"/>
          </a:p>
        </p:txBody>
      </p:sp>
      <p:sp>
        <p:nvSpPr>
          <p:cNvPr id="21506" name="灯片编号占位符 5">
            <a:extLst>
              <a:ext uri="{FF2B5EF4-FFF2-40B4-BE49-F238E27FC236}">
                <a16:creationId xmlns:a16="http://schemas.microsoft.com/office/drawing/2014/main" id="{8D12524D-B890-4AF8-B0E4-60B77970FA6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84D63FA-3277-4394-9F6C-1371B29F2222}" type="slidenum">
              <a:rPr lang="en-US" altLang="zh-CN">
                <a:solidFill>
                  <a:srgbClr val="898989"/>
                </a:solidFill>
              </a:rPr>
              <a:pPr eaLnBrk="1" hangingPunct="1"/>
              <a:t>14</a:t>
            </a:fld>
            <a:endParaRPr lang="en-US" altLang="zh-CN">
              <a:solidFill>
                <a:srgbClr val="898989"/>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a:extLst>
              <a:ext uri="{FF2B5EF4-FFF2-40B4-BE49-F238E27FC236}">
                <a16:creationId xmlns:a16="http://schemas.microsoft.com/office/drawing/2014/main" id="{7C1F8F13-CDFF-478D-B7BD-5A047A81E7DC}"/>
              </a:ext>
            </a:extLst>
          </p:cNvPr>
          <p:cNvSpPr>
            <a:spLocks noGrp="1"/>
          </p:cNvSpPr>
          <p:nvPr>
            <p:ph type="title"/>
          </p:nvPr>
        </p:nvSpPr>
        <p:spPr>
          <a:xfrm>
            <a:off x="457200" y="274638"/>
            <a:ext cx="8229600" cy="777875"/>
          </a:xfrm>
        </p:spPr>
        <p:txBody>
          <a:bodyPr/>
          <a:lstStyle/>
          <a:p>
            <a:pPr>
              <a:defRPr/>
            </a:pPr>
            <a:r>
              <a:rPr lang="zh-CN" altLang="en-US" b="1" dirty="0">
                <a:solidFill>
                  <a:srgbClr val="C00000"/>
                </a:solidFill>
                <a:effectLst>
                  <a:outerShdw blurRad="38100" dist="38100" dir="2700000" algn="tl">
                    <a:srgbClr val="000000">
                      <a:alpha val="43137"/>
                    </a:srgbClr>
                  </a:outerShdw>
                </a:effectLst>
              </a:rPr>
              <a:t>                       计算思维与能力培养</a:t>
            </a:r>
          </a:p>
        </p:txBody>
      </p:sp>
      <p:sp>
        <p:nvSpPr>
          <p:cNvPr id="16388" name="内容占位符 2">
            <a:extLst>
              <a:ext uri="{FF2B5EF4-FFF2-40B4-BE49-F238E27FC236}">
                <a16:creationId xmlns:a16="http://schemas.microsoft.com/office/drawing/2014/main" id="{0CEDE8BE-D86A-4708-B7B2-1962A3FCEA8F}"/>
              </a:ext>
            </a:extLst>
          </p:cNvPr>
          <p:cNvSpPr>
            <a:spLocks noGrp="1"/>
          </p:cNvSpPr>
          <p:nvPr>
            <p:ph idx="1"/>
          </p:nvPr>
        </p:nvSpPr>
        <p:spPr>
          <a:xfrm>
            <a:off x="539750" y="1241425"/>
            <a:ext cx="7940675" cy="4924425"/>
          </a:xfrm>
        </p:spPr>
        <p:txBody>
          <a:bodyPr/>
          <a:lstStyle/>
          <a:p>
            <a:pPr>
              <a:lnSpc>
                <a:spcPts val="3300"/>
              </a:lnSpc>
            </a:pPr>
            <a:r>
              <a:rPr lang="en-US" altLang="zh-CN" sz="2400" b="1"/>
              <a:t>2007</a:t>
            </a:r>
            <a:r>
              <a:rPr lang="zh-CN" altLang="en-US" sz="2400" b="1"/>
              <a:t>年美国科学基金会启动“大学计算教育振兴的途径”计划，</a:t>
            </a:r>
            <a:r>
              <a:rPr lang="en-US" altLang="zh-CN" sz="2400" b="1"/>
              <a:t>2008</a:t>
            </a:r>
            <a:r>
              <a:rPr lang="zh-CN" altLang="en-US" sz="2400" b="1"/>
              <a:t>年美国科学基金会启动“计算使能的科学发现与技术创新”，核心就是计算思维（</a:t>
            </a:r>
            <a:r>
              <a:rPr lang="en-US" altLang="zh-CN" sz="2400" b="1"/>
              <a:t>Computational Thinking</a:t>
            </a:r>
            <a:r>
              <a:rPr lang="zh-CN" altLang="en-US" sz="2400" b="1"/>
              <a:t>）</a:t>
            </a:r>
            <a:endParaRPr lang="en-US" altLang="zh-CN" sz="2400" b="1"/>
          </a:p>
          <a:p>
            <a:pPr>
              <a:lnSpc>
                <a:spcPts val="3300"/>
              </a:lnSpc>
              <a:spcBef>
                <a:spcPts val="1200"/>
              </a:spcBef>
            </a:pPr>
            <a:r>
              <a:rPr lang="zh-CN" altLang="en-US" sz="2400" b="1"/>
              <a:t>周以真：“计算思维是运用计算机科学的基础概念进行问题求解、系统设计，以及人类行为理解的涵盖计算机科学之广度的一系列思维活动。”本质是抽象和自动化</a:t>
            </a:r>
            <a:endParaRPr lang="en-US" altLang="zh-CN" sz="2400" b="1"/>
          </a:p>
          <a:p>
            <a:pPr>
              <a:lnSpc>
                <a:spcPts val="3300"/>
              </a:lnSpc>
              <a:spcBef>
                <a:spcPts val="1200"/>
              </a:spcBef>
            </a:pPr>
            <a:r>
              <a:rPr lang="zh-CN" altLang="en-US" sz="2400" b="1"/>
              <a:t>创新型的计算机科学与技术人才， 应具有以下能力：</a:t>
            </a:r>
          </a:p>
          <a:p>
            <a:pPr lvl="1">
              <a:lnSpc>
                <a:spcPts val="3300"/>
              </a:lnSpc>
              <a:spcBef>
                <a:spcPct val="0"/>
              </a:spcBef>
            </a:pPr>
            <a:r>
              <a:rPr lang="zh-CN" altLang="en-US" sz="2400" b="1"/>
              <a:t>获取知识的能力、应用知识的能力、创新能力</a:t>
            </a:r>
            <a:endParaRPr lang="en-US" altLang="zh-CN" sz="2400" b="1"/>
          </a:p>
          <a:p>
            <a:pPr>
              <a:spcBef>
                <a:spcPct val="50000"/>
              </a:spcBef>
            </a:pPr>
            <a:r>
              <a:rPr lang="zh-CN" altLang="en-US" sz="2400" b="1"/>
              <a:t>离散数学对于计算思维和上述能力培养起到重要的作用</a:t>
            </a:r>
          </a:p>
          <a:p>
            <a:endParaRPr lang="zh-CN" altLang="en-US" sz="1600" b="1"/>
          </a:p>
        </p:txBody>
      </p:sp>
      <p:sp>
        <p:nvSpPr>
          <p:cNvPr id="22532" name="灯片编号占位符 3">
            <a:extLst>
              <a:ext uri="{FF2B5EF4-FFF2-40B4-BE49-F238E27FC236}">
                <a16:creationId xmlns:a16="http://schemas.microsoft.com/office/drawing/2014/main" id="{0F22C0D1-FB62-452D-A514-68D9BB4E2AC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3B55030-A016-450F-B3FC-66509F52A1DE}" type="slidenum">
              <a:rPr lang="en-US" altLang="zh-CN">
                <a:solidFill>
                  <a:srgbClr val="898989"/>
                </a:solidFill>
              </a:rPr>
              <a:pPr eaLnBrk="1" hangingPunct="1"/>
              <a:t>15</a:t>
            </a:fld>
            <a:endParaRPr lang="en-US" altLang="zh-CN">
              <a:solidFill>
                <a:srgbClr val="898989"/>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1BA2987-48B5-47A2-8F2E-478A820573F4}"/>
              </a:ext>
            </a:extLst>
          </p:cNvPr>
          <p:cNvSpPr>
            <a:spLocks noGrp="1"/>
          </p:cNvSpPr>
          <p:nvPr>
            <p:ph type="title"/>
          </p:nvPr>
        </p:nvSpPr>
        <p:spPr>
          <a:xfrm>
            <a:off x="684213" y="188913"/>
            <a:ext cx="8229600" cy="719137"/>
          </a:xfrm>
        </p:spPr>
        <p:txBody>
          <a:bodyPr/>
          <a:lstStyle/>
          <a:p>
            <a:pPr algn="ctr">
              <a:spcBef>
                <a:spcPts val="0"/>
              </a:spcBef>
              <a:defRPr/>
            </a:pPr>
            <a:r>
              <a:rPr lang="zh-CN" altLang="en-US" b="1" dirty="0">
                <a:solidFill>
                  <a:srgbClr val="C00000"/>
                </a:solidFill>
                <a:effectLst>
                  <a:outerShdw blurRad="38100" dist="38100" dir="2700000" algn="tl">
                    <a:srgbClr val="000000">
                      <a:alpha val="43137"/>
                    </a:srgbClr>
                  </a:outerShdw>
                </a:effectLst>
              </a:rPr>
              <a:t>启迪跨学科计算思维</a:t>
            </a:r>
          </a:p>
        </p:txBody>
      </p:sp>
      <p:sp>
        <p:nvSpPr>
          <p:cNvPr id="12" name="内容占位符 2">
            <a:extLst>
              <a:ext uri="{FF2B5EF4-FFF2-40B4-BE49-F238E27FC236}">
                <a16:creationId xmlns:a16="http://schemas.microsoft.com/office/drawing/2014/main" id="{36EA7F66-E112-4D03-8AF6-7677DE3182BF}"/>
              </a:ext>
            </a:extLst>
          </p:cNvPr>
          <p:cNvSpPr>
            <a:spLocks noGrp="1"/>
          </p:cNvSpPr>
          <p:nvPr>
            <p:ph idx="1"/>
          </p:nvPr>
        </p:nvSpPr>
        <p:spPr>
          <a:xfrm>
            <a:off x="539750" y="1096963"/>
            <a:ext cx="8208963" cy="4924425"/>
          </a:xfrm>
        </p:spPr>
        <p:txBody>
          <a:bodyPr/>
          <a:lstStyle/>
          <a:p>
            <a:pPr>
              <a:spcBef>
                <a:spcPts val="1800"/>
              </a:spcBef>
              <a:buFont typeface="Arial" charset="0"/>
              <a:buNone/>
              <a:defRPr/>
            </a:pPr>
            <a:r>
              <a:rPr lang="en-US" altLang="zh-CN" b="1" dirty="0">
                <a:solidFill>
                  <a:srgbClr val="C00000"/>
                </a:solidFill>
              </a:rPr>
              <a:t>《</a:t>
            </a:r>
            <a:r>
              <a:rPr lang="zh-CN" altLang="en-US" b="1" dirty="0">
                <a:solidFill>
                  <a:srgbClr val="C00000"/>
                </a:solidFill>
              </a:rPr>
              <a:t>网络、群体与市场</a:t>
            </a:r>
            <a:r>
              <a:rPr lang="en-US" altLang="zh-CN" b="1" dirty="0">
                <a:solidFill>
                  <a:srgbClr val="C00000"/>
                </a:solidFill>
              </a:rPr>
              <a:t>》</a:t>
            </a:r>
            <a:endParaRPr lang="en-US" altLang="zh-CN" dirty="0">
              <a:solidFill>
                <a:srgbClr val="C00000"/>
              </a:solidFill>
            </a:endParaRPr>
          </a:p>
          <a:p>
            <a:pPr>
              <a:spcBef>
                <a:spcPts val="600"/>
              </a:spcBef>
              <a:buFont typeface="Arial" charset="0"/>
              <a:buNone/>
              <a:defRPr/>
            </a:pPr>
            <a:r>
              <a:rPr lang="en-US" altLang="zh-CN" sz="2800" b="1" dirty="0"/>
              <a:t>——</a:t>
            </a:r>
            <a:r>
              <a:rPr lang="zh-CN" altLang="en-US" sz="2400" b="1" dirty="0"/>
              <a:t>揭示高度互联世界的行为与效应机制</a:t>
            </a:r>
            <a:endParaRPr lang="en-US" altLang="zh-CN" sz="2400" b="1" dirty="0"/>
          </a:p>
          <a:p>
            <a:pPr>
              <a:spcBef>
                <a:spcPts val="1200"/>
              </a:spcBef>
              <a:buFont typeface="Arial" charset="0"/>
              <a:buNone/>
              <a:defRPr/>
            </a:pPr>
            <a:r>
              <a:rPr lang="zh-CN" altLang="en-US" sz="2400" b="1" dirty="0"/>
              <a:t>作者：大卫 </a:t>
            </a:r>
            <a:r>
              <a:rPr lang="zh-CN" altLang="en-US" sz="1600" b="1" dirty="0">
                <a:sym typeface="Symbol"/>
              </a:rPr>
              <a:t></a:t>
            </a:r>
            <a:r>
              <a:rPr lang="en-US" altLang="zh-CN" sz="2400" b="1" dirty="0"/>
              <a:t> </a:t>
            </a:r>
            <a:r>
              <a:rPr lang="zh-CN" altLang="en-US" sz="2400" b="1" dirty="0"/>
              <a:t>伊斯利，乔恩 </a:t>
            </a:r>
            <a:r>
              <a:rPr lang="zh-CN" altLang="en-US" sz="1600" b="1" dirty="0">
                <a:sym typeface="Symbol"/>
              </a:rPr>
              <a:t></a:t>
            </a:r>
            <a:r>
              <a:rPr lang="en-US" altLang="zh-CN" sz="2400" b="1" dirty="0"/>
              <a:t> </a:t>
            </a:r>
            <a:r>
              <a:rPr lang="zh-CN" altLang="en-US" sz="2400" b="1" dirty="0"/>
              <a:t>克莱因伯格，</a:t>
            </a:r>
            <a:endParaRPr lang="en-US" altLang="zh-CN" sz="2400" b="1" dirty="0"/>
          </a:p>
          <a:p>
            <a:pPr>
              <a:spcBef>
                <a:spcPts val="600"/>
              </a:spcBef>
              <a:buFont typeface="Arial" charset="0"/>
              <a:buNone/>
              <a:defRPr/>
            </a:pPr>
            <a:r>
              <a:rPr lang="en-US" altLang="zh-CN" sz="2400" b="1" dirty="0"/>
              <a:t>              </a:t>
            </a:r>
            <a:r>
              <a:rPr lang="zh-CN" altLang="en-US" sz="2400" b="1" dirty="0"/>
              <a:t>李晓明等译</a:t>
            </a:r>
            <a:endParaRPr lang="en-US" altLang="zh-CN" sz="2400" b="1" dirty="0"/>
          </a:p>
          <a:p>
            <a:pPr>
              <a:spcBef>
                <a:spcPts val="1200"/>
              </a:spcBef>
              <a:buFont typeface="Arial" charset="0"/>
              <a:buNone/>
              <a:defRPr/>
            </a:pPr>
            <a:r>
              <a:rPr lang="zh-CN" altLang="en-US" sz="2400" b="1" dirty="0"/>
              <a:t>清华大学出版社，</a:t>
            </a:r>
            <a:r>
              <a:rPr lang="en-US" altLang="zh-CN" sz="2400" b="1" dirty="0">
                <a:latin typeface="+mn-ea"/>
              </a:rPr>
              <a:t>2012</a:t>
            </a:r>
          </a:p>
          <a:p>
            <a:pPr marL="0" indent="0">
              <a:lnSpc>
                <a:spcPts val="3200"/>
              </a:lnSpc>
              <a:spcBef>
                <a:spcPts val="1200"/>
              </a:spcBef>
              <a:buFont typeface="Arial" charset="0"/>
              <a:buNone/>
              <a:defRPr/>
            </a:pPr>
            <a:r>
              <a:rPr lang="zh-CN" altLang="en-US" sz="2400" b="1" dirty="0"/>
              <a:t>特点：综合运用经济学、社会学、计算机</a:t>
            </a:r>
            <a:endParaRPr lang="en-US" altLang="zh-CN" sz="2400" b="1" dirty="0"/>
          </a:p>
          <a:p>
            <a:pPr marL="0" indent="0">
              <a:lnSpc>
                <a:spcPts val="3200"/>
              </a:lnSpc>
              <a:spcBef>
                <a:spcPts val="600"/>
              </a:spcBef>
              <a:buFont typeface="Arial" charset="0"/>
              <a:buNone/>
              <a:defRPr/>
            </a:pPr>
            <a:r>
              <a:rPr lang="zh-CN" altLang="en-US" sz="2400" b="1" dirty="0"/>
              <a:t>信息科学以及应用数学的有关概念与方法，考察网络行为原理及其效应机制</a:t>
            </a:r>
            <a:r>
              <a:rPr lang="en-US" altLang="zh-CN" sz="2400" b="1" dirty="0"/>
              <a:t>.  </a:t>
            </a:r>
            <a:r>
              <a:rPr lang="zh-CN" altLang="en-US" sz="2400" b="1" dirty="0"/>
              <a:t>以深入浅出的方式描述了在网络作用下正在浮现与发展起来的一些交叉学科领域，讨论了社会、经济和技术领域相互联系的若干基本问题</a:t>
            </a:r>
            <a:r>
              <a:rPr lang="en-US" altLang="zh-CN" sz="2400" b="1" dirty="0"/>
              <a:t>.  </a:t>
            </a:r>
          </a:p>
          <a:p>
            <a:pPr>
              <a:spcBef>
                <a:spcPts val="600"/>
              </a:spcBef>
              <a:buFont typeface="Arial" charset="0"/>
              <a:buNone/>
              <a:defRPr/>
            </a:pPr>
            <a:endParaRPr lang="zh-CN" altLang="en-US" sz="1600" b="1" dirty="0"/>
          </a:p>
        </p:txBody>
      </p:sp>
      <p:sp>
        <p:nvSpPr>
          <p:cNvPr id="4" name="灯片编号占位符 3">
            <a:extLst>
              <a:ext uri="{FF2B5EF4-FFF2-40B4-BE49-F238E27FC236}">
                <a16:creationId xmlns:a16="http://schemas.microsoft.com/office/drawing/2014/main" id="{95458949-E767-43C1-88A5-AC783C52AD8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EB68362-A00B-4A0F-8C6F-5CEFC98DD202}" type="slidenum">
              <a:rPr lang="en-US" altLang="zh-CN">
                <a:solidFill>
                  <a:srgbClr val="898989"/>
                </a:solidFill>
              </a:rPr>
              <a:pPr eaLnBrk="1" hangingPunct="1"/>
              <a:t>16</a:t>
            </a:fld>
            <a:endParaRPr lang="en-US" altLang="zh-CN">
              <a:solidFill>
                <a:srgbClr val="898989"/>
              </a:solidFill>
            </a:endParaRPr>
          </a:p>
        </p:txBody>
      </p:sp>
      <p:sp>
        <p:nvSpPr>
          <p:cNvPr id="17412" name="AutoShape 2" descr="data:image/jpeg;base64,/9j/4AAQSkZJRgABAQAAAQABAAD/2wCEAAkGBhQSEBUUEhQUFBQUFBUVFBUUFRQUFBUWFBQVFhYVFBQYHiYeFxkjGRUUHy8gJScpLCwsFh4xODAqNSYrLCkBCQoKDgwOFw8PGjUkHSQsLCkpLCktKSwpKSkpKSwpLSkpKSwsKSkpKSksKSksKSwsKSwsLCkpKSkpKSkqKSwsKf/AABEIAQsAvQMBIgACEQEDEQH/xAAcAAABBQEBAQAAAAAAAAAAAAAAAQQFBgcCAwj/xABIEAACAQIDBQIICwUIAQUAAAABAgMAEQQSIQUGEzFBIlEHIzIzYXGBgxQVQlJjgpGTsrPSFlNiodFUcnOSorHB8CQlNEOjwv/EABgBAQEBAQEAAAAAAAAAAAAAAAABAgME/8QAJhEBAQACAQQDAAEFAQAAAAAAAAECEQMSIVGRFDFSYRMiQUKBMv/aAAwDAQACEQMRAD8A1bZ+z1kQsxcsXl/+WUcpXA0DWGgFOTseP6T72b9VLsfzX15fzXp7agY/E0f0n3s36qX4mj+k++m/VT7LS2opgdjR/Sfezfqo+Jo/pPvZv1U/oFAw+Jo/pPvZv1UvxLH9J97N+qn1LRDD4lj+k+9m/VR8Sx/Sfezfqp/RQMfiWP6T76b9VJ8TR/Sfezfqp/SUDEbGi+k+9m/VS/Esf0n3036qfUUDH4lj+k+9m/VR8Sx/SffTfqp9RQMfiWP6T76b9VHxLH9J99N+qn1FAx+JY/pPvpv1UfEsf0n3036qfUUDH4lj+k++m/VR8Sx/Sfezfqp9RQMPiWP6T72b9VRG0V4U2VGcAxqbF3bXNIL9onuH2VZqrW3/AD/uk/HJQSmxvNe8l/Oen9MNjea+vL+c9PgaDqiiloEopaQ0BS0UUBRRRQFFFFAUUUUBRRRQFFFFAUXoooEIpaKKAqtbf8/7pPxyVZTVa2/5/wB0n45KCU2P5r68v50lPxUfsg+K+vL+c9P1oOxRQKKAooovQFF6KSgCKUUl6L0C0UUUBRekooFvRekooFopL0A0C0UXpL0C0l6KCaANVzb3n/dJ+OSrHVb295/3SfjkoJTY/mveS/nPT8VH7HPiveS/nSVIA0UtF6S9V3fPeWTBpCYkjdpphF41zGgupNy3QaczVRY6KzpPCFjGvaPAeeEH/uZdZCVAC2j7QOZdRpqNaksPv9/6WcZKiqxZ40jUkhpA7IignvI1PQXqJtcr0tZdj/ChImFiVCj4rihZXyWw5VCOIyvqMgLKhcciGPdVy3P3ikxkLSPEsYEjIhVzIrhdCykqul7gHrY1VT9ApL0lqDq9F6yjavhNxUc8qqYSkbKRmw2JDlWly2N+RC/KOjHlc6VJP4QpRi+Dlcp8ILXGGm4nwXJa3DtqeIbZwbddNBTSbaLRVP3o3ybD4uCCIZzZpcQqoZH4SjRUQEHOdSPtqMwfhQBxsyGLEtEqJw40wzGdWHnDIoNwLkc+8U0rQ6UVB717ZbD4CaePsskeZcwvYkgC6+3lURhd8cZkXNszEscouwaEAm2pAvoDztUFzovUJid4Xjw8crYTEM8ls0MSrJJGSCe3qBYWtcd9VabwhTjHonwXFcJomPAOHAxF1PnEOftLfQ3tbuPOg0SkqBw29uaKWSTDYqBYgpPFi7T5jbxaqSWI6+sVVtl764ifBtKs8MLwvIZpMRA/DMZdhGI8pAZ7DUC5ubc6DR6LVWNxdpYvEQtLiwihiDBZDGzJr22Qk2B0I1varPegKre3/P8Auk/HJVlqtbf8/wC6T8clBJ7GPi/ry/nSU/qP2OfF/Xl/Oen96K6vVJ8Jq3GC8Xxf/MXxeg4nYbsXOna5a99XWova8uGzR8fKWRhJHmBOVhoGFuvOs5Z44TeV1CY3K6jJcFulioZMMBhYzJA4xZclkXIzQ2gaRrAurKTzNreup/ZGz2m3f4amBC0svaxBGRRxmuwJBAYAmxtp67VdcdtfCTRvHIwZHUqykNqDzGgpop2eMOMPljMAIIjKsy3DZrm41ObWufy+H9T3G/j8v5vqs+kgkk+CYWKbDzxFpImgheWPCZolSUF5VGeQnNdrG17cqtXg1w06viUklPDglMKwBjJGhsrEpIwDldbAGn+08Js3ECMSqpWLNkVRJGozWv2Ut3D7K99ivgcIrLhzkV2zMLytrYDTNe2gFPlcP7nuH9Dl3/5vqprZu2Ipw3CcNkZkcahlZTYhlIBGo7taek1BYfamDjd3QorykGRgjAuQLAsba6f899OP2lw/7z+Tf0qfJ4f1Pca/ocv5vqsmx6OcRjZpYJMqSwlo5cXKjhWk8X2FuJBm7dibKCAKkmhnO1c3B2hnMJk4YxUfEy8e+j3twL6cPne1W/HYXZk0jSSxxvI2W7sr5uzoLHpyHKnvxjg+Px83jeHws3jPIzZstuXPW/Or8rh/U9xn4/L+b6qt72YJodpwT4SFWxMsWJJBawZliRAT00W5tpe3PWqVsaHER44vh0xLYoCJiJYWUO0ubj8cXHDja4ysfmjlWtT7TwbzJMxBkiDBGs/ZDizC3I3HfXMW0MEs7zqQJZFVXa0huqeSLchanyeL9T3F+Ny/m+qZb0Tyy4VYXwU8onjVpRBJGDEwKtkLtzN+oHSqkuwxmXiYbakSEgNI+NQKi9WOt7AXOndWi/tNh/n/AOlv6Ux2xi8DioxHiLSIGDAFZB2hex0sepp8nh/U9nx+W/631VVwcrfsxKxZr8OYhizFvPkA5jr0pg26uFXH4VZDKInwDzysZ5rggAkh811XmbDSr/DtbBrEIlyiIDKE4ZyW7strWrxlxmBaZZjrIkbRKcr5RG3NcnkkeynyeH9T2vx+X831UP4OcS67Kd4lad1mn4a8SxezgACRvR1qnbQ2ZMkAwmMVFijf4Q0gD5YEd2kccU2WaVwSiooNtfTl1SHeHCooVCFUclVCoHqAFhTTH43AztG0wWQxMWjzIxyk9bWseQ59wp8rh/U9nx+X830o+42yuFtDCsV4bSwYqZo7m8SMwWFGvqCF79dfRWuA1Xtl/AhiHkhVRPMTnfK2Zup1PIG3S17VYbV0w5MOSbwu3PLDLC6ymi1W9vef92n45KslVvb/AJ/3SfjkrbKS2Qvivry/nPT3JTPZA8V9eX816fCosJavKaNCe2Ev0zZf+a9rV5y4RH1dEa3Isqt/uKlkv2u9fTx4MPdF/ophiNp4dJOGY7tp5MYIN7cj18oH1A1JfFcX7qP/ACJ/So7GbqxSMTYqSR5GVQLBQRYCxuBbXvqdGPg68vJzmhz5ciX936baXvqRblTZNoQHP2BaMOzHKhsqXDGwN/KVl9a08+KF4hfW5sdDbtAsS1xqb5rWJIsAKYxbqotgHe3DeM3N7h7An0G1+X/FXox8HVfLqLaWHZXYR6R5s3YTkvUd/fbnRidpQIFPCvmYooVY2JYWuNDprpr3V6RbACiQZ2Ky2LKQlr+iwvblpfpXMm7asoVndsshkU6aFnzNoBY3N+d7Xp04+E6r5eUm2sOFRiluIGZQUUEqpUX9oZSPXSz7XgV1Th3LqrLZF1DX5ddLf7d9erbtR5UW7BEDqq6WCuUNr2vpkAGt7d9ek+w1e2clrBBrl7QRg3aAHXKBTpx8L1Xy8TtKDimPJqpsTwwVFyFBOnIuSvrB6a16w4yFjbKoOZ11EY1Tnpe/8tL62pX2BGWza3Lqx8n5Ls+UXHZBLG9tbaXr1j2YFIKsRlEthZbAysGJ5dOnSnTj4Oq+TNdsYcoz5B2c3ZKqGOXJmsPQXCnuN68jvBhwhfJ2QQPJS+oZhoT81b+0U6G7sYLHtWZQttOjBiS1rszEKSTflXMG7carluxGbNYkWuC9joNdGtY3FlHXUunHwnVfLjDbZw7orqmjSGMXRRqEzk9dLaeukxO2YEy3QEMLghVPyiOnoV29SGneG2IkceRb21sTYkEi1+VjyHO9eEm7UbKqktZUKCxA7JsTewtqwDesd1wXTj4Xqvl2+OiDWyDoCcgGUkIVBBsdQ45e2vGDbcDStGE7SlwTkWwyZr+n5B6V7SbCQvnJOe4ObsXuAov5NvkjpSDdyMPmXMrZyxykC4bNdDp5Pbb0686dGPhOq+XOz9sRSOqqhVmzc1AtluNT9U1MVE7O3bjhYMma4zcyDfMAB06AWFu/W9S1WST6QVW9v+f90n45KslVvb/n/dJ+OSqJPZHmvry/nSU9WmOyfNe8m/OenwqK6pRQKWgKL0l6UUQUlqWub1QtApC1JmoO65FKKS9Atc/99dKTSA0HQpa5zUooBqL0XpAKARf+a6tQKWoEopb0lUFVvb/n/dJ+OSrJVb2/5/3SfjkoJLY58V7yb856fCmOxz4r6835z0+WorsUtIDSiiC1FLSUBTCfZ5Zy2bylyWIJAGtiBfnck/8Ab0+vRaqGA2faPIXbVZFuLjy+Zyg6kdO720wO7ShomEjAxn2MSykjnoOyBanuP2Ikrh2LAhGTs6Gz26/b9voprHusgy9tiVbMD9YNa3s6W6e0HezdmiDN2ic1vK6Wv/X/ALemWK3fDK4EluI+Y6X6vpoQeTWvfpUpi8GHtrbKQ3tHtplPu+rliXIzEnkABcONP8559woPfE4DPGVLkXCi/Ts25LyF+o6+mo+Td8Mcxls3DVL2HJSGzC5vc2HX/epXH7NEseRiQLqbroeywOndyqKXdEBr8WQ3jKEELrdAma9r3sB9lAq7sjTxrWs68tbMWOhvoQGIv1qQ2TgOFEUz5+0xvytm5gam3U+2u8Ns0JEYwTY59dLjOT9vP+VdYDACFMoJPaZrnndjc0HhsfZAgVgGLZnLEkW520A+37akQaKBUBReigigBRRRVBVb2/5/3SfjkqyE1W9vef8Adr+OSgkdj+bP+JL+a9P1NMNkDxfvJfznp+Kix3RSClFAt6KDRRBSClpKoDRag0A0BagUl6WoOqQ0WooC9BoFFqApDS0UBRS0UCUCiiqC1Vvb/n/dp+OSrIare3/P+6T8clBJbI817yb816eoaY7Ivw/eS/mvT+osdCuq5FLQoNIB7aW1FEFFFFUFBFGWigAKL0tIKBaKL0A1AXpb0lBoClpKWgSlpKKAoooqgtVb2/5/3SfjkqyVW9v+f90n45KCT2P5v3kv5z0+AphsjzfvJfznp/eopbUoNJn9dLQLRSXotRBelrmlqhb0CgmkvUBRRQDQLRakNAoOqSii9AClNchx38ufo9dLQLaktS0UCWooNFAVW9v+f90n45KslVvb/n/dJ+OSqJLY/m/eS/mvT8Go/ZHm/ry/nPT8GosdXroVyaUCiFvRRRQJai9BakoA0opCaZbT2xFh1zTOsa9Mx1J7lUasfQBRdPTaePWCJ5XNljUsfUKzWXwwjO2UMLeTmClHt0IAzJfobm3UU93h3qnxySYbBYZ3V1yPI9hYHv1tHp8439ArNjuZimneBYjJJHo/DKuouOrA2Hq512wkk7jadib/AOGxA7TLEcoccR1ykHTytBmB5qdfZT6bfLBJ5WKg+8U/7XrKNz/B3LNM0eKV4FWPOAyrxGJNlKhgbqCGv7B1rQMNuQ8HmXwrW5CXBxg+14yD/KplMd9kP/2/wR8mbP8A3Elf8K1Fb07/ACphXaCOcnsjM8M0SAMwBu7AW00FtdalBi8dEP8A2uHkH0ExjP8AlkQD+dRW9G9yrhZFxeDxCK65PGBWiJY6XkjYka66dQOVSTuM12dv7iBOj3TSReSqnZJAZCVtdSCed+/nrW/xShhdSCDyINwfURzr5qi2tFD5qJJCSSXxC5yBewVVBy8tSdT2rdNbRuHi5p8RImFmOFbh8RI/OYdmUqGUo2oBzXBGo15135ePc3tdNwoqkJv1PhnEe0cKyXNhNCc8TH1Hl6r39FWTDbzYaRC6zR5V8rMwUqT0ZWsV9orzdNRJ0V4LjEKZwylLXzhhlt35uVqMNjUkF43Rx1KMrC/dcGoPeq3t/wA/7pPxyVZL1W9vef8Adp+OSgktkeb+vL+c9PRTPZJ8X9eb856eBqix1elFcA+g12DQLegtSVyTYeqg6NZrv94QZcNiTAiaKqkks6ls4voVItbvq24nfGBCy5s2QXfIUZlHUlA2ew9ANZjtdm2zjG4UbjKgWLKF5Zrh55OSp5R6nUAA61248bO9nZNpfYe/2JxMUi8aGBYtWxEwzyZHNkVUFg8lwdeuml6d7O3AOJkE2IafLzzTMRiJvTlGmHT+HVvSK8TuXh9nYVpGnX4YiM8TF1ULIFOVUja+a5NrkE8vJqkYXebENKoZg1z4xBcCRL3KyhSAw6kk+s2Jrcx3u4jUdo7ciigCQFYMIt14ydjPbylw5AOg5NKAddFBJuIjYu+uFhmaRMnBKxRFUVkaEKzkOyOLyKWc3YG4PMa1A+EHAYx4YppkywocqgGLsBwuU5IhZV7IA7TdBpVDZQDoSe+4yiumHHOm2taat4QN9Sk8HwYlgELcRCyhg5syB7ajsobjqBz5U63d8IWJmgssJllUlSyo8l9ezmCBUU2sDdxexNhXO6W5uGxMURliVwkKCRszkvM6qxGbNoETKLDS7nuq5/s3EiqIBwGRcqNEALDuZTpIt+jX5nkda4XLHWtIgfgu08QO0y4cf3gD/kiuw+9pltXweoIXknmkmktZQoWMM7dmNbnM5uxHNutWwbVaHTEgKP3y34J/vX1iP97s/wAVMU23DisXHEj3EQM7AgrmI7EeXMBmAzM1x1C99Z6r/hGV7weCzE4eQLCeOHHZy2Dlh5YKk6Aam/d6aebsbnrh80mPhEiXySqGfi4TW6ysq80YfKUmw79baugz4wm2kUVvU0h/opr12lsriEOhySqCEe19DzR15Oh6g+sWOtW8l1IbtQce48LR+IxOKSNxoEnMsTKR8yQMpFZTv7sWTAYlYxK7rkDxOwCle0cyoV8kAgaCw15VdMRvcuz5yqLlUH/yMLmXLGxsc+EYm5BBvksBryU3FWrYWGhxUXHfhTmU3JIV1TLfLEgYdkJc+kksetWXLDuMLg3qxKJbMcrMZFuARnPZMgB0J7Nr8gbnnrVk8HW8WIl2nCGYvmDrIdLlMhbtEc7Mq2vyv6aue/G4OHkkE7ApGQEmMVgY+QWbLaxUaKwtyIPQ3rEO70uz5JpcKHZ8LKVZwc2eFkRwssXRSDcMvUG4GhHSZ3KWDZxVc295/wB2n45K991d7IsdFnjNnWwkjJ7SE/7qeh6+uvDb3n/dp+OSvNewk9j+a95N+c9PRTHZA8X7ybu/fPTwLUWOjQDSilopKjt4xfCTgMEJhlAYmwUlG1J6U8OMTU517OrHMOyBzLd1ZxvptSTF4aSZbpgorZQTkbFvmAuL6iNbk95t9m8Md1GWmUizK/a5gDNcd+tX3wcYUSYd1YzuTJ2IIZWiQ9kZnmKEZVvYXY9LAG1VXY2LSXGxmRVAdwrG3ZQEgLlAsAFUBdbi1zW47o4SKPCosCqqjnl+U3zydSSRY6nka9PNybiG2ydzsPA3GeOLiAXuq9iMczlzXJNubtqf4eVOt3dmoIlmMaCWbNI7ZFD+NYuFLc7BSBb0V67wzDgmO4zTFYVF9fGsEJ9ilj7KXbu2VwsBfm1ssUY1Z2NlRVXmdSOVeW20iu7b2Vxp/guG0iAWXFRlisJF7xwiwPDZyCTl0sNQaiMdLszBSM3wTLiEGbhuwIRj5JQMxBB0N1B09OlWnd7AzpF5IWSRjJPNKLszvqckQOgXRRmI0HKoXePwdJisWhM0gdoy0rEI1wpVUsAAF5sPUv27xsl1foe2BIwyI+Bc4kMFMsChmVy2rSxFRaJ7knKbD1GrBgdvtiATBHezZW4riMqw0IZFDMCO4gUmDibBxrGQXgjUKrgXdFUWHEQeUP4lHrHWucfsniN8Iwrqk1tGGsUy9FlA8odAw1FZ3L9hdrYGSSCUTTrHGY3D8OMCylTe7OWuLX5AVQd1/B/NhJlxOJPilU5hE8iyqHXy3ygGw+UAT152N7nBtj4VIuHdDFIhz4iNrckIyBD8tGaxzDohHWpPbG24YUbPJGHykhC6hz6lve9WXKf2mzTZGyEcO7ZzmchfGy+SugBIbtdrPqb8+dP22FD1Un1vIf8A9UywebCquYkwkDMSbmJ2tc3/AHZYn+6T809n0xe0lnIggkVma/FaNlYxRjRiSL2Y+SPWT8k1m72KDtjwYHFzST4Z1jiYnKrZjnKrYsh+YWBsT69RapjZ+wpsOEn2eysmULLh5AI2fh9khivZ4ykFc1lvbXNV8iiCqFUAAAAAcgByAqLmHAnzcop2Cv3JNoEf1OLIfSE7zV67Qmy94IMUCoNn1WSCQBZFPJleM8/ZprUPsXCHCbQkiZrxzwo2Hue1aElTGfnFVYAHmVUdxp3vNukmIIljCriE8liLq9vkSga27mFiO+s72/t7O8RMzYd8M7jxrcYpLcAiFkBeRRYG76dNdRXTjw6+0RLeEfZpwLpjcG/Bd2MbhAMpLKTmty1sbg6XAPOvLcLbL4oTNISSpRbs7ueTHm5NufS1M9iY59o4oYTETGfDujv2X1zqpysCVDKQb9nl11GlWXZ26sez5JEiZ2WRY37eUsCC6kXAFxp3VeTeE6b9n2t+x/NfXl/Okp7TLZHmvry/nSU8PqrztOqrfhAxcsWAleEkMCmYjmEzDMR/z6L1Y1NJOQFYtbKAS1+VgNb+yrjdXY+ccZtydzaR89r6mzEgjVCw8pdAcpuK0XbmwlnbDYRAxmkVJp5ZDneGIAdhOkeugVQBoB1r13R2PgzHNjJYkHDkLLe+VFCJJYJfLcF9NKtO62COR8TILS4k5yDzSO3iovYtj62Nd+TPvtIjt19zcLDLLKkQzJM6RkktkVVVezc6G+fX00+bZMXwpgVIMi5kdGZGBW9wHUg89bU92C143PzsRiD/APe4H8hUFvbttOIqKdYz4xuIIrBrAxhyQAxHM3FhcDU6c5LldJVC3l2XjXx5WEyzKZDwJOduHlBPEsCMhYAnlz51cd2kjxGMWZ7DgrkiznM80vKaYSG+cA3UAE21OlM9q7xcabD4eBTAZI5IQ5MeRI5DFdonRirHLGwAGtyKtcuOwMEIheXDrGihQjyR6Acuze9+t++t5XKTVXsnqj8D2p537ikQ92uc/wCqUj6tVveneP4Fh88E6SZioWJ3V3CtbtRsTewGtmzDXu0qE3O31xMsTosTSOJGcvGgcniMWObtKim99Sfq6VicWVnUNPJqm72bW+DwyS4IkyKQZFjXiRWJGZ30Kq4Gt+Z6g16DB4ybyoYxre+KmMtvVBCAg/7rRtTYWJMLcTGPrlRY4I0hS7sEAvqxHa7xSSS96KAm8ck2BxGJljBljnj4WJz8OZWYKAq5V7SgDloNepqsS73z3NimQnWMojK1+ecsMzE9WJvWuba8GGGaBhEh4gUgMzM7Np0zGysLAjkOh0NZjhd0cdOpEEbSR52jDrkVWyHKfKswF+/017OLPDu3NJjdbeuaTCYjD5sRlEbZBDCJuGrqwKs5N0QdPbXpuZgcfhcRxBBIzSRFURwFVgCjWJd1IAHK2vo51M7i7BOFL4OdSs8zq7m4KPho1zZUbrd7qw7mburRto4MyJ2SA6nPGx+S68j6jcqfQxrz5Z6tknas1CttnaGS4wCZrcvhKa+oAf8ANRuJ2xi5VMcowcAcFSsxxIOumhKqCfUTyFXDAYsSIGAtzDKeaspsyn0ggj2V57QxqxrqMxY5UjUXZ2+ao5esnQDU6Vy6v4Rn0u900TtDNjkVoyELx4QzA9kFSXz+Ub2tbQ1lW1MC8M7pOrq6scwIAbXUE+u973NaPtjwWNJjEdpI4xiHdiiqWEbBWkyBrjMNOYt10qzPg48ZtAJiIY//ABoDmjbK4Z5GAUr1ZAouL8s2oBrvjyTHvP8Aq70yvcDZ2JkxXEwgXPCC4ztkDcly3sc3lC47jzFxWqfGLzysJIXhkjjjV0axBJMhzRspIZfT6KXbGyEwWLhxkSiOIeJxCqAqKrjKsmUcgDlv6hT/AG7rOP8ACX8clcuTLq7p/lKbIPiveS/nSU+zVkO2PCliMJiJYEjhZY5ZLFxIWN3La2YD5VeOH8MmNc2TDwse5Umb/Zqx01OqNkBqub/7WEGBcX7U3iUt3yaMfYuaqAfDDjcub4PDbTXJNbXlrnqK3g34xeNVVeBQIJM5CJJoy6We5Nhz7quOPfudUSu720PhM6YA5Vh+FSyya+dCG6x29ScuvsrXcVi0iTM5CqLam/sAA6+ivm7ZGKeKYScATHWyOrlSTcXspBPW2v20929vLLPGEaFYlView0+W4FiCryMumdeQvqO+t5at/hOqNa2Ht1ZMMEhkVSGlaaU2AgVppG1zf/IQTYHlzOgsct3zKy46QYdleJVQRkMMtggzEMx7Rzl7nqSTc3qO3YxhXExjJHJndFtKpkTtMFDZcwuRetR8I2yWfCqJIYXkzpFA8RaNg0jWsIyCCpsdM1q68eWOGay7+mSxpYZX1ysACGzDtdPm/wDete8sSqQQLXOS4tdSRobW9I+2mqooZh2gPmsLtmVuQtzNPtnYKWdiIYWlIsSI0bMNebE6Cu+X3tyv21vcfZEC7OXECNDI0BzMVXQx5lIHdqup5nqTpViw+x04MWTxbpGoV0ABHZFwRyZSeanQ+vWoLdfBy4fZDpMjRsonyqxUtle5W+Um2rHSrigsAO7T7K8GV3a6z6NMNjjmEcoCydLXySAcyhP81Oo9I1PO0DmkhT+MyN6o1Nv9bR1xj8XC4KHxhB8mMF3BB0PZ8gg9dLVQNk7dx7bVEbqQAZIryr2VW2dTmUAFiFQ6HtVJNqu+9m0mhwrcPzshEUI6mSTsr9mp9lMGSPZWHRrngIqpKOZL6KJUB5sx8odbg9Ddt8Ekxe0MrydjBKDeJQnj5hyGYtfKntBNPt5t14ZcK6vndiAEZpHZg5YBCLmw7RHTlerqTUVEpjcPtCJ8QsyxSI9oHZlR4eGNMwPMMWYkC4IYdRUrsHfOOVMsrKs6Eq6Ldw1tOJHlBuh539NqTYG7sWzhkXtRuwPEfLnWQ2UBiABlNha3Im3UU62/sVnKzwHLiYr5CfJkU84pO9T/ACNXcv8Ab6RUt6/CIcFiisMeYOiu4lWRAW1W6XsRdQAWsRoO43uuxYMyLO5zSyorEkWyKwDCNF+SouPSTqSekPhmg2hLG0kSloEcyJIoLRyl1UI1+7K5HfoamPg7YfWIF4usQ8pPTD3j+D7LcjMvAXbGjQN82cXPoeORD+IVD7t4BcRE+Ia4eed5I3GjoqHhx5T3ZV5ciG1Br030xyvs9mjcXd41jIPyzIoA15Ea3B1FjU9s/BrDEkS+TGioPUot/wAU+sURWNJlikws9g8sbojjSOW6mxX5rDQlPaLjlVt35ZWQJKbmKOMI/wA5DnK3/iU5kPpT7bFvXjONhpocMDNMUIHDAZUYa3L+SrC2gvmvawqi+DiJ1WcSoUOdea5SSM4bnzsbj2Ve3TVUjfcf+o4n/Fam2xdrnDtmVQx05lgOvQHXn7PbWwY/c7CSSu7wqzszFiS9yb+um43FwX9nX7X/AK0lc9d2Y/tK2ULw1IDZr3fNoNBmvcDobWuNNKRt5ZDnJ8qQdo3fyiQWcC9gTY6CwGY2tyrUBuLgv7Ov2v8A1pf2FwX9nX7X/rQ0zKHeplIITyRYXduV2Nhpp5XP0CuJ95GdZAVsJM+iNlAz8O/S7DxYFieprT/2HwX7hftf+tH7DYL+zr/mf+tBlO7x/wDKg/xovzFrbN48Vmx+HQDN8HV8Rlv5UrkRQJ6yzE+oE1Fx7mYNCGWFQynMCGe4INwRr309+CLn43a4ptd875uyCo69A7j6xptrGaiTTYceHkinCJxCxSaQKAXM58snmPGZQO4MRXtvFu2J1Dx2SdNUcErm5EpIVIJU/wAudRcjswszyEHmDI/r767OJf8AeSfeP/WsTKzu0r29HwnFQxx4ZpTIGZMRhXcF0ZQCGzNqU52JY+UtqtW6uzGbCxjFO8sqgrIruSqlSRkZRoxAy6m9+dyCKj1gHEMt34lghcO4YrcaE31FeiOwuweQM1sx4j62Gl9fTWssu2hbQFRdAFUC+gAAA5mwqGxUyR4GSWbqGma1wQzG8YB6MPFgHvFRjSswsXkIOhBkexB0I51xNFxVySF3W4OUu9rrYjS/QgGswSO5eHaOHLMLTuTPKTzYy65hbu8kjoV7iLyuP7UkSdMxkb1RjT/WyfZVazsSGLyXUGx4j3F7X69a64rXzZ5L2tfiPex1tz7wKW7uxbpYwylWAIIsQeRB6GmWGlMbiJySp805Nyba8Nv4gOR+UB3g1X/hD/vJPvH/AK1zLeQZHeRlPMGSTobjW+huBQeuOwUgnlxmGuXR+G8XJZ441GYf4gYvY+i1TOF3kw8kKyiRQrDQMbPcaFcnlZgdLWqvwYMRLw4zIqEklRLJzY6nytL8688LsyOEsYg0ZfyyruC1u83ueZrV7is+FPamd41gjlFrTSnLIgOuSNypsQb3GYgHkO6rRuJxsXhA+MeRrOyiMkICqkWMoUBnOp0bQixtrekbZqK5cZ87ZczGSQseG2ZLkt0Oor0VmBLB5AWIzHiPc5QLX1151bn2mItyRqi2ACqvQABQPUNBVOiissZPN4VkPrllmkP83r1aZyCC8hB0PjH5H2174DCqb3ucqqq3ZjZVLWAueVYH/9k=">
            <a:extLst>
              <a:ext uri="{FF2B5EF4-FFF2-40B4-BE49-F238E27FC236}">
                <a16:creationId xmlns:a16="http://schemas.microsoft.com/office/drawing/2014/main" id="{41932AA6-5B43-4E6B-8E75-8619E9456117}"/>
              </a:ext>
            </a:extLst>
          </p:cNvPr>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7413" name="AutoShape 4" descr="data:image/jpeg;base64,/9j/4AAQSkZJRgABAQAAAQABAAD/2wCEAAkGBhQSEBUUEhQUFBQUFBUVFBUUFRQUFBUWFBQVFhYVFBQYHiYeFxkjGRUUHy8gJScpLCwsFh4xODAqNSYrLCkBCQoKDgwOFw8PGjUkHSQsLCkpLCktKSwpKSkpKSwpLSkpKSwsKSkpKSksKSksKSwsKSwsLCkpKSkpKSkqKSwsKf/AABEIAQsAvQMBIgACEQEDEQH/xAAcAAABBQEBAQAAAAAAAAAAAAAAAQQFBgcCAwj/xABIEAACAQIDBQIICwUIAQUAAAABAgMAEQQSIQUGEzFBIlEHIzIzYXGBgxQVQlJjgpGTsrPSFlNiodFUcnOSorHB8CQlNEOjwv/EABgBAQEBAQEAAAAAAAAAAAAAAAABAgME/8QAJhEBAQACAQQDAAEFAQAAAAAAAAECEQMSIVGRFDFSYRMiQUKBMv/aAAwDAQACEQMRAD8A1bZ+z1kQsxcsXl/+WUcpXA0DWGgFOTseP6T72b9VLsfzX15fzXp7agY/E0f0n3s36qX4mj+k++m/VT7LS2opgdjR/Sfezfqo+Jo/pPvZv1U/oFAw+Jo/pPvZv1UvxLH9J97N+qn1LRDD4lj+k+9m/VR8Sx/Sfezfqp/RQMfiWP6T76b9VJ8TR/Sfezfqp/SUDEbGi+k+9m/VS/Esf0n3036qfUUDH4lj+k+9m/VR8Sx/SffTfqp9RQMfiWP6T76b9VHxLH9J99N+qn1FAx+JY/pPvpv1UfEsf0n3036qfUUDH4lj+k++m/VR8Sx/Sfezfqp9RQMPiWP6T72b9VRG0V4U2VGcAxqbF3bXNIL9onuH2VZqrW3/AD/uk/HJQSmxvNe8l/Oen9MNjea+vL+c9PgaDqiiloEopaQ0BS0UUBRRRQFFFFAUUUUBRRRQFFFFAUXoooEIpaKKAqtbf8/7pPxyVZTVa2/5/wB0n45KCU2P5r68v50lPxUfsg+K+vL+c9P1oOxRQKKAooovQFF6KSgCKUUl6L0C0UUUBRekooFvRekooFopL0A0C0UXpL0C0l6KCaANVzb3n/dJ+OSrHVb295/3SfjkoJTY/mveS/nPT8VH7HPiveS/nSVIA0UtF6S9V3fPeWTBpCYkjdpphF41zGgupNy3QaczVRY6KzpPCFjGvaPAeeEH/uZdZCVAC2j7QOZdRpqNaksPv9/6WcZKiqxZ40jUkhpA7IignvI1PQXqJtcr0tZdj/ChImFiVCj4rihZXyWw5VCOIyvqMgLKhcciGPdVy3P3ikxkLSPEsYEjIhVzIrhdCykqul7gHrY1VT9ApL0lqDq9F6yjavhNxUc8qqYSkbKRmw2JDlWly2N+RC/KOjHlc6VJP4QpRi+Dlcp8ILXGGm4nwXJa3DtqeIbZwbddNBTSbaLRVP3o3ybD4uCCIZzZpcQqoZH4SjRUQEHOdSPtqMwfhQBxsyGLEtEqJw40wzGdWHnDIoNwLkc+8U0rQ6UVB717ZbD4CaePsskeZcwvYkgC6+3lURhd8cZkXNszEscouwaEAm2pAvoDztUFzovUJid4Xjw8crYTEM8ls0MSrJJGSCe3qBYWtcd9VabwhTjHonwXFcJomPAOHAxF1PnEOftLfQ3tbuPOg0SkqBw29uaKWSTDYqBYgpPFi7T5jbxaqSWI6+sVVtl764ifBtKs8MLwvIZpMRA/DMZdhGI8pAZ7DUC5ubc6DR6LVWNxdpYvEQtLiwihiDBZDGzJr22Qk2B0I1varPegKre3/P8Auk/HJVlqtbf8/wC6T8clBJ7GPi/ry/nSU/qP2OfF/Xl/Oen96K6vVJ8Jq3GC8Xxf/MXxeg4nYbsXOna5a99XWova8uGzR8fKWRhJHmBOVhoGFuvOs5Z44TeV1CY3K6jJcFulioZMMBhYzJA4xZclkXIzQ2gaRrAurKTzNreup/ZGz2m3f4amBC0svaxBGRRxmuwJBAYAmxtp67VdcdtfCTRvHIwZHUqykNqDzGgpop2eMOMPljMAIIjKsy3DZrm41ObWufy+H9T3G/j8v5vqs+kgkk+CYWKbDzxFpImgheWPCZolSUF5VGeQnNdrG17cqtXg1w06viUklPDglMKwBjJGhsrEpIwDldbAGn+08Js3ECMSqpWLNkVRJGozWv2Ut3D7K99ivgcIrLhzkV2zMLytrYDTNe2gFPlcP7nuH9Dl3/5vqprZu2Ipw3CcNkZkcahlZTYhlIBGo7taek1BYfamDjd3QorykGRgjAuQLAsba6f899OP2lw/7z+Tf0qfJ4f1Pca/ocv5vqsmx6OcRjZpYJMqSwlo5cXKjhWk8X2FuJBm7dibKCAKkmhnO1c3B2hnMJk4YxUfEy8e+j3twL6cPne1W/HYXZk0jSSxxvI2W7sr5uzoLHpyHKnvxjg+Px83jeHws3jPIzZstuXPW/Or8rh/U9xn4/L+b6qt72YJodpwT4SFWxMsWJJBawZliRAT00W5tpe3PWqVsaHER44vh0xLYoCJiJYWUO0ubj8cXHDja4ysfmjlWtT7TwbzJMxBkiDBGs/ZDizC3I3HfXMW0MEs7zqQJZFVXa0huqeSLchanyeL9T3F+Ny/m+qZb0Tyy4VYXwU8onjVpRBJGDEwKtkLtzN+oHSqkuwxmXiYbakSEgNI+NQKi9WOt7AXOndWi/tNh/n/AOlv6Ux2xi8DioxHiLSIGDAFZB2hex0sepp8nh/U9nx+W/631VVwcrfsxKxZr8OYhizFvPkA5jr0pg26uFXH4VZDKInwDzysZ5rggAkh811XmbDSr/DtbBrEIlyiIDKE4ZyW7strWrxlxmBaZZjrIkbRKcr5RG3NcnkkeynyeH9T2vx+X831UP4OcS67Kd4lad1mn4a8SxezgACRvR1qnbQ2ZMkAwmMVFijf4Q0gD5YEd2kccU2WaVwSiooNtfTl1SHeHCooVCFUclVCoHqAFhTTH43AztG0wWQxMWjzIxyk9bWseQ59wp8rh/U9nx+X830o+42yuFtDCsV4bSwYqZo7m8SMwWFGvqCF79dfRWuA1Xtl/AhiHkhVRPMTnfK2Zup1PIG3S17VYbV0w5MOSbwu3PLDLC6ymi1W9vef92n45KslVvb/AJ/3SfjkrbKS2Qvivry/nPT3JTPZA8V9eX816fCosJavKaNCe2Ev0zZf+a9rV5y4RH1dEa3Isqt/uKlkv2u9fTx4MPdF/ophiNp4dJOGY7tp5MYIN7cj18oH1A1JfFcX7qP/ACJ/So7GbqxSMTYqSR5GVQLBQRYCxuBbXvqdGPg68vJzmhz5ciX936baXvqRblTZNoQHP2BaMOzHKhsqXDGwN/KVl9a08+KF4hfW5sdDbtAsS1xqb5rWJIsAKYxbqotgHe3DeM3N7h7An0G1+X/FXox8HVfLqLaWHZXYR6R5s3YTkvUd/fbnRidpQIFPCvmYooVY2JYWuNDprpr3V6RbACiQZ2Ky2LKQlr+iwvblpfpXMm7asoVndsshkU6aFnzNoBY3N+d7Xp04+E6r5eUm2sOFRiluIGZQUUEqpUX9oZSPXSz7XgV1Th3LqrLZF1DX5ddLf7d9erbtR5UW7BEDqq6WCuUNr2vpkAGt7d9ek+w1e2clrBBrl7QRg3aAHXKBTpx8L1Xy8TtKDimPJqpsTwwVFyFBOnIuSvrB6a16w4yFjbKoOZ11EY1Tnpe/8tL62pX2BGWza3Lqx8n5Ls+UXHZBLG9tbaXr1j2YFIKsRlEthZbAysGJ5dOnSnTj4Oq+TNdsYcoz5B2c3ZKqGOXJmsPQXCnuN68jvBhwhfJ2QQPJS+oZhoT81b+0U6G7sYLHtWZQttOjBiS1rszEKSTflXMG7carluxGbNYkWuC9joNdGtY3FlHXUunHwnVfLjDbZw7orqmjSGMXRRqEzk9dLaeukxO2YEy3QEMLghVPyiOnoV29SGneG2IkceRb21sTYkEi1+VjyHO9eEm7UbKqktZUKCxA7JsTewtqwDesd1wXTj4Xqvl2+OiDWyDoCcgGUkIVBBsdQ45e2vGDbcDStGE7SlwTkWwyZr+n5B6V7SbCQvnJOe4ObsXuAov5NvkjpSDdyMPmXMrZyxykC4bNdDp5Pbb0686dGPhOq+XOz9sRSOqqhVmzc1AtluNT9U1MVE7O3bjhYMma4zcyDfMAB06AWFu/W9S1WST6QVW9v+f90n45KslVvb/n/dJ+OSqJPZHmvry/nSU9WmOyfNe8m/OenwqK6pRQKWgKL0l6UUQUlqWub1QtApC1JmoO65FKKS9Atc/99dKTSA0HQpa5zUooBqL0XpAKARf+a6tQKWoEopb0lUFVvb/n/dJ+OSrJVb2/5/3SfjkoJLY58V7yb856fCmOxz4r6835z0+WorsUtIDSiiC1FLSUBTCfZ5Zy2bylyWIJAGtiBfnck/8Ab0+vRaqGA2faPIXbVZFuLjy+Zyg6kdO720wO7ShomEjAxn2MSykjnoOyBanuP2Ikrh2LAhGTs6Gz26/b9voprHusgy9tiVbMD9YNa3s6W6e0HezdmiDN2ic1vK6Wv/X/ALemWK3fDK4EluI+Y6X6vpoQeTWvfpUpi8GHtrbKQ3tHtplPu+rliXIzEnkABcONP8559woPfE4DPGVLkXCi/Ts25LyF+o6+mo+Td8Mcxls3DVL2HJSGzC5vc2HX/epXH7NEseRiQLqbroeywOndyqKXdEBr8WQ3jKEELrdAma9r3sB9lAq7sjTxrWs68tbMWOhvoQGIv1qQ2TgOFEUz5+0xvytm5gam3U+2u8Ns0JEYwTY59dLjOT9vP+VdYDACFMoJPaZrnndjc0HhsfZAgVgGLZnLEkW520A+37akQaKBUBReigigBRRRVBVb2/5/3SfjkqyE1W9vef8Adr+OSgkdj+bP+JL+a9P1NMNkDxfvJfznp+Kix3RSClFAt6KDRRBSClpKoDRag0A0BagUl6WoOqQ0WooC9BoFFqApDS0UBRS0UCUCiiqC1Vvb/n/dp+OSrIare3/P+6T8clBJbI817yb816eoaY7Ivw/eS/mvT+osdCuq5FLQoNIB7aW1FEFFFFUFBFGWigAKL0tIKBaKL0A1AXpb0lBoClpKWgSlpKKAoooqgtVb2/5/3SfjkqyVW9v+f90n45KCT2P5v3kv5z0+AphsjzfvJfznp/eopbUoNJn9dLQLRSXotRBelrmlqhb0CgmkvUBRRQDQLRakNAoOqSii9AClNchx38ufo9dLQLaktS0UCWooNFAVW9v+f90n45KslVvb/n/dJ+OSqJLY/m/eS/mvT8Go/ZHm/ry/nPT8GosdXroVyaUCiFvRRRQJai9BakoA0opCaZbT2xFh1zTOsa9Mx1J7lUasfQBRdPTaePWCJ5XNljUsfUKzWXwwjO2UMLeTmClHt0IAzJfobm3UU93h3qnxySYbBYZ3V1yPI9hYHv1tHp8439ArNjuZimneBYjJJHo/DKuouOrA2Hq512wkk7jadib/AOGxA7TLEcoccR1ykHTytBmB5qdfZT6bfLBJ5WKg+8U/7XrKNz/B3LNM0eKV4FWPOAyrxGJNlKhgbqCGv7B1rQMNuQ8HmXwrW5CXBxg+14yD/KplMd9kP/2/wR8mbP8A3Elf8K1Fb07/ACphXaCOcnsjM8M0SAMwBu7AW00FtdalBi8dEP8A2uHkH0ExjP8AlkQD+dRW9G9yrhZFxeDxCK65PGBWiJY6XkjYka66dQOVSTuM12dv7iBOj3TSReSqnZJAZCVtdSCed+/nrW/xShhdSCDyINwfURzr5qi2tFD5qJJCSSXxC5yBewVVBy8tSdT2rdNbRuHi5p8RImFmOFbh8RI/OYdmUqGUo2oBzXBGo15135ePc3tdNwoqkJv1PhnEe0cKyXNhNCc8TH1Hl6r39FWTDbzYaRC6zR5V8rMwUqT0ZWsV9orzdNRJ0V4LjEKZwylLXzhhlt35uVqMNjUkF43Rx1KMrC/dcGoPeq3t/wA/7pPxyVZL1W9vef8Adp+OSgktkeb+vL+c9PRTPZJ8X9eb856eBqix1elFcA+g12DQLegtSVyTYeqg6NZrv94QZcNiTAiaKqkks6ls4voVItbvq24nfGBCy5s2QXfIUZlHUlA2ew9ANZjtdm2zjG4UbjKgWLKF5Zrh55OSp5R6nUAA61248bO9nZNpfYe/2JxMUi8aGBYtWxEwzyZHNkVUFg8lwdeuml6d7O3AOJkE2IafLzzTMRiJvTlGmHT+HVvSK8TuXh9nYVpGnX4YiM8TF1ULIFOVUja+a5NrkE8vJqkYXebENKoZg1z4xBcCRL3KyhSAw6kk+s2Jrcx3u4jUdo7ciigCQFYMIt14ydjPbylw5AOg5NKAddFBJuIjYu+uFhmaRMnBKxRFUVkaEKzkOyOLyKWc3YG4PMa1A+EHAYx4YppkywocqgGLsBwuU5IhZV7IA7TdBpVDZQDoSe+4yiumHHOm2taat4QN9Sk8HwYlgELcRCyhg5syB7ajsobjqBz5U63d8IWJmgssJllUlSyo8l9ezmCBUU2sDdxexNhXO6W5uGxMURliVwkKCRszkvM6qxGbNoETKLDS7nuq5/s3EiqIBwGRcqNEALDuZTpIt+jX5nkda4XLHWtIgfgu08QO0y4cf3gD/kiuw+9pltXweoIXknmkmktZQoWMM7dmNbnM5uxHNutWwbVaHTEgKP3y34J/vX1iP97s/wAVMU23DisXHEj3EQM7AgrmI7EeXMBmAzM1x1C99Z6r/hGV7weCzE4eQLCeOHHZy2Dlh5YKk6Aam/d6aebsbnrh80mPhEiXySqGfi4TW6ysq80YfKUmw79baugz4wm2kUVvU0h/opr12lsriEOhySqCEe19DzR15Oh6g+sWOtW8l1IbtQce48LR+IxOKSNxoEnMsTKR8yQMpFZTv7sWTAYlYxK7rkDxOwCle0cyoV8kAgaCw15VdMRvcuz5yqLlUH/yMLmXLGxsc+EYm5BBvksBryU3FWrYWGhxUXHfhTmU3JIV1TLfLEgYdkJc+kksetWXLDuMLg3qxKJbMcrMZFuARnPZMgB0J7Nr8gbnnrVk8HW8WIl2nCGYvmDrIdLlMhbtEc7Mq2vyv6aue/G4OHkkE7ApGQEmMVgY+QWbLaxUaKwtyIPQ3rEO70uz5JpcKHZ8LKVZwc2eFkRwssXRSDcMvUG4GhHSZ3KWDZxVc295/wB2n45K991d7IsdFnjNnWwkjJ7SE/7qeh6+uvDb3n/dp+OSvNewk9j+a95N+c9PRTHZA8X7ybu/fPTwLUWOjQDSilopKjt4xfCTgMEJhlAYmwUlG1J6U8OMTU517OrHMOyBzLd1ZxvptSTF4aSZbpgorZQTkbFvmAuL6iNbk95t9m8Md1GWmUizK/a5gDNcd+tX3wcYUSYd1YzuTJ2IIZWiQ9kZnmKEZVvYXY9LAG1VXY2LSXGxmRVAdwrG3ZQEgLlAsAFUBdbi1zW47o4SKPCosCqqjnl+U3zydSSRY6nka9PNybiG2ydzsPA3GeOLiAXuq9iMczlzXJNubtqf4eVOt3dmoIlmMaCWbNI7ZFD+NYuFLc7BSBb0V67wzDgmO4zTFYVF9fGsEJ9ilj7KXbu2VwsBfm1ssUY1Z2NlRVXmdSOVeW20iu7b2Vxp/guG0iAWXFRlisJF7xwiwPDZyCTl0sNQaiMdLszBSM3wTLiEGbhuwIRj5JQMxBB0N1B09OlWnd7AzpF5IWSRjJPNKLszvqckQOgXRRmI0HKoXePwdJisWhM0gdoy0rEI1wpVUsAAF5sPUv27xsl1foe2BIwyI+Bc4kMFMsChmVy2rSxFRaJ7knKbD1GrBgdvtiATBHezZW4riMqw0IZFDMCO4gUmDibBxrGQXgjUKrgXdFUWHEQeUP4lHrHWucfsniN8Iwrqk1tGGsUy9FlA8odAw1FZ3L9hdrYGSSCUTTrHGY3D8OMCylTe7OWuLX5AVQd1/B/NhJlxOJPilU5hE8iyqHXy3ygGw+UAT152N7nBtj4VIuHdDFIhz4iNrckIyBD8tGaxzDohHWpPbG24YUbPJGHykhC6hz6lve9WXKf2mzTZGyEcO7ZzmchfGy+SugBIbtdrPqb8+dP22FD1Un1vIf8A9UywebCquYkwkDMSbmJ2tc3/AHZYn+6T809n0xe0lnIggkVma/FaNlYxRjRiSL2Y+SPWT8k1m72KDtjwYHFzST4Z1jiYnKrZjnKrYsh+YWBsT69RapjZ+wpsOEn2eysmULLh5AI2fh9khivZ4ykFc1lvbXNV8iiCqFUAAAAAcgByAqLmHAnzcop2Cv3JNoEf1OLIfSE7zV67Qmy94IMUCoNn1WSCQBZFPJleM8/ZprUPsXCHCbQkiZrxzwo2Hue1aElTGfnFVYAHmVUdxp3vNukmIIljCriE8liLq9vkSga27mFiO+s72/t7O8RMzYd8M7jxrcYpLcAiFkBeRRYG76dNdRXTjw6+0RLeEfZpwLpjcG/Bd2MbhAMpLKTmty1sbg6XAPOvLcLbL4oTNISSpRbs7ueTHm5NufS1M9iY59o4oYTETGfDujv2X1zqpysCVDKQb9nl11GlWXZ26sez5JEiZ2WRY37eUsCC6kXAFxp3VeTeE6b9n2t+x/NfXl/Okp7TLZHmvry/nSU8PqrztOqrfhAxcsWAleEkMCmYjmEzDMR/z6L1Y1NJOQFYtbKAS1+VgNb+yrjdXY+ccZtydzaR89r6mzEgjVCw8pdAcpuK0XbmwlnbDYRAxmkVJp5ZDneGIAdhOkeugVQBoB1r13R2PgzHNjJYkHDkLLe+VFCJJYJfLcF9NKtO62COR8TILS4k5yDzSO3iovYtj62Nd+TPvtIjt19zcLDLLKkQzJM6RkktkVVVezc6G+fX00+bZMXwpgVIMi5kdGZGBW9wHUg89bU92C143PzsRiD/APe4H8hUFvbttOIqKdYz4xuIIrBrAxhyQAxHM3FhcDU6c5LldJVC3l2XjXx5WEyzKZDwJOduHlBPEsCMhYAnlz51cd2kjxGMWZ7DgrkiznM80vKaYSG+cA3UAE21OlM9q7xcabD4eBTAZI5IQ5MeRI5DFdonRirHLGwAGtyKtcuOwMEIheXDrGihQjyR6Acuze9+t++t5XKTVXsnqj8D2p537ikQ92uc/wCqUj6tVveneP4Fh88E6SZioWJ3V3CtbtRsTewGtmzDXu0qE3O31xMsTosTSOJGcvGgcniMWObtKim99Sfq6VicWVnUNPJqm72bW+DwyS4IkyKQZFjXiRWJGZ30Kq4Gt+Z6g16DB4ybyoYxre+KmMtvVBCAg/7rRtTYWJMLcTGPrlRY4I0hS7sEAvqxHa7xSSS96KAm8ck2BxGJljBljnj4WJz8OZWYKAq5V7SgDloNepqsS73z3NimQnWMojK1+ecsMzE9WJvWuba8GGGaBhEh4gUgMzM7Np0zGysLAjkOh0NZjhd0cdOpEEbSR52jDrkVWyHKfKswF+/017OLPDu3NJjdbeuaTCYjD5sRlEbZBDCJuGrqwKs5N0QdPbXpuZgcfhcRxBBIzSRFURwFVgCjWJd1IAHK2vo51M7i7BOFL4OdSs8zq7m4KPho1zZUbrd7qw7mburRto4MyJ2SA6nPGx+S68j6jcqfQxrz5Z6tknas1CttnaGS4wCZrcvhKa+oAf8ANRuJ2xi5VMcowcAcFSsxxIOumhKqCfUTyFXDAYsSIGAtzDKeaspsyn0ggj2V57QxqxrqMxY5UjUXZ2+ao5esnQDU6Vy6v4Rn0u900TtDNjkVoyELx4QzA9kFSXz+Ub2tbQ1lW1MC8M7pOrq6scwIAbXUE+u973NaPtjwWNJjEdpI4xiHdiiqWEbBWkyBrjMNOYt10qzPg48ZtAJiIY//ABoDmjbK4Z5GAUr1ZAouL8s2oBrvjyTHvP8Aq70yvcDZ2JkxXEwgXPCC4ztkDcly3sc3lC47jzFxWqfGLzysJIXhkjjjV0axBJMhzRspIZfT6KXbGyEwWLhxkSiOIeJxCqAqKrjKsmUcgDlv6hT/AG7rOP8ACX8clcuTLq7p/lKbIPiveS/nSU+zVkO2PCliMJiJYEjhZY5ZLFxIWN3La2YD5VeOH8MmNc2TDwse5Umb/Zqx01OqNkBqub/7WEGBcX7U3iUt3yaMfYuaqAfDDjcub4PDbTXJNbXlrnqK3g34xeNVVeBQIJM5CJJoy6We5Nhz7quOPfudUSu720PhM6YA5Vh+FSyya+dCG6x29ScuvsrXcVi0iTM5CqLam/sAA6+ivm7ZGKeKYScATHWyOrlSTcXspBPW2v20929vLLPGEaFYlView0+W4FiCryMumdeQvqO+t5at/hOqNa2Ht1ZMMEhkVSGlaaU2AgVppG1zf/IQTYHlzOgsct3zKy46QYdleJVQRkMMtggzEMx7Rzl7nqSTc3qO3YxhXExjJHJndFtKpkTtMFDZcwuRetR8I2yWfCqJIYXkzpFA8RaNg0jWsIyCCpsdM1q68eWOGay7+mSxpYZX1ysACGzDtdPm/wDete8sSqQQLXOS4tdSRobW9I+2mqooZh2gPmsLtmVuQtzNPtnYKWdiIYWlIsSI0bMNebE6Cu+X3tyv21vcfZEC7OXECNDI0BzMVXQx5lIHdqup5nqTpViw+x04MWTxbpGoV0ABHZFwRyZSeanQ+vWoLdfBy4fZDpMjRsonyqxUtle5W+Um2rHSrigsAO7T7K8GV3a6z6NMNjjmEcoCydLXySAcyhP81Oo9I1PO0DmkhT+MyN6o1Nv9bR1xj8XC4KHxhB8mMF3BB0PZ8gg9dLVQNk7dx7bVEbqQAZIryr2VW2dTmUAFiFQ6HtVJNqu+9m0mhwrcPzshEUI6mSTsr9mp9lMGSPZWHRrngIqpKOZL6KJUB5sx8odbg9Ddt8Ekxe0MrydjBKDeJQnj5hyGYtfKntBNPt5t14ZcK6vndiAEZpHZg5YBCLmw7RHTlerqTUVEpjcPtCJ8QsyxSI9oHZlR4eGNMwPMMWYkC4IYdRUrsHfOOVMsrKs6Eq6Ldw1tOJHlBuh539NqTYG7sWzhkXtRuwPEfLnWQ2UBiABlNha3Im3UU62/sVnKzwHLiYr5CfJkU84pO9T/ACNXcv8Ab6RUt6/CIcFiisMeYOiu4lWRAW1W6XsRdQAWsRoO43uuxYMyLO5zSyorEkWyKwDCNF+SouPSTqSekPhmg2hLG0kSloEcyJIoLRyl1UI1+7K5HfoamPg7YfWIF4usQ8pPTD3j+D7LcjMvAXbGjQN82cXPoeORD+IVD7t4BcRE+Ia4eed5I3GjoqHhx5T3ZV5ciG1Br030xyvs9mjcXd41jIPyzIoA15Ea3B1FjU9s/BrDEkS+TGioPUot/wAU+sURWNJlikws9g8sbojjSOW6mxX5rDQlPaLjlVt35ZWQJKbmKOMI/wA5DnK3/iU5kPpT7bFvXjONhpocMDNMUIHDAZUYa3L+SrC2gvmvawqi+DiJ1WcSoUOdea5SSM4bnzsbj2Ve3TVUjfcf+o4n/Fam2xdrnDtmVQx05lgOvQHXn7PbWwY/c7CSSu7wqzszFiS9yb+um43FwX9nX7X/AK0lc9d2Y/tK2ULw1IDZr3fNoNBmvcDobWuNNKRt5ZDnJ8qQdo3fyiQWcC9gTY6CwGY2tyrUBuLgv7Ov2v8A1pf2FwX9nX7X/rQ0zKHeplIITyRYXduV2Nhpp5XP0CuJ95GdZAVsJM+iNlAz8O/S7DxYFieprT/2HwX7hftf+tH7DYL+zr/mf+tBlO7x/wDKg/xovzFrbN48Vmx+HQDN8HV8Rlv5UrkRQJ6yzE+oE1Fx7mYNCGWFQynMCGe4INwRr309+CLn43a4ptd875uyCo69A7j6xptrGaiTTYceHkinCJxCxSaQKAXM58snmPGZQO4MRXtvFu2J1Dx2SdNUcErm5EpIVIJU/wAudRcjswszyEHmDI/r767OJf8AeSfeP/WsTKzu0r29HwnFQxx4ZpTIGZMRhXcF0ZQCGzNqU52JY+UtqtW6uzGbCxjFO8sqgrIruSqlSRkZRoxAy6m9+dyCKj1gHEMt34lghcO4YrcaE31FeiOwuweQM1sx4j62Gl9fTWssu2hbQFRdAFUC+gAAA5mwqGxUyR4GSWbqGma1wQzG8YB6MPFgHvFRjSswsXkIOhBkexB0I51xNFxVySF3W4OUu9rrYjS/QgGswSO5eHaOHLMLTuTPKTzYy65hbu8kjoV7iLyuP7UkSdMxkb1RjT/WyfZVazsSGLyXUGx4j3F7X69a64rXzZ5L2tfiPex1tz7wKW7uxbpYwylWAIIsQeRB6GmWGlMbiJySp805Nyba8Nv4gOR+UB3g1X/hD/vJPvH/AK1zLeQZHeRlPMGSTobjW+huBQeuOwUgnlxmGuXR+G8XJZ441GYf4gYvY+i1TOF3kw8kKyiRQrDQMbPcaFcnlZgdLWqvwYMRLw4zIqEklRLJzY6nytL8688LsyOEsYg0ZfyyruC1u83ueZrV7is+FPamd41gjlFrTSnLIgOuSNypsQb3GYgHkO6rRuJxsXhA+MeRrOyiMkICqkWMoUBnOp0bQixtrekbZqK5cZ87ZczGSQseG2ZLkt0Oor0VmBLB5AWIzHiPc5QLX1151bn2mItyRqi2ACqvQABQPUNBVOiissZPN4VkPrllmkP83r1aZyCC8hB0PjH5H2174DCqb3ucqqq3ZjZVLWAueVYH/9k=">
            <a:extLst>
              <a:ext uri="{FF2B5EF4-FFF2-40B4-BE49-F238E27FC236}">
                <a16:creationId xmlns:a16="http://schemas.microsoft.com/office/drawing/2014/main" id="{2E782FF2-3B28-4041-B48B-5BF38C713633}"/>
              </a:ext>
            </a:extLst>
          </p:cNvPr>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7414" name="AutoShape 6" descr="data:image/jpeg;base64,/9j/4AAQSkZJRgABAQAAAQABAAD/2wCEAAkGBhQSEBUUEhQUFBQUFBUVFBUUFRQUFBUWFBQVFhYVFBQYHiYeFxkjGRUUHy8gJScpLCwsFh4xODAqNSYrLCkBCQoKDgwOFw8PGjUkHSQsLCkpLCktKSwpKSkpKSwpLSkpKSwsKSkpKSksKSksKSwsKSwsLCkpKSkpKSkqKSwsKf/AABEIAQsAvQMBIgACEQEDEQH/xAAcAAABBQEBAQAAAAAAAAAAAAAAAQQFBgcCAwj/xABIEAACAQIDBQIICwUIAQUAAAABAgMAEQQSIQUGEzFBIlEHIzIzYXGBgxQVQlJjgpGTsrPSFlNiodFUcnOSorHB8CQlNEOjwv/EABgBAQEBAQEAAAAAAAAAAAAAAAABAgME/8QAJhEBAQACAQQDAAEFAQAAAAAAAAECEQMSIVGRFDFSYRMiQUKBMv/aAAwDAQACEQMRAD8A1bZ+z1kQsxcsXl/+WUcpXA0DWGgFOTseP6T72b9VLsfzX15fzXp7agY/E0f0n3s36qX4mj+k++m/VT7LS2opgdjR/Sfezfqo+Jo/pPvZv1U/oFAw+Jo/pPvZv1UvxLH9J97N+qn1LRDD4lj+k+9m/VR8Sx/Sfezfqp/RQMfiWP6T76b9VJ8TR/Sfezfqp/SUDEbGi+k+9m/VS/Esf0n3036qfUUDH4lj+k+9m/VR8Sx/SffTfqp9RQMfiWP6T76b9VHxLH9J99N+qn1FAx+JY/pPvpv1UfEsf0n3036qfUUDH4lj+k++m/VR8Sx/Sfezfqp9RQMPiWP6T72b9VRG0V4U2VGcAxqbF3bXNIL9onuH2VZqrW3/AD/uk/HJQSmxvNe8l/Oen9MNjea+vL+c9PgaDqiiloEopaQ0BS0UUBRRRQFFFFAUUUUBRRRQFFFFAUXoooEIpaKKAqtbf8/7pPxyVZTVa2/5/wB0n45KCU2P5r68v50lPxUfsg+K+vL+c9P1oOxRQKKAooovQFF6KSgCKUUl6L0C0UUUBRekooFvRekooFopL0A0C0UXpL0C0l6KCaANVzb3n/dJ+OSrHVb295/3SfjkoJTY/mveS/nPT8VH7HPiveS/nSVIA0UtF6S9V3fPeWTBpCYkjdpphF41zGgupNy3QaczVRY6KzpPCFjGvaPAeeEH/uZdZCVAC2j7QOZdRpqNaksPv9/6WcZKiqxZ40jUkhpA7IignvI1PQXqJtcr0tZdj/ChImFiVCj4rihZXyWw5VCOIyvqMgLKhcciGPdVy3P3ikxkLSPEsYEjIhVzIrhdCykqul7gHrY1VT9ApL0lqDq9F6yjavhNxUc8qqYSkbKRmw2JDlWly2N+RC/KOjHlc6VJP4QpRi+Dlcp8ILXGGm4nwXJa3DtqeIbZwbddNBTSbaLRVP3o3ybD4uCCIZzZpcQqoZH4SjRUQEHOdSPtqMwfhQBxsyGLEtEqJw40wzGdWHnDIoNwLkc+8U0rQ6UVB717ZbD4CaePsskeZcwvYkgC6+3lURhd8cZkXNszEscouwaEAm2pAvoDztUFzovUJid4Xjw8crYTEM8ls0MSrJJGSCe3qBYWtcd9VabwhTjHonwXFcJomPAOHAxF1PnEOftLfQ3tbuPOg0SkqBw29uaKWSTDYqBYgpPFi7T5jbxaqSWI6+sVVtl764ifBtKs8MLwvIZpMRA/DMZdhGI8pAZ7DUC5ubc6DR6LVWNxdpYvEQtLiwihiDBZDGzJr22Qk2B0I1varPegKre3/P8Auk/HJVlqtbf8/wC6T8clBJ7GPi/ry/nSU/qP2OfF/Xl/Oen96K6vVJ8Jq3GC8Xxf/MXxeg4nYbsXOna5a99XWova8uGzR8fKWRhJHmBOVhoGFuvOs5Z44TeV1CY3K6jJcFulioZMMBhYzJA4xZclkXIzQ2gaRrAurKTzNreup/ZGz2m3f4amBC0svaxBGRRxmuwJBAYAmxtp67VdcdtfCTRvHIwZHUqykNqDzGgpop2eMOMPljMAIIjKsy3DZrm41ObWufy+H9T3G/j8v5vqs+kgkk+CYWKbDzxFpImgheWPCZolSUF5VGeQnNdrG17cqtXg1w06viUklPDglMKwBjJGhsrEpIwDldbAGn+08Js3ECMSqpWLNkVRJGozWv2Ut3D7K99ivgcIrLhzkV2zMLytrYDTNe2gFPlcP7nuH9Dl3/5vqprZu2Ipw3CcNkZkcahlZTYhlIBGo7taek1BYfamDjd3QorykGRgjAuQLAsba6f899OP2lw/7z+Tf0qfJ4f1Pca/ocv5vqsmx6OcRjZpYJMqSwlo5cXKjhWk8X2FuJBm7dibKCAKkmhnO1c3B2hnMJk4YxUfEy8e+j3twL6cPne1W/HYXZk0jSSxxvI2W7sr5uzoLHpyHKnvxjg+Px83jeHws3jPIzZstuXPW/Or8rh/U9xn4/L+b6qt72YJodpwT4SFWxMsWJJBawZliRAT00W5tpe3PWqVsaHER44vh0xLYoCJiJYWUO0ubj8cXHDja4ysfmjlWtT7TwbzJMxBkiDBGs/ZDizC3I3HfXMW0MEs7zqQJZFVXa0huqeSLchanyeL9T3F+Ny/m+qZb0Tyy4VYXwU8onjVpRBJGDEwKtkLtzN+oHSqkuwxmXiYbakSEgNI+NQKi9WOt7AXOndWi/tNh/n/AOlv6Ux2xi8DioxHiLSIGDAFZB2hex0sepp8nh/U9nx+W/631VVwcrfsxKxZr8OYhizFvPkA5jr0pg26uFXH4VZDKInwDzysZ5rggAkh811XmbDSr/DtbBrEIlyiIDKE4ZyW7strWrxlxmBaZZjrIkbRKcr5RG3NcnkkeynyeH9T2vx+X831UP4OcS67Kd4lad1mn4a8SxezgACRvR1qnbQ2ZMkAwmMVFijf4Q0gD5YEd2kccU2WaVwSiooNtfTl1SHeHCooVCFUclVCoHqAFhTTH43AztG0wWQxMWjzIxyk9bWseQ59wp8rh/U9nx+X830o+42yuFtDCsV4bSwYqZo7m8SMwWFGvqCF79dfRWuA1Xtl/AhiHkhVRPMTnfK2Zup1PIG3S17VYbV0w5MOSbwu3PLDLC6ymi1W9vef92n45KslVvb/AJ/3SfjkrbKS2Qvivry/nPT3JTPZA8V9eX816fCosJavKaNCe2Ev0zZf+a9rV5y4RH1dEa3Isqt/uKlkv2u9fTx4MPdF/ophiNp4dJOGY7tp5MYIN7cj18oH1A1JfFcX7qP/ACJ/So7GbqxSMTYqSR5GVQLBQRYCxuBbXvqdGPg68vJzmhz5ciX936baXvqRblTZNoQHP2BaMOzHKhsqXDGwN/KVl9a08+KF4hfW5sdDbtAsS1xqb5rWJIsAKYxbqotgHe3DeM3N7h7An0G1+X/FXox8HVfLqLaWHZXYR6R5s3YTkvUd/fbnRidpQIFPCvmYooVY2JYWuNDprpr3V6RbACiQZ2Ky2LKQlr+iwvblpfpXMm7asoVndsshkU6aFnzNoBY3N+d7Xp04+E6r5eUm2sOFRiluIGZQUUEqpUX9oZSPXSz7XgV1Th3LqrLZF1DX5ddLf7d9erbtR5UW7BEDqq6WCuUNr2vpkAGt7d9ek+w1e2clrBBrl7QRg3aAHXKBTpx8L1Xy8TtKDimPJqpsTwwVFyFBOnIuSvrB6a16w4yFjbKoOZ11EY1Tnpe/8tL62pX2BGWza3Lqx8n5Ls+UXHZBLG9tbaXr1j2YFIKsRlEthZbAysGJ5dOnSnTj4Oq+TNdsYcoz5B2c3ZKqGOXJmsPQXCnuN68jvBhwhfJ2QQPJS+oZhoT81b+0U6G7sYLHtWZQttOjBiS1rszEKSTflXMG7carluxGbNYkWuC9joNdGtY3FlHXUunHwnVfLjDbZw7orqmjSGMXRRqEzk9dLaeukxO2YEy3QEMLghVPyiOnoV29SGneG2IkceRb21sTYkEi1+VjyHO9eEm7UbKqktZUKCxA7JsTewtqwDesd1wXTj4Xqvl2+OiDWyDoCcgGUkIVBBsdQ45e2vGDbcDStGE7SlwTkWwyZr+n5B6V7SbCQvnJOe4ObsXuAov5NvkjpSDdyMPmXMrZyxykC4bNdDp5Pbb0686dGPhOq+XOz9sRSOqqhVmzc1AtluNT9U1MVE7O3bjhYMma4zcyDfMAB06AWFu/W9S1WST6QVW9v+f90n45KslVvb/n/dJ+OSqJPZHmvry/nSU9WmOyfNe8m/OenwqK6pRQKWgKL0l6UUQUlqWub1QtApC1JmoO65FKKS9Atc/99dKTSA0HQpa5zUooBqL0XpAKARf+a6tQKWoEopb0lUFVvb/n/dJ+OSrJVb2/5/3SfjkoJLY58V7yb856fCmOxz4r6835z0+WorsUtIDSiiC1FLSUBTCfZ5Zy2bylyWIJAGtiBfnck/8Ab0+vRaqGA2faPIXbVZFuLjy+Zyg6kdO720wO7ShomEjAxn2MSykjnoOyBanuP2Ikrh2LAhGTs6Gz26/b9voprHusgy9tiVbMD9YNa3s6W6e0HezdmiDN2ic1vK6Wv/X/ALemWK3fDK4EluI+Y6X6vpoQeTWvfpUpi8GHtrbKQ3tHtplPu+rliXIzEnkABcONP8559woPfE4DPGVLkXCi/Ts25LyF+o6+mo+Td8Mcxls3DVL2HJSGzC5vc2HX/epXH7NEseRiQLqbroeywOndyqKXdEBr8WQ3jKEELrdAma9r3sB9lAq7sjTxrWs68tbMWOhvoQGIv1qQ2TgOFEUz5+0xvytm5gam3U+2u8Ns0JEYwTY59dLjOT9vP+VdYDACFMoJPaZrnndjc0HhsfZAgVgGLZnLEkW520A+37akQaKBUBReigigBRRRVBVb2/5/3SfjkqyE1W9vef8Adr+OSgkdj+bP+JL+a9P1NMNkDxfvJfznp+Kix3RSClFAt6KDRRBSClpKoDRag0A0BagUl6WoOqQ0WooC9BoFFqApDS0UBRS0UCUCiiqC1Vvb/n/dp+OSrIare3/P+6T8clBJbI817yb816eoaY7Ivw/eS/mvT+osdCuq5FLQoNIB7aW1FEFFFFUFBFGWigAKL0tIKBaKL0A1AXpb0lBoClpKWgSlpKKAoooqgtVb2/5/3SfjkqyVW9v+f90n45KCT2P5v3kv5z0+AphsjzfvJfznp/eopbUoNJn9dLQLRSXotRBelrmlqhb0CgmkvUBRRQDQLRakNAoOqSii9AClNchx38ufo9dLQLaktS0UCWooNFAVW9v+f90n45KslVvb/n/dJ+OSqJLY/m/eS/mvT8Go/ZHm/ry/nPT8GosdXroVyaUCiFvRRRQJai9BakoA0opCaZbT2xFh1zTOsa9Mx1J7lUasfQBRdPTaePWCJ5XNljUsfUKzWXwwjO2UMLeTmClHt0IAzJfobm3UU93h3qnxySYbBYZ3V1yPI9hYHv1tHp8439ArNjuZimneBYjJJHo/DKuouOrA2Hq512wkk7jadib/AOGxA7TLEcoccR1ykHTytBmB5qdfZT6bfLBJ5WKg+8U/7XrKNz/B3LNM0eKV4FWPOAyrxGJNlKhgbqCGv7B1rQMNuQ8HmXwrW5CXBxg+14yD/KplMd9kP/2/wR8mbP8A3Elf8K1Fb07/ACphXaCOcnsjM8M0SAMwBu7AW00FtdalBi8dEP8A2uHkH0ExjP8AlkQD+dRW9G9yrhZFxeDxCK65PGBWiJY6XkjYka66dQOVSTuM12dv7iBOj3TSReSqnZJAZCVtdSCed+/nrW/xShhdSCDyINwfURzr5qi2tFD5qJJCSSXxC5yBewVVBy8tSdT2rdNbRuHi5p8RImFmOFbh8RI/OYdmUqGUo2oBzXBGo15135ePc3tdNwoqkJv1PhnEe0cKyXNhNCc8TH1Hl6r39FWTDbzYaRC6zR5V8rMwUqT0ZWsV9orzdNRJ0V4LjEKZwylLXzhhlt35uVqMNjUkF43Rx1KMrC/dcGoPeq3t/wA/7pPxyVZL1W9vef8Adp+OSgktkeb+vL+c9PRTPZJ8X9eb856eBqix1elFcA+g12DQLegtSVyTYeqg6NZrv94QZcNiTAiaKqkks6ls4voVItbvq24nfGBCy5s2QXfIUZlHUlA2ew9ANZjtdm2zjG4UbjKgWLKF5Zrh55OSp5R6nUAA61248bO9nZNpfYe/2JxMUi8aGBYtWxEwzyZHNkVUFg8lwdeuml6d7O3AOJkE2IafLzzTMRiJvTlGmHT+HVvSK8TuXh9nYVpGnX4YiM8TF1ULIFOVUja+a5NrkE8vJqkYXebENKoZg1z4xBcCRL3KyhSAw6kk+s2Jrcx3u4jUdo7ciigCQFYMIt14ydjPbylw5AOg5NKAddFBJuIjYu+uFhmaRMnBKxRFUVkaEKzkOyOLyKWc3YG4PMa1A+EHAYx4YppkywocqgGLsBwuU5IhZV7IA7TdBpVDZQDoSe+4yiumHHOm2taat4QN9Sk8HwYlgELcRCyhg5syB7ajsobjqBz5U63d8IWJmgssJllUlSyo8l9ezmCBUU2sDdxexNhXO6W5uGxMURliVwkKCRszkvM6qxGbNoETKLDS7nuq5/s3EiqIBwGRcqNEALDuZTpIt+jX5nkda4XLHWtIgfgu08QO0y4cf3gD/kiuw+9pltXweoIXknmkmktZQoWMM7dmNbnM5uxHNutWwbVaHTEgKP3y34J/vX1iP97s/wAVMU23DisXHEj3EQM7AgrmI7EeXMBmAzM1x1C99Z6r/hGV7weCzE4eQLCeOHHZy2Dlh5YKk6Aam/d6aebsbnrh80mPhEiXySqGfi4TW6ysq80YfKUmw79baugz4wm2kUVvU0h/opr12lsriEOhySqCEe19DzR15Oh6g+sWOtW8l1IbtQce48LR+IxOKSNxoEnMsTKR8yQMpFZTv7sWTAYlYxK7rkDxOwCle0cyoV8kAgaCw15VdMRvcuz5yqLlUH/yMLmXLGxsc+EYm5BBvksBryU3FWrYWGhxUXHfhTmU3JIV1TLfLEgYdkJc+kksetWXLDuMLg3qxKJbMcrMZFuARnPZMgB0J7Nr8gbnnrVk8HW8WIl2nCGYvmDrIdLlMhbtEc7Mq2vyv6aue/G4OHkkE7ApGQEmMVgY+QWbLaxUaKwtyIPQ3rEO70uz5JpcKHZ8LKVZwc2eFkRwssXRSDcMvUG4GhHSZ3KWDZxVc295/wB2n45K991d7IsdFnjNnWwkjJ7SE/7qeh6+uvDb3n/dp+OSvNewk9j+a95N+c9PRTHZA8X7ybu/fPTwLUWOjQDSilopKjt4xfCTgMEJhlAYmwUlG1J6U8OMTU517OrHMOyBzLd1ZxvptSTF4aSZbpgorZQTkbFvmAuL6iNbk95t9m8Md1GWmUizK/a5gDNcd+tX3wcYUSYd1YzuTJ2IIZWiQ9kZnmKEZVvYXY9LAG1VXY2LSXGxmRVAdwrG3ZQEgLlAsAFUBdbi1zW47o4SKPCosCqqjnl+U3zydSSRY6nka9PNybiG2ydzsPA3GeOLiAXuq9iMczlzXJNubtqf4eVOt3dmoIlmMaCWbNI7ZFD+NYuFLc7BSBb0V67wzDgmO4zTFYVF9fGsEJ9ilj7KXbu2VwsBfm1ssUY1Z2NlRVXmdSOVeW20iu7b2Vxp/guG0iAWXFRlisJF7xwiwPDZyCTl0sNQaiMdLszBSM3wTLiEGbhuwIRj5JQMxBB0N1B09OlWnd7AzpF5IWSRjJPNKLszvqckQOgXRRmI0HKoXePwdJisWhM0gdoy0rEI1wpVUsAAF5sPUv27xsl1foe2BIwyI+Bc4kMFMsChmVy2rSxFRaJ7knKbD1GrBgdvtiATBHezZW4riMqw0IZFDMCO4gUmDibBxrGQXgjUKrgXdFUWHEQeUP4lHrHWucfsniN8Iwrqk1tGGsUy9FlA8odAw1FZ3L9hdrYGSSCUTTrHGY3D8OMCylTe7OWuLX5AVQd1/B/NhJlxOJPilU5hE8iyqHXy3ygGw+UAT152N7nBtj4VIuHdDFIhz4iNrckIyBD8tGaxzDohHWpPbG24YUbPJGHykhC6hz6lve9WXKf2mzTZGyEcO7ZzmchfGy+SugBIbtdrPqb8+dP22FD1Un1vIf8A9UywebCquYkwkDMSbmJ2tc3/AHZYn+6T809n0xe0lnIggkVma/FaNlYxRjRiSL2Y+SPWT8k1m72KDtjwYHFzST4Z1jiYnKrZjnKrYsh+YWBsT69RapjZ+wpsOEn2eysmULLh5AI2fh9khivZ4ykFc1lvbXNV8iiCqFUAAAAAcgByAqLmHAnzcop2Cv3JNoEf1OLIfSE7zV67Qmy94IMUCoNn1WSCQBZFPJleM8/ZprUPsXCHCbQkiZrxzwo2Hue1aElTGfnFVYAHmVUdxp3vNukmIIljCriE8liLq9vkSga27mFiO+s72/t7O8RMzYd8M7jxrcYpLcAiFkBeRRYG76dNdRXTjw6+0RLeEfZpwLpjcG/Bd2MbhAMpLKTmty1sbg6XAPOvLcLbL4oTNISSpRbs7ueTHm5NufS1M9iY59o4oYTETGfDujv2X1zqpysCVDKQb9nl11GlWXZ26sez5JEiZ2WRY37eUsCC6kXAFxp3VeTeE6b9n2t+x/NfXl/Okp7TLZHmvry/nSU8PqrztOqrfhAxcsWAleEkMCmYjmEzDMR/z6L1Y1NJOQFYtbKAS1+VgNb+yrjdXY+ccZtydzaR89r6mzEgjVCw8pdAcpuK0XbmwlnbDYRAxmkVJp5ZDneGIAdhOkeugVQBoB1r13R2PgzHNjJYkHDkLLe+VFCJJYJfLcF9NKtO62COR8TILS4k5yDzSO3iovYtj62Nd+TPvtIjt19zcLDLLKkQzJM6RkktkVVVezc6G+fX00+bZMXwpgVIMi5kdGZGBW9wHUg89bU92C143PzsRiD/APe4H8hUFvbttOIqKdYz4xuIIrBrAxhyQAxHM3FhcDU6c5LldJVC3l2XjXx5WEyzKZDwJOduHlBPEsCMhYAnlz51cd2kjxGMWZ7DgrkiznM80vKaYSG+cA3UAE21OlM9q7xcabD4eBTAZI5IQ5MeRI5DFdonRirHLGwAGtyKtcuOwMEIheXDrGihQjyR6Acuze9+t++t5XKTVXsnqj8D2p537ikQ92uc/wCqUj6tVveneP4Fh88E6SZioWJ3V3CtbtRsTewGtmzDXu0qE3O31xMsTosTSOJGcvGgcniMWObtKim99Sfq6VicWVnUNPJqm72bW+DwyS4IkyKQZFjXiRWJGZ30Kq4Gt+Z6g16DB4ybyoYxre+KmMtvVBCAg/7rRtTYWJMLcTGPrlRY4I0hS7sEAvqxHa7xSSS96KAm8ck2BxGJljBljnj4WJz8OZWYKAq5V7SgDloNepqsS73z3NimQnWMojK1+ecsMzE9WJvWuba8GGGaBhEh4gUgMzM7Np0zGysLAjkOh0NZjhd0cdOpEEbSR52jDrkVWyHKfKswF+/017OLPDu3NJjdbeuaTCYjD5sRlEbZBDCJuGrqwKs5N0QdPbXpuZgcfhcRxBBIzSRFURwFVgCjWJd1IAHK2vo51M7i7BOFL4OdSs8zq7m4KPho1zZUbrd7qw7mburRto4MyJ2SA6nPGx+S68j6jcqfQxrz5Z6tknas1CttnaGS4wCZrcvhKa+oAf8ANRuJ2xi5VMcowcAcFSsxxIOumhKqCfUTyFXDAYsSIGAtzDKeaspsyn0ggj2V57QxqxrqMxY5UjUXZ2+ao5esnQDU6Vy6v4Rn0u900TtDNjkVoyELx4QzA9kFSXz+Ub2tbQ1lW1MC8M7pOrq6scwIAbXUE+u973NaPtjwWNJjEdpI4xiHdiiqWEbBWkyBrjMNOYt10qzPg48ZtAJiIY//ABoDmjbK4Z5GAUr1ZAouL8s2oBrvjyTHvP8Aq70yvcDZ2JkxXEwgXPCC4ztkDcly3sc3lC47jzFxWqfGLzysJIXhkjjjV0axBJMhzRspIZfT6KXbGyEwWLhxkSiOIeJxCqAqKrjKsmUcgDlv6hT/AG7rOP8ACX8clcuTLq7p/lKbIPiveS/nSU+zVkO2PCliMJiJYEjhZY5ZLFxIWN3La2YD5VeOH8MmNc2TDwse5Umb/Zqx01OqNkBqub/7WEGBcX7U3iUt3yaMfYuaqAfDDjcub4PDbTXJNbXlrnqK3g34xeNVVeBQIJM5CJJoy6We5Nhz7quOPfudUSu720PhM6YA5Vh+FSyya+dCG6x29ScuvsrXcVi0iTM5CqLam/sAA6+ivm7ZGKeKYScATHWyOrlSTcXspBPW2v20929vLLPGEaFYlView0+W4FiCryMumdeQvqO+t5at/hOqNa2Ht1ZMMEhkVSGlaaU2AgVppG1zf/IQTYHlzOgsct3zKy46QYdleJVQRkMMtggzEMx7Rzl7nqSTc3qO3YxhXExjJHJndFtKpkTtMFDZcwuRetR8I2yWfCqJIYXkzpFA8RaNg0jWsIyCCpsdM1q68eWOGay7+mSxpYZX1ysACGzDtdPm/wDete8sSqQQLXOS4tdSRobW9I+2mqooZh2gPmsLtmVuQtzNPtnYKWdiIYWlIsSI0bMNebE6Cu+X3tyv21vcfZEC7OXECNDI0BzMVXQx5lIHdqup5nqTpViw+x04MWTxbpGoV0ABHZFwRyZSeanQ+vWoLdfBy4fZDpMjRsonyqxUtle5W+Um2rHSrigsAO7T7K8GV3a6z6NMNjjmEcoCydLXySAcyhP81Oo9I1PO0DmkhT+MyN6o1Nv9bR1xj8XC4KHxhB8mMF3BB0PZ8gg9dLVQNk7dx7bVEbqQAZIryr2VW2dTmUAFiFQ6HtVJNqu+9m0mhwrcPzshEUI6mSTsr9mp9lMGSPZWHRrngIqpKOZL6KJUB5sx8odbg9Ddt8Ekxe0MrydjBKDeJQnj5hyGYtfKntBNPt5t14ZcK6vndiAEZpHZg5YBCLmw7RHTlerqTUVEpjcPtCJ8QsyxSI9oHZlR4eGNMwPMMWYkC4IYdRUrsHfOOVMsrKs6Eq6Ldw1tOJHlBuh539NqTYG7sWzhkXtRuwPEfLnWQ2UBiABlNha3Im3UU62/sVnKzwHLiYr5CfJkU84pO9T/ACNXcv8Ab6RUt6/CIcFiisMeYOiu4lWRAW1W6XsRdQAWsRoO43uuxYMyLO5zSyorEkWyKwDCNF+SouPSTqSekPhmg2hLG0kSloEcyJIoLRyl1UI1+7K5HfoamPg7YfWIF4usQ8pPTD3j+D7LcjMvAXbGjQN82cXPoeORD+IVD7t4BcRE+Ia4eed5I3GjoqHhx5T3ZV5ciG1Br030xyvs9mjcXd41jIPyzIoA15Ea3B1FjU9s/BrDEkS+TGioPUot/wAU+sURWNJlikws9g8sbojjSOW6mxX5rDQlPaLjlVt35ZWQJKbmKOMI/wA5DnK3/iU5kPpT7bFvXjONhpocMDNMUIHDAZUYa3L+SrC2gvmvawqi+DiJ1WcSoUOdea5SSM4bnzsbj2Ve3TVUjfcf+o4n/Fam2xdrnDtmVQx05lgOvQHXn7PbWwY/c7CSSu7wqzszFiS9yb+um43FwX9nX7X/AK0lc9d2Y/tK2ULw1IDZr3fNoNBmvcDobWuNNKRt5ZDnJ8qQdo3fyiQWcC9gTY6CwGY2tyrUBuLgv7Ov2v8A1pf2FwX9nX7X/rQ0zKHeplIITyRYXduV2Nhpp5XP0CuJ95GdZAVsJM+iNlAz8O/S7DxYFieprT/2HwX7hftf+tH7DYL+zr/mf+tBlO7x/wDKg/xovzFrbN48Vmx+HQDN8HV8Rlv5UrkRQJ6yzE+oE1Fx7mYNCGWFQynMCGe4INwRr309+CLn43a4ptd875uyCo69A7j6xptrGaiTTYceHkinCJxCxSaQKAXM58snmPGZQO4MRXtvFu2J1Dx2SdNUcErm5EpIVIJU/wAudRcjswszyEHmDI/r767OJf8AeSfeP/WsTKzu0r29HwnFQxx4ZpTIGZMRhXcF0ZQCGzNqU52JY+UtqtW6uzGbCxjFO8sqgrIruSqlSRkZRoxAy6m9+dyCKj1gHEMt34lghcO4YrcaE31FeiOwuweQM1sx4j62Gl9fTWssu2hbQFRdAFUC+gAAA5mwqGxUyR4GSWbqGma1wQzG8YB6MPFgHvFRjSswsXkIOhBkexB0I51xNFxVySF3W4OUu9rrYjS/QgGswSO5eHaOHLMLTuTPKTzYy65hbu8kjoV7iLyuP7UkSdMxkb1RjT/WyfZVazsSGLyXUGx4j3F7X69a64rXzZ5L2tfiPex1tz7wKW7uxbpYwylWAIIsQeRB6GmWGlMbiJySp805Nyba8Nv4gOR+UB3g1X/hD/vJPvH/AK1zLeQZHeRlPMGSTobjW+huBQeuOwUgnlxmGuXR+G8XJZ441GYf4gYvY+i1TOF3kw8kKyiRQrDQMbPcaFcnlZgdLWqvwYMRLw4zIqEklRLJzY6nytL8688LsyOEsYg0ZfyyruC1u83ueZrV7is+FPamd41gjlFrTSnLIgOuSNypsQb3GYgHkO6rRuJxsXhA+MeRrOyiMkICqkWMoUBnOp0bQixtrekbZqK5cZ87ZczGSQseG2ZLkt0Oor0VmBLB5AWIzHiPc5QLX1151bn2mItyRqi2ACqvQABQPUNBVOiissZPN4VkPrllmkP83r1aZyCC8hB0PjH5H2174DCqb3ucqqq3ZjZVLWAueVYH/9k=">
            <a:extLst>
              <a:ext uri="{FF2B5EF4-FFF2-40B4-BE49-F238E27FC236}">
                <a16:creationId xmlns:a16="http://schemas.microsoft.com/office/drawing/2014/main" id="{AF8B0213-2BC4-4807-964C-F1E0B53AF66C}"/>
              </a:ext>
            </a:extLst>
          </p:cNvPr>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pic>
        <p:nvPicPr>
          <p:cNvPr id="17415" name="图片 7" descr="C:\Documents and Settings\Administrator\桌面\索引.jpeg">
            <a:extLst>
              <a:ext uri="{FF2B5EF4-FFF2-40B4-BE49-F238E27FC236}">
                <a16:creationId xmlns:a16="http://schemas.microsoft.com/office/drawing/2014/main" id="{3D7F6DE3-27D1-4DA2-94A1-2C04AE3C78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9563" y="1196975"/>
            <a:ext cx="1944687" cy="2736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6" name="AutoShape 8" descr="data:image/jpeg;base64,/9j/4AAQSkZJRgABAQAAAQABAAD/2wCEAAkGBhQSEBUUEhQWFBQWGBYUFBcUFRgUFxQYFBgVFxcVFBcYHCYeFxokHRQUHy8gIycpLCwsFR4xNTAqNSYrLCkBCQoKDgwOGg8PGiwkHBwsLCksKSwsLCwpKSkpMC0pKSksKSksKSksKSksLCwsLCksKSwpKTYsKSkpLCwsKSksLP/AABEIALcBEwMBIgACEQEDEQH/xAAcAAABBQEBAQAAAAAAAAAAAAAEAAIDBQYBBwj/xABGEAABAwIDBAYGCAMIAQUBAAABAAIRAyEEEjEFQVFxBiJhgZGhEzJCUrHRBxQjYnKSwfCCsuEVMzVDc6LC8bM0U2Oj0iT/xAAZAQADAQEBAAAAAAAAAAAAAAAAAQIDBAX/xAApEQACAgICAAUDBQEAAAAAAAAAAQIRAyESMQQTMkFRIoGRM0JhocEU/9oADAMBAAIRAxEAPwDyYNTwxSBicGLms6iPIuhilDUg1IdEXo1z0anDUsqdhQPkXMiJypuRFhQKaaYaSKLFwsRYmgPJGh8LJCs4b553RDqahexWmS0MdieI8FDXeCCnuChqaFaIyZv6Gy2PptztDuqNRO4ISv0QpG7czDxaT+sq/wAFT6jeQ+ARApqLZLMn/ZWLpf3VfMOFTrd0mfKFIzpBiKf99h5E+tSP/G/xC1JoprsMi/kVlNgumGHfYuNM8Kgy+JEgeKvMPXa8S1wcOLSCPEIDFbEp1PXY08wPJVFXoa1pzUXvpO+64j+qdodmva1MrYhrPWIHPxtxWTa/aFH1XsrDg9t/EEE95U46aAWxWGezS4AqNvvMxHmgRpqGJY8kNIJESN4mYkajQ+BU4YqzZW3cK8RRfTE+yIYfymCVbByAsZlXC1SrhCB2RFqaWqYhNIQOwWvhmvaWuEgxY9lwmU8G1pkC/HU+JRZCaUBZA5qYQpnKNyBkLmqJ7VO4KGogCEhcTTiG+8PFJAzI/V+xd9D3K/Gx27i4eHyS/sU7nDvb+sqfLkaKcSgFM8T5Lvoz2K9/sZ/3T3n5Jjtkv9zvBb85S4S+ClKJS5Tw80g3s/fcrV2APuu/K6PGFAcMBqY5/JRTK0A/u4I+KaWhHnD8FG/C9iQwPIuFiI9B2eCa6hz8Z+KBAzmoaoEa+mePiPlCFqt/eitEsEeFBV0KIqBQVtFojGR63haJyN5BSimiMMzqjkFKGJNEMEDEsiLNJc9AlRINkU9HZznsc8RDdZ6o3e0ervFpm+ilbhCWkyLRraZMW3TcW+RR2CZUpl4bTJIkVHMJzQDEBw0g3sLwJkCEUJsp6uBIAJaQDoSLGwNjobEeKFqYIHUBal+02mmKTgWw45s4z6AAyDfNrwvvCdRFCoXlzWAEF9i7MC46S6whx1OusQihWefYzopRqa0wDxFj4hAt6P16P/p8Q9o3Nd128g02C9FxGymZacE5nHKYMwSGlpDXAa5mn1t/agK2zTPVBc0mGvylrXXjU9qLaHysx7OkGMpf31BtUe9ScQY32MyeUI7CdNKDzDnGk73aoyeenmrqrsxwE5DETIEiOMi0KtxeyGPEOaHDtAKORVljTxbXCWkEHQgyPEIcVaxOlNok7y6W7iLC/Z8VnanRJrTmovfRd9xxAPMcOxcFbG0dSzEDtGR3IRbxTsDXZkxzlmaHS1s5arH0nfeEt7YcNfBWFPazXCWuBHYZTKosnOUTnIKptFoEkgDtMKNu0WuJAMka9nNAwxz0JicM15BcCY0uQPAFcdiEx1ZADDgafuN72g+ZSXPSpIGHMYpWsSaFM1q6DM41ieGJzWp4agCL0SXolMGruVAwJ+AYdWNPNoKhfsimfZ8CR8CrPIuFiTSYWUzdhMLmglzQTctIJ0Jtmngu4ro00SWvdA0zgOMSBfLlEq4w1P7VnN38jz+iK2jh4aD96P8Aa5ZuCvopSddmCOznGYgwSNI05SgMVs5w3DuPzhbR1EAWG8nxVLtJqPLQc2ZSrhHcPggcSwgGytMYFVYhxvqko0Jys9rw7eqOQUwauUW2Cmp0iSANSQBzNgpEyMNXQ1GUtnuLi2wIsQeM5Ytvnu7V07NflzRIhptPtRG6DqNJQTaG4HE5A+7hLYblMdaWkE9kA/BWmCxTTXqPc5uUZoMAE9aWkQOsbRe/WVUMI/3Hb/ZPs2MW3KN1MgwRBQS1ZebRYxz6pcQRkZAzEugZJA1DRI0I1INhKEOyqb6tS5gPeIAPVuesAySYkwIAMXI0IFN5b6pIPYSPgp6e0agMzmJic4DycpkXdeJvCCaZJhtiHdU6zHEgAFwaRETmADSY3xo2Y3Ds2bVpw8RoHEB8FwB3gG44zZT4faJZmgC4gCAQ0EgkdYEkGIifFEDajTTDIykbwN+VrQbEk7zusBxQGwXC4o0abmvpvEscwGLes7NwmJA1tCpKzBJy6SYnWJtPctZSxFIkdYRcalpaHMeDZrRBs3Qm53b34mjTqOeXNzAe06TI1hrmxe0j+LWZC4gnRiXU1DUpKzqYfgh6lAqaNDDdLGBtSlNpbU+NNU9GjclpHMH5K/6bUvtKNvZq/Gks0cNwTujeCtFzh6zhq7N5+aJbiVnaNZwdBPLNv5H+qsWOdxHxTAs/rC59ZHEIMPTmNEzAnkEWOgz0qSYISTFRZt6Q059V/OB/+lcM0WJYFqdkPPo2hxMhlGZM3NCi5x73Fx5kqsU3LsU4qPRZNCeAmNKkaVuZHQE4NSToSAblXCFIEoQAO5lxqIuCCQRqNR2E+KTajiDLnES6xNrFwHkpXBR0vV8fiUgB67bKg2nqtBV0VBtPVAGYxqqMRvVvjQqnEDXkpYHulFtgpA1cpNspmWIMTcGDoY3FZjZylVLSSDBILe5wgok42QRGoa0aWDY1MSfVG9Pw2JDXOOUAEGw01kNvPV0B7EV6RpblsYFMdY9WerPtRxkgbjfiGbIW41p9Ye/uB9YkhtoJEneVBjXNcZB90bxYNaNCOII1+ZNGHaSIa0+v6pzTDTBLQ7iJAEQELjcNlNhA6tri5a1xsZO/igSqwn6mxwaADctktibtFstzrFyd6lp7FY5xHWHlFgYE5uMjjbmhzswZWkO1jUC0iRo4nROfs14Ih0xlLZIFyREdYjX4IF9xr9hmGkGZj2TA6ubWOfl2wM7ZT+At94dhG/hf+E8EQ9lUNBN26jQxDSRfXQkRxBCc2tVDT1S4CQTcxFjof3bgkGyvGCeZhpMawJiRO7sUTXEGQSCLggxB4hWtLa0ZszZzDLGYwBDhaZ4oPBs+0Z+Nv8wQUCPbKhexel1di0Ha0mdwy+bYVfiOiFE+rmZyMj/dPxV+WxKSPEenDftaH4KvxpLOFi2n0jbP9HjKdMGcrKt9JvRWVqYbsWMos68UlQBUpAhKpUOulgPBEuooeoyyhGtIa3E8VJ9YIUGW47lNVbZaoylo79dPApKLIkqoiyw3dy1FDquI4ZB4Uqbf0WWxJim48GkrTA/aP/FHhA/RTh9y8pZ0ypWvQ9Mqdi6TAmanqMFOlACy37U7cuSsv08xzxTp0mSPSl2eN7WAS09hLh4dqTANxXSvC0zDqwceFMF/iWiPNR7P6W4apDBUyuNhnaWgngCbT3rJ7K6LOqvDdBx4K/d9FxMfbMiOFyewb1nzSNFjky+rqh2jqVY4DDVKTHUapLjSOVrjbMwta5p7sxb/AAqv2jvWidmbVaMxjVUYg6q4xqp8TvUsD3umLKVjJIGm6ToO0ptIWUkLMCfD4MFxaXC0wQQQYNzeLASeQUx2eMkyRZpJIJHWIG5sWncTohGA7p0OnDf3IhhqTZpmGn1bw2Mu7SzecBMh2Sf2WbXkGdGmbBxiN56pkTZDYigWmCTuN5GoBEg6GCFKa7g7rAT1pBaBdwymQAL/ACSr1CRdsC0agWaGiJPAJMWx4o1QGwTFog3uLdos6FI59eSYdNgYkamRob3tPBJu0YDZaZGUzm3tETpy8FMzawEyCZgaDdP/AFv43uECd/AMce6BLewesPZI5+2NDwTjtPqPaQSXkmSZiS2NRwHkFOdptLWiCMpB96YzWiOX5uxIYtmWOrMX6sXyidBaSBpGgPMF9inyqXBj7Rn4m/EK0o1aUunLEWlu8B2gIMKvwo+0b+JvxCCrN29hzTJjhu37lBmeB6wP4hHw7UYmrooyPFvpMbO0m/gq/wA1BZapTWr+kb/Em/6dX+eis29qhHQugB9NB4ilx0AJPcrGoddyErNB3j98lyydTOqPpK8AEiOMazwUtao0dWRJIgcdD+oTK1M2jiEwbOeTNtTHZNirjRErJRTSUwwb/eH77lxaEbJsbQy0Xb+q74I7AvNOo1pJLHkhpcSS17bxJMkEAm+kLuPpdSOxRVnWpxr6ZkfnM+WZY4HaNcq3RpqTkQwoKk5Escus5whrk4FQhycHIAlzIHaezW1S1xEuaHhl9c2WR4N3X4IrMosZJbLTDmlrgRuvDvFpcO9RNXFl43UlZXYPANpPcCXZbQWPe2RzaRKsaez3Z2uZVOTNmhzg8k2nUF9oJs6OxV7sWGuh1+e9Emi6qwik1ha6zm1Gl+bvD25YXHyPQUVQsRSqtqODyCy8GDLtMpmTOpk23CLKm2gdVcGlkYGQGx7LfVG7q+CpdoHVdkPSjz8nqdGcxqp8TvVxjVUVxryQyD6Cp07J7RBngrFuFsl9VU0AGKxzE6SHg5besDu4SR4Ip2NBkxciIdpdxcdNwsBzUn1IZiNRDoItMAkG/JTnZzQTa0b5ucwANo1EoM3QL9cGeZMZnmw1Di22o4HymRKVWq0tiR7E+vNmEHWRrGiKds5s+qYzOFjaGyTEg8BvvdMq7PGUQAD1L9a8tJOtteCVC0DYBzYMxM2kwPVcOI4909tpSxmVvqzIm7TGsz1gSLD+lwnYPZoe0k6g8d2uidV2Y0NBkg9pHuzpbhx3ooPc4GU5d6sEDLZtt0kFxM6axvT6OGpEiQIgix85sN/7smnZTZPWOpA9U74v1uR/rZco7KBcASbgm0zaDvbwKYvuNq4BgB1Bvv4Tx/U+zvuutwTAA4TIqBvdmO6/LuQeIw2VxHAkJYdhzt5j4pIdP5N0+oALoZuPaSAerInrRyix1TcSQXdaIHVAuZJAMkcQAf2VFUZYty2AtJADtbR+9F1JGZ5R9IP+I/wP83t+Szjwr3pyT9fM6+jM99R3yVA4rE6V0DPbHeoH0pcP3oCUW8T++aiyOLm5SAb6guHqncCFw5fUdmLpEuOwLQ8kCJJNufDcgKtKDv8AEq8xm7tF/JVWIF1jydnU4qgTx80lYUtm5mg9a4mwkJLbjMw+km2kYZ3IDDHPWYN1OXu/E6Q0eBcfBGbUBLCGiXRIGul0Psqlla3eSczjxJ1K08P6TDK9l9SciGOQVNyIa9dZgFBy7mQ4qKw2XhBUJLpyjhvPBJulYJEbASYAJPZdN2jgX5GkSCDJbvIG7t5ctdFqKNJjYa0Bs6Rv7O0qKvhg8Whw4SCO4rnllb6LSoxeOpNe2d/w5obZ+C67QHOOYwA0kXAc6/ZDT4haLF7DcbtGZuhB1HYd4U+zNlZXgkAQDGp171imrOh5LX8lPi2EagjnP6qixx1XphYDYgEGbESPBYrpfsltMCpTsxxLSPdcJNuwgHwPYuqGTlo5WjDY1Vdb2uRVnjCqurv5FWSfU7GWXfRrtHQcgngIJZGMPOgldGEdwPgUdgd/ciKj3R46X38lNjoqTg3H2XeBSOCfwd4HdorgOM/DwSl3b8UrFRSNwTxoHDuK67B1CIh8cDMK7Oa/O2icGujuRYUUP1Gpwd571wbPqcHK8LXfs/vsSaw7/wB+aLCkUJ2S/wB0+SQ2RU93zHzWgdffHem+i1umFFXQpVWmS3Nzdp2zKdiNovaYLADrqrFwki4/6VbtIdfuCpSYnFHlHTkztE7poUzHCauI+QVG5XvTr/ET2Yej/wCTEFURCaLGFcojrj+L+VycGLtNnWHJ/wDI5efmf1s7sPSCa5sz8IVdWbdWdZtmfhb8ChKlO65m9nW+iBjnAQHOA4AldUmVcT5GdEe0rtjtZ/O1MwGg5Bdx77d7f5mpYEWbyC7/AA/pOHN2WdMqZhUDVOxdRiPlX2xGD0Y4kkjnMfoqFXGzDNKNIJHLf+qyy+kqJPt0EYWvBIHo36Xcw5TBA33iDqDHZHOiGxxhMP6HNmeHue4xlBJiWgSYGUM5mSu4/FFzGsMCoalJubc9npGF/wDFkDlNix6Nwc3foOBZmdH5S/y4Bczeii0e2DmG/Xt/qnASosFiQ9trzf5hOL4UjHOp2sqramA9Ph61Pf1iz8YMt87ciVYV3u6uQgDMC6d7YMgW108FBQr9cjeXE+BufJO62KjyCngDVZVeHANpUzUMz1oBIa2N5AN+xUdX2uRXqFToq3LiabXAF5q5TENY2TlaY3AGFgttbHFBrg+oHVdMrGnKBBLsznQ6fViwXUpJhLG0kz6Uwx6jeQ+AUqHwZ+zZ+FvwCnBVmDDME6J7v1RdCpOut1WU6xbonfW3cfgpaHZYucZ3xy7F2/bv3dllWHEu94+JTTVPE+KOIrLhkxdQXi58TCrJXEUFlm54v1h+btP9EqmJaWxmHmf0VYSmkooVh5xDPePgUhj2jie4fNV0ppcnQWHjHNGgPiEJiq+d0xCiLkxzkAeb9M2ztGp/o0B51j/yCqDTVt0oqzj6/YKTf/ra7/kqlzlaKH0Keq5UZHg/+RyfhjY8/wBE3FHqu/C/+Ry8vN+oz0MPpQ9w9X8DUNWF0W4Xb+AfqhK2q532db6IYSSKSDMBx77nm34j5KfBaDkFTYzbVN0wT+Ujip6G3qQF3H8rvkvUwxajs87I03o0TVM1yoW9JaHvH8jvkpG9J6Hvn8j/AJLezMvcysdkYiMw7J+f6LL0OkNF7g1r7kwBlcJPMiFaYXFlrg4bkpK1QLTNBVrtfVotIjKX1SHGBDWFlyAbTWB8ETiMY17BlyEgtLHdaLEWzloFxImfa7VU/Wy+uOoHxTtfK0ekdJzcbMarjD4nNY3G+LAkeyB7vGdfNcbNED4DEejqlnszLeTrj4q6qa80FV2cypDvVcBAIvod43oxuHOWJB7dFIwA4rI7K7Q2BVPjtpOpuq1Gw1rGHM4jMdXOho0ETJN9BZWO2qRymRB1HCeayD9oZnVabr5oMcWuaAZ7w4IGgivtZ9Z4ZT6r4qSQTDjlc4kjh1dToXRvWH2w1xLnPNyI8AAO3QBbHo/gadBr3sbDi3ICSSY4CTYTBtwWX6RtueN1cHUqRpkblHZ9E7PdNKmfuMP+0IkFV2w6ubC0CN9GkfFjSjsy6ziZICkoatUNEuIaPvGPiqjE9NMFTnNi6EjUCq1xEboaSZTCi9XJWKxf0tbPYDFR9Tsp0n35F4aPNVGJ+mqlH2OFrPP33Mpjxbn+CQUel51wvXj+L+mXEutSw9Fn43OqnuALIVTifpI2jUM+nbTHu0qLB3y8F3mgKPdS9C4vaNOkCatRlMDUve1gHMkhfPuJ2zi6s+kxNd06g1ngflBy+CBbs8ToPC/mgdHueN+kTAU9cVTP+nmq/wDjBhUuK+mDCtMMp16vaGNY0973A+S8wp4Mfu3wRuHoAaAdwQFGsr/SziHz6HBtbwNSo545kNa0efegK3S/alX/ADadAbwxjfi4PPmgGKUPToBYVlUOe+tVNV7yHOcReQ0N1m4hrREblM96hNRNzpgTUsW5sgUnv7WmnGn3ng+SfjMT1HSHDqP3ZvZPuylhTb99iZtCsAxwJ1Y8DvEfqvMybyM78eooMFcF0Aicotv37tVBW1RRw5e6MpcIG60g8dxTcPs5z3PaSAWODTvN2tcJi2jlyuuzqkyvSV2NhN4u8vkkjkiLPJV1cSXtHlHU9tUjc3va0+ZEpiSAJBiCC10CWkOsA2YM3hb5lSV56tfsrEzRYZvlg/w2/RNAXeExkCo4kwCGiAT6oAjxJPiisPt4TaSewH/oKv2RiGnDBziBNSoL2/zHfoEfSpgaDVeb4jK4So7cWNSRc4HaT49RxHZfusUc7apESHCfukX4Sd6qtmNDQ8gEOyy0t3EEajQrRYe9NrnCJF5sFh577LlhSK6ntiTA/fcVX1Nh4XGddjjTeJEsOXnLSC079RN03aWFDcQPRxBGaBeCDcDs3qHa1F9Om/EUD9pLJBsHgkN644gEX+6uqEr2ZJJOmR4vYr6DCZzt3mII7Ym4WE29UBdYjvIHxW3o7bfVYA+Ju0tb1miWu3wqM7Ha5/zEppqMrNZxbVAdP6QMeymymyuGMYxtNoZTY6zAGglxY4zAEmUMdt4+u+DicS4ncKjmNjjAc0Ady0FLYbB2+SkwuCDS7KIvBPYNwWrzfCMFhXuzIY/YFVrxnbnLrl2fOf4iRM95ULMHy/fYSVtdr1xTphxbmDSBGbJd1gSQJN9dNdVmqRmcoG4W71pjny7JyYlFJoEbhf2BHwhO+qcfNHikV30QW1GAGMOFIKPYiYCRcgCEUe5OFK+u4fqnFyN2thGUcgDiS4EumLRljdb1j4IECBoUrXruD2dVqx6Km94O9rS4eIEBXmD6AYt4u1tMf/I8eQZmScku2NK+il9Ip8FWZ6VvpPUkZuW/S62GC+jIf5tcnsptDf8Ac6Z8ArLD9DcLTcSKWc6TUJfp90nKO4LGXiIItY2zz+sQ+o70bSRmdla0EkNkxYIvD9H67/Yyji8geQk+S3L6IaSGgNHAAAeATCuSXjH+1G6wL3M9g+jOUdd8/hEeZ+SsaGyqbT6gP4ut8UYXLgN1wyySlK2zoSSVIzfSHpHUw7stPDPqD375eQygnxhZnZfTUivUc6mPtXNLgCZZlaGEi14AkgwvRnwhKr2bwD3Stsc4JU4/2RKMm9MVHGU3NDmva5p0IcCD3gpIc4ke4PL5JJcYlWzxtdUlXCuYQHAgnTfPKF0YN0SIg6Q5pJjgJkr2LR59EUpFE0dlVnCW0nkdjSfLUo3DdEsW8SKFQD7wDPJxClziu2gp/BUyrrY/SGtRpFlMtABJu2Tcaa6b9Pkj8N9HOJd6wYzjnqX/ANocPNazDfRzTg5nhoO5jBmjQS90yY35dVPnYd8pL8WVwn7Ix3R7bRDQypUii0nMzLmLwRJk5SYkHQicxWuwbMXiLii2hTMESYqRvBlp/lbrYiFY7N6OYDCwQGud71R3pXSN4GgOlwArY7Xn+7YT2u6g+fkvOy5Yydxj+TqhCSW2VOH6EZh9tVJvJDRY9hNUvcO4hdf0SwTJaKQqOOslzo7S5xMdyPfWe71nQODbDvOpTqYAsBCweafz/hrwXuZmnsRjCDTptdHsENDoH/t1D1g6PeN4F26qwqUan1ao7DVXOaWOGV5d6RhAjqP9cPEHqvkk2lqIa3K/vPgQFFtrGNwzTXYQHuGV1Of720NfG5zLS7e0FuuSPQxSckrOaa4vRkuj2NDgQ431Bm5m95171dAEEHWN/wAZHKVgMFiHMbIiw7x3HXRajZ+MqPaBldmNhDXQ609URc66InCujaMuRpQ9oFygvrID3ibTM8wD3XlR0NgYp8TTI7XOaPKZ8kZh+g1cklz6bdNMzz4QB5rPmPRQ9J8SHUHNGmvOLjuWfp4V7YLHC4FjY3GnAr0sfRwx7SKtZ7pBByNa3X8WZWGB+jjBsIPo3PI0L6jz2XaCG+S0x5YxWzPJbf0nmOAx7Wu//o/LESOIcHX8lbV9nvqVD9XpPew5cppsc5vqietEazqV6rhNiUaX93SptPFrGg+IEo4BV/0fCM5QTS+TynDdBcY//LbT7aj2gH8mY+SuMJ9F7jBq4hoG8U2Enuc4j+VegzZclS/ETYljRmcH9HWFZGYPqkb3vI8mZQe9WWG6K4ak7PSo0mPO8U2nzIkdxCtMy5Kyc5PtlKKOXGo8Plu7pTm1B+9e/go3uUDXkmCP32EJRTl0N6Ci9B1XXKZW2gxmrhy1PldVuK2+PYbPabJNV2Ukx1U3Kjc4KubtJz2gmBImw485UReTrfmuejZFg7FgdvIShquMO4AIKpjGgxMngLnvjTvQ78U46AN/Fc+At5qt1QUuwurUJ1v8EFVxo3dY/dv56eajqNn1iXc9PAW8lG9MZw4p3ujxPySUMJJjJRWwwIJYyRofRyRroYtoURT21RboPysASST4J9kBDNuT6rHHvaP1TxtSqdGNHNxPwHNJJZuKXsNHPrFU6vA/C0fEynDDT67nP/E4x4CySSTddFE9Kk0aADkFK16SSyGjoehdqbVFBmYguJs1o9o336DQ+CSSvHFSkkxS0jR9HNo+kosAphpLQSQZJJEnMYuZlVPSHo3TdinONNpljRJAOYCdRpqXDkEkl6OSTWLRyJLzKAtjbODC+nlaMjpaQBdjxmboNxzN/gB3o/E4JhYfSHqgZiRMty3zNIuCIlJJcTb5fg29hbMr1KrjTe/0ZYGulgGetTeT6OpN20w7I8FoGaRILbK2ZsmmAAWl0b3vdUPe55JPiuJLebp6M1tErdltuWPqUyREteSBHCm/NTB7cqc7Gvox6WHUyQ30jBlLcxhvpGE3ElrczSbu9VoBK4kpTt0wZYrsriSQxEprnWSSQFED8UAgqm2xuv3fNJJItIBq7XcdLeaErYlx1ceX9FxJJl0iEhAYzaTGSLucBOUC99LmB5rqScFbBuhlKs4NaIDYAHWv5D5rjqZPrEns0HgIB75SSUe5VDmN3Afok8LiSQDXoao5JJUgYOXpJJKyD//Z">
            <a:extLst>
              <a:ext uri="{FF2B5EF4-FFF2-40B4-BE49-F238E27FC236}">
                <a16:creationId xmlns:a16="http://schemas.microsoft.com/office/drawing/2014/main" id="{BA0543CB-887C-4AFC-B95F-BDBA9288CE68}"/>
              </a:ext>
            </a:extLst>
          </p:cNvPr>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7417" name="AutoShape 11" descr="data:image/jpeg;base64,/9j/4AAQSkZJRgABAQAAAQABAAD/2wCEAAkGBhQQDxQUEBQUEBQQFBUVFRYUFBQVFBQVFRQVFBQUFRUXHCYeFxkmGhUUHy8gJCcpLCwtFR4xNTAqNSYrLSkBCQoKDgwOGg8PFykfHyQqKSwuKSwsLCksLCkpKSkpLCwpLCwpLCksLCwsKSksKSksLCksLCwsKSksLCwqLCwsLP/AABEIAQMAwwMBIgACEQEDEQH/xAAcAAABBAMBAAAAAAAAAAAAAAAAAQIFBgMEBwj/xABLEAACAQMCAwQGBggCBgoDAAABAgMABBESIQUTMQYiQVEHFDJhcYEjM0JUkdEVUnKSk6GxwSRiQ1OisrPDFiV0goOjwtPw8TVjc//EABkBAQEBAQEBAAAAAAAAAAAAAAABAgMEBf/EADARAAIBAgQDBwQBBQAAAAAAAAABAgMREiEx0RRBYQQyUYGRkvATInGx4TNSYqHB/9oADAMBAAIRAxEAPwDnPovj1cVg9xJ/AZr0fZ+0K89eii2/64jGQ2hJDkbj2D+deh7Eb1XyIbmKcopBT1FQXDFKBS04CqQAKMU7FLiqQaBQRT8UhFANApcUuKU0AzFLilxS4oBhFGKcRQKFGkUmKeRSYoBuKMU/FGKAbimMKzYpjChTERTGFZiKxsKpTARRTiKKhTzz6FYs8QZv1Ym/ntXfbEVwn0HR5vJz5Q/1da7zYj+lSXL5zOfM2hTxTRThWSjqcKpfpJ4hNEtmsEssJnu1jcw4MhQxuWVQQQW2GB54qlL2xYxl0veJtruFgtwRCvOY8rWCxt8RuvMPdJOeWd6pTtgpcVQ+xvG7kWfEmcyX8lle3MMKtpDyLCqBE7qgZJOTgeJqvcG4/evw67ZB9YSslzcyiFI7iRiLgwh2IWCFdhgZLKcA7gUh17FIa5b6J+NT3E2l7t2ht4EUwTGEyPK2/MjIXW0AXGlmJLZ3rqZoUSkNLVO9KHE3t7PXG5iI1lWW45LawhKqEwTP4nQCPZoLFwpa5Fwrjd1cR3qLMWET2pWU36Axtp5rqsoQrISQ2VK420HOnNWnsX2jlktp7q60iJwbldMxmeOPH1RhCAx6Qp88knpQhcjSiuY8H7Y3Xqt3fcvmwtNLlJJzG1uiKixxxJpYM5yMgEd745qR9GHaS6ubeNWjWWOFmjluHui8+QC6loim5OpBnX0391WwL6aKqfpB4rJALVYZUgaW4ALSOUiwg1kSEEEpsARnfNaUvaG9HS94KM9MtL/7tQpecUVB8e45LFDHNbeqSQsAWlnuTDH3ioiKOqMGDZPl4YzmqRF23uRxI4ksyslvq0G/BtMq4AKy8rKy7nuY3BJycACg6pikYVB8E41cTQySPFbyBcCIWlzzhIwJEil3RFUjA8fPOMVVuEcZeSzna7kuLWOC7uPplnUyMwlcerYIJwurA8O4MbCgOhEVjYVQOwXaVGlZp7/WbllS3tZJA8iDPdLnSPpW8hsAfHw6CwqgwkUU4iioaOE+gi3+kuW/yKv881260G1ce9BNuVW6LDG8Y/EN+VdjtBtUlqczPinAUAU9RWClP7d2Mstxw4Q5BW5d+YELrEVhfS7jpjUR1IzUHfei1oodPrUq28Gq8ZgDLMb1YwvNWPT7Iw76QSSWx5Vfb2/mR8R25lXA7wcD4jGKxDjFx90b+IPyrhLtUIu1n7ZbHoj2ecldW9VuVPsXZ6uFcSeT1hEu7u9mDIjJcNE4UCSNMZ1EKSBjr4eFV7jPB44+GM6215AkMlryJbx1eRMzqjci373KGhiSCoz3diRt1AcXuPujfxB+VH6WuPujfxB+VTi6fhL2y2NcLU6e6O5Q+CWlvc8agHNub9YbeWVTeQmNo5Ulh5ZTMMZOASfEVf7zi7xXcURhdop1IWZMtolXJKSrjuLp3D56gjbbLf0tcfdW/iD8qDxW4+6t/EH5VX2uD5S9sti8LU6e6O5LYql+lWzmeyDRMvLidWkTlcx5CXRI9PXAUsXOx9hfDOZ8cVuPurfxB+VL+lp/urfvj8qLtUPB+2Ww4Wp090dyl8Pjnunu4Y5EljgEMive2GMllnDqkarFuukYbfZvfmpb0YcOYWEMmmARzwKQEiKykZOkSyFjzMAsNx41YBxWbxtn/fH5Ufpab7q/7w/KtcTDr6PYnDT6eq3KVZ8CluWuOXy2ig4lcFrd8okjjQVkZ1BJwSSVxgnxG+dD0WcAneK3urd1toiGR9zI91Gk8gxNGVCxuveAcFiRjp0roR4xN91f94flSjjE33WT94flTiodfR7DhanT3Lc0uN8HuZ5D3bGSNTmMXELyMoKjVnfGSQenhiql2m4eLWJxeJw5VnimSNbe0kWdpDGQgjfJAYMQfA+XSryeMTfdZP3h+VJ+l5fusn7w/KnFQ6+kthwtTp6x3Kl2g4FO3ZaO3SJ2uEtrMcsDL642hLLj3YOfgaz31jEnH4voUYNw2ZjGEXvFJkIwvTVgkVZ/0xN91k/eH5U08Vlzn1V8+eRn8cVeKh19HsOFqdPVbkR2C4fNFw+VdBtnae6eESp7KySM0TPGCDjfdcg/Cq5x7slNawyCS5kaK8MhunUMQpmZTIltaIrZkkwFDMx0gkDrg3wcXm+6v+8PypG4rP8AdW/fX8qcVDr7XsOFqdPctzmcnDWE1tqieO6ueIWVwsIRyLeytwYUDuBoBCBywz1bFdbYVGnilx91b+Iv5VJ+HlXSFWNTS/mmv2jnUpShrbyaf6MWKKcRRW7nM552B4eIeeAMZ5f9H/Or5ajaqz2cXeb9tR+CKf8A1VaLYbVhcvwjMtWZRTxTRTxQhikudJxpc+9VJFC3o/Uk/cas4py1TRC8Q486SFUUeypBcOO8RJ1G3dyEG2ep8jp3Z+KBT5ADUSV2AAUnLFhjZh8M71ty2aPnUitqGGyAcjyOetPMK6gcDIBAONwGwSPngfhVBHTcWKzaMrjIU5Bzk5wcZyd1I/n4GmrxVzOIwoAJYAnO+l5AT+Ef+0PLeRazQ9UU7hugzkHUD8c70NZISCUUkHIJAJBznY+G9CmrDfsZjGQBu5Bx1VBGGO527z48envrU4Txt5mTITDqWwurIwSOvQ7/ANDUv6qmQdK5HQ4GR0Ox+Q/CgWy5zpXrq6D2t9/jufxNARfDuLSS5yqjuBvgSiMPHzY0224zIyuWUKQoK7NvlioJPljBxsevSpVLZVxhQMbDAAwMY28tqUW6gY0jBAGMDGB0GPdQEWvGHMbMVAOhnX2jgAR9emr285BA8Dgg1tNfECQkfVYznAHQMdwxz3T5da2Dapv3V7y6TsN137vw3NPW3XJOkd4hjt1YAAE+/YfhQEU/GmEWoph0xrB6atDsyrvnI0+PmDTW4y+hSApLOVHgCBHryMtkj86lhaoM4Ve82o7Ddumo+/AH4UkdqijCqqjAGAABgAAD5AAfKqCPtOJySRRPpXvnvAeCaGII9+rQPmax3fGiqqVAGvmDvZ2KE5PwAVmP8qlkhVRgAAeQAA6Y6fCmC0QADSuFwAMDAA6YoDRbixGnK6NSxMerfWFxp2G2AuSenWtW743IsmkIABGjksDsWSd2Xr1HLX3bn5TK2iAYCqBjGABjG+2PLc/jQ1sv6q7rp6D2d+78Nzt76oITiHHHjeRVCsFCaNj1YZOTncYKnbzqYNIbVMY0LgrpxpGNPTTjyx4U4igMRFFONFAVTs4mBKfOb/lRD+1WS3Hd+dQPAU+jY+cjH+g/tVgg9muaMy1Y8U9RSKKcKEHCnCmgU9RQ0OpaKK0BRRSFwMZOM9Pftn+xpElBJAIJHXBBxuRv8wfwNUDqKxNdICQWUEdQSM9M/wBN6PXY8A61wQSDkbgdT/MfjQpkpabLMqDLEKPMnA91NW5UtpDAtjOMjOMZzj4UA/FKKZJKFIyQM7DJxk9dvwNMW+jOcOp0nSe8Nm8j79jQGY0ViN4n669M9R0wDn4YIPzp8cgYZUhgfEHIqFHGkpkVyr50sG0nBwc4PkafVILSGlpDVAw0xqyGmGgMZpaKKgK5wIfQ/F5f+K4/tU9ANhULwRMQr+1Ifxkc/wB6noV2FZMMeq04LSgU4CgExSilpMUKLRiilqlMUtoGKk5ym4xjY+PX3ZHwJrG0KIGLkYbrrIxuxYD8WP41tVhurZZF0t0/+f8A186oNeSCEs5YqWYb94ZA0hTjy7tMi4VCy93vAArkMDjVpJ38+6pp/wCho9WrB6EYztuoU48RsB08q2LW0WNcLnGc7/AD+1UDLlUkUqzDAIzuNj4fPpWOK2j5gdWycAAAqRjSMY8fZx4+VZfUh3tyNbBjjHVcY8P8opsHD1RtSk5xjw6YUeXkooUZc20eUBOjR7ABA+0uMA9d9I+OKwLZwd7vDdwzd8e0QVXPlnJ2rZvOGpKVL5ymcYPmQT/QViTgUfeyXYOysQWyAVbUMeVAH6KiK+alcHcYICGPJON+7WxYwoqYjOVyd8g7533HvzTxajl8vcrpK+/B2otrVYwQgwCSx8d2OTUKMtbFYyxXOXOTk53yT/fHwA8qz0tJQC0006kNAMNManmmtVIYzRQaKAhOED6CP3qD+O/96nYh3RUFwQH1aDPXkxZ+Ohc1PR9BWXqYH0opuaUVAOopM0ooUWiiiqUWigUVQAopRQaASikpaASnCm0ooUWkpaShQNJSmm0A6kNAoNUDTTGp9MahBlFBoqEIiwXEcY8kX/dFTCdKjIBgKPID+lSS9KzzMIfmlBplOFDQ6lFNpRQo6iiigHCikFLVAUtIKDQCUUUUKFKKbSigFNFBpKFA0lLSUAtJRRVAhpppxpjVSDDRQaKgI9K3xWhH1rfrJgdThTRTgKFHYpRRilAoUWiiigFFBoFFChRRRQCUUUlAFKKbmgGgHZpKM0maFFpKKSgHUlFFUghpppxphqgZS0lFCGjCN63hWlD1reFZMjgKeKaKcKFHUopKKFHUlFNzQDxQaQGg0AUZpM0hNQokkgUZJAA8ScCsUN6jkhHVivtAEZXyyOornvpa7SzWwjjhYx8wZ1qSGHthgCOhOF3G+x8zXN4e2dwGjLSOzRMdLF25mlvbj5gOrQdts7eGK9EKUWrtmW3fI9HE0A1yrg3pZYZR4nuSW+jIeMOFOO45B7xBzhsDbGd9zYoe1XEZPquGYB+1JdRKPmBvWHSaZU7l0JpM1VlueLOfqbGEeOqaZyPkqYP41lWw4kx713axjyjtHY/IvN/as4eqLcfxTttDC+gvEDnAEkhTODjIwrYGQQC2M48t6keC8bju4uZEejFGU4yjr7SnG3zGxBBrztxqzlhu5IZg3NVyu+e+CcI6+YIwR+HhV97CcUfhMUnr0E8cczqwk0Eqhxpwy9Rnb37dK9EqacftRi9nmzrmaWo/hXHILpdVvKko8dJBI9xHUH41vZrzWsbFNMNOphqkGmlppNFAatv1FbgNalt1FbQNQyPBp4rHmnA0KZM0A0zNKDQD6SjNJmhR4pCa5z277dy28kkcSLiJ40JcFg2uIS+zsPHGd+h6YqA7M9ury5uGtrd4oRKpcPPqkFvoXMnLyckHqFY4HnXX6X23uZxZ6HWOJ8Xhto9dxIkSebHGT5AdWPuFUi/9I8ly/K4bGSz+yzrqkbpllhyBGvXLylcHHdOcVF2fZQX0uuOSS+OdL391vCNgGWytxhZNx7RygJ21EYq3wW9vwuNYbaMyzz50oCDNMR7Ukrn2I1yMscKuQAMkKSUY9WM2ULjnYG4eIy8RvMzSELDEitO8ku+lAcrnbOQqhV3OQAai+Deia5ubcTLLAgkGY1bWSR07zBe508NXyq18U7XQ2U5a4l5t266SyRcwQxk7pChdREmQDkkvJgEjAWn9ke3kEKw2sjq0WgLb3Chhr07cuaM96OXO3iCSMYyBXfBPA3YziWKw/sJ2Ght/WYrtI7ibMepXVXj5JUmNkVt8FuapJAJMZHQAmxN2Dsv9HD6v45t5Jbff/wAJlFcx7b9qpX4i5VCEiGhOaskWqNlRidL6Sp16sNsd9jg1Odle2t5NbrHEj3TxZR2jiDHzTXcSyLGrYIB2cnY+Nc3Tkle5q5cW7JyKfoL+8iA+yzRTr/5qFv8AaqOvuIXtqcNfWEx+zHNE8UjfwnYk/BKwjgHEbj6+WOBf88klw5B6ho4hDDnp1Df3O5Z+jmBRiWSaYZzpDi3i+HLtwgI/azWcl3ncv4OV8d7bzyTGR41jmBYI+DqQbj6MsAygA7bDxJGrpAJxSZNR1OBKCG1EkOD11Bva+NdW4l6L7a99Ye2C2pRhFDoxymaL653VepLlozvkcnPnmkj0X3jDWqqYlwGdTrO2FlMcYwz6W1bbFgu25xXdVcsiYUiW7Kpw65tI+dcpw++jLJzI5RC7AN9GXBIVyU0Anr7xVmtuL8TsvbaHicAxiWPJYDIGX5YZl6n7LjbdhT+BcqyhjtrtIZ7NyRb3fLUxtrYty7gHPLkLE97ox8jtU5N6OuHsci1jiP60BaFvPYxFa5OXiUwwekq10Ay64S4ygIV1kGdP0cqExtvjbUCMjIGak7LtTbyiTv8ALMKh5BJ3CqHcPnOCmx7wJGxrjPpN7Lpw25Xk6lgukzlnLEyIx1qzNudjGRknx8qqVnxGSPvxE6UKjPVASSyAjoRmMnHTKDxArShTa5keI9JjtEh3WOdh4HlEAjzAYg4+VJXmWa6Z2LOdbNuSx1MT5knc0Vv6VLqY+/oepbfrW0DWpbnetkGvEbMmaUGmZpRVBkoBpuaAaFMma0rji8MZ78sabE95guQBkkZ67eVV7t/x97VLcI2hZpSHbGTpVC2keRPn7q5Fddqrh1kWV2ljlz3ZCWVWzlWTPske7avTToKSxNmHJp5E12w4knE7yRojyljRUTuu8l1IC3LRIl3LEM++O6o73XaW7L+h3Uhe+Zo2de7FGVLITvmUkFW8Po8FeudXhr+jGKZ4JZrdbWFonaJ7q45kkgUKj6UjBVUQKy76tyMmrIvAbm/IL31zyM95kC2wlA8IUQawhP22Y5Hsgghq1K3J2QKJxntveCaWJgALeSSJWTmQsvLdkRkw+lNgpwBg+PWp7sp2quGhLxwyT3UpxNKsDzPJoJCjmM0cMSjOyAsBknGSanLj0a2U92yGJ0jgijyVlfMkkjOSGYktlUVTnbPNHlViTs6tuAbIi10gApuYHCjH0iZ2b/OpDbDJYDFSVSFrWCR524nbPz5RKeW6OwYSZ1Ag4xsN8Yx/TasHD4i8yImSXkRV05ByzhQRjcbnr4V0luzkfG7qW4mf1Ey6I7cIA0dzygwklDso52SpAxpbTGCRjFbkXo6tLUFOd6zdyaYol1qhidjnmiNW1ZUBnOSdozj39ZVFa3MK97kxY+j2wneVuQDEjcuPEkmp2jJ50rSBtT9/Kd4/6I+dWY9nYQE5I9WaJQqNDhCqjOEYezIm57rAjJz13qIsL+Th+mC8IaHISG5Awu/spcAbI/hq6N7icVOvxmFSV5iswGSqZkfH7CZb+VeSSlfxNJoxfpRoNrsBV8J0B5R26yA5MPj1JXp3snFLxntDFbRks6cwrmOMuoaRjtGq5P2mwM++nniDt9XA5yNjIViU/EHLj9yuL9s+E3aXssKxOySssix26vJCA4wowFwMFCNwPZJ2qwhFvPIt/A7Xb23q9qE1ZKJgucAs59pzgAZLEsfjTuEx6YI8jSSoYjyZ+8w/Emq1w2KVuGQJJOXLxpC4CjUrkcpgzHvakcjOcHKnNWA8Pk+8yj4JAP6xmo1lqRGrxTgx77Qosiy5E9s4HLuFOxIzskvv6N0bwZatb9q14dJpRpbiyGzBlbnWLbfRFm3kUZ9n2l9+RVz/AEXJ96n/AAtx/wAquKdoew14bu4EEUl2vOciRcd4seYQSSBqGrBPTIOPIbg42akw78jsHAoVuUN1JpkNyo0rlXSKEbpEMZGftMfFjjJCrWn2z7FxX1uFCIJIcmL7AI2LRFl3VWwNx0IVsHFVbg/DrrhdvFNao11GyK08cbNIkmRlpERgHilztpUMp07hTV84F2hhvYuZA2cHDqRh42HVHU7qwrMotfctC3OWWnopsZUD+uTQE5DRy8gSRspKsj7DcMCMjY4yMiiul3/ZGznkaSa1glkfGp3jUscAKMkjfYAfKipiXiCQgrODWtCazg1yBkzTgaxZpwNUhkzSZqIn7TQqxAYOVGWCPGzAAZzo1az8hVU4z2tS/Bit5xbWuVWe5buu5YA+rW6HvNIQRnAPtDr0PRU5cyYkaHb7tGl8HiiYLb2ZMklxp15kRSNEYBGfax1Gc+WNVCteETXJk1Hvxqe4zgOXCczQFYg40g97pnA8ak/SC0ZlhhtYJYY4IRpR0wSGLyc3Ru4J7xYuA3dyR41sejDhVy1w80MQZREyEys0cbF2UgK+htTAoGxjG25GRXpxKMbLQzbmdB7F9hjbWyJdFZCH5vKX6oSHGGk/1zDAwT3RpXAyNVXVRUFY8dRFCyrKnL7msozJsAQWdchTpK51Y3zUf2n7fQQQScl0mk5bFNEkeAxXuH2st1BwoO1efDKTsW6WZM8AOpJJSADcTSSbHIKA8qFs++KOM/OoztfdtM0dhAxWS7BMrr1htV2lf3M2Qi+9s+FMh7XWsNgsltqlhghX2BpVFRQoVmbCqwwBo3b3Vi7OcAkk5l1dM6yXulmiU6OXGPqYmcd/ZTuAQMscg1qKw/c/j/gN8iTvDAsPq0cYl0IEWFFDBNI+j1Z7seMDBYjptXErS14gbuKIrcGa2lG6qWaMjBZg5GCNO+TkMD46t/QEFusahY1VFHQKAAPkK0uCjKO5GDNLI+3ioblxn5xpHUjUcb2DVzWi4Xb3UZL5u1bZhMzMuQejQnCIwPUaQQRUesMnC94w09kSSyjLTW2dyy+MsfXP2h7xuJu74aGbXG3KlxjWBkMB0WRejr/MZOCM0kHE8MI5wInY4U5zHL49xvPH2Dg7HGQM1FNrLVeBWjYg4nE8POR1aLSX1g93SBknPwrFweE6DI4IeduYwPVQQAiHc7qgQHG2QT41TOJQrz2/RLxzkkyXdokq8tgjKTjGRHKzYGnYN3s+OZCX0kxGPVGoQjaT1ljbpC/+qclSzSeOlVO3XGRnTpN935+RissyW4lDouFeJNbEh5UDY1qqsC6r0MgPL8s4UE7Cpe3uVkUOh1K3Q/2I8D4YPSqFa+kFFnEtxyWhb6NZ7aQyRxMxXImDAMgOhd8bb1Kdqu0kfDgJo2Rue4Vos7FipPOGnJBAXfbvbdDSdOSai0IyTzRYuKXbIgEe8sp0Rg7jUQSXYeKqoLH3LjqRWaytFhjVF6KOp6sTuzMfFiSST4kmqh2F7WDiNxOzgCSBVVAudHLcks41DIZmUAjyRPfV1rlJOOTNLMhwPVJ8bCC5fbAwI7hyS3uCyHfw7+epkGNHtP2TMzGezkNrdgYEi7LKB0SYD2h5Ngke8ZBsF3arLGyOMq4II3H4EdD5EdKjeG8SxrhnYCW3xlmKjmxtnlzY8NWlgdhhkfG2CbGTWaDVylHt3dQ/R3GuOVNnU8Plm38xLFKqOD1BAGxFFXxuLwg7zRD/AMRPzorri/w+ehnD1Hw1mFa9s+Rn3VsA15TbFrFexF4nVTpZkZVPkSpAP41kzS5qpkPNd1G0RIYmOWNirJghkYbHJ/Krn6IdMPrt1Ko5cESDmFQWBXmO6IeoOCmQOuVqw8Ts4L7jXKlRZFjXDjGNTRRa+8RgsB61H+7W9xawjmng4bAipbx4nulQBUEanMcJAGO++5HXCk165zxvPwMLJETwjhrrY8Q4pcD/ABF3bzyRqcfRxctigBA8Qqf91U8c10i3j0oq/qqB+AxUd2kUGzkXwcLHj/8Ao6x4/wBqpWuEpYsymlbnl3LL4SjUPLUMk/Envn4KK5h227Fy3l41xZ6THcusa62065FjOqRNj9FiP2upIYgEEE3Tj9+JpAkamRYTiVgxXOWGuMHYYwpViSBuVGTqCwfbTtuYzbrDDLHNHMTEsqoI31W89vGQyOVKh5oyRnoPCu8YyeaMYrOxp8E4LIrR2J/xVvw6RZ7nlDGqeQtIsPeIEiox1kDBxgYz16TacQSYExtq07MNw6HGcOhwyHB6EA1odmOBiytUizrfd5ZPGSZzqkkPxJ/ACtu94fHIQzDS69JFJR1Gc4DjwyBlTscbg1ynJN2NBxS7MUEjgZZEYqPNgDpX5nA+dPsrYRRJGOkaKg+CqF/tXIu23a+6W4lt0mykLRGOVCi6iojl1OoBV2D5BGy932Rvmy8M7WXd3CjJbzyFlXPKCQQkkb/TyEsy5ycoF+dbdCVkyYkXe5vkjxrYKW6DPeY+SqN2PuFRHHYZb21mgij0CaJ05kx0AalIDLHgtkHHtBaj7bhl+c6Ta2IbqUVric/tSPgMfec1lk7FI4JvLm6ugBkq0pjjwNz3Isf1qKMYvOX/AH+P9jE+SOW9l5ZLbiSPeztarCJY3fWrscBl5S+0dOsZzjHdGNyKrl/dSXU0jKXmBklZTux0u5IOPDI0/gPKu+cB7JW0dsgNtCGkiUSHQCx1L3l1HvY3I61zX0g9kHS+iEGp5r1mCKDgyhEy0hckBXAChgdjkMOrAd6dWLlzGdijvC8ezAoWAyDtkA7ZH510HhXBrq+4VaxMtokMkipCSsguDy2cazjA+rRznPeXyzUPa+ijiMwbWi2+A2DLIpLHGwUIW6nbJIrp/Ym6SZUVYzbiwiW3MLE6o5TjmZz7QCogV/HU/vqVpc4528yx6ld4b6NJLaUIbiNPWAQJEgOsOoJ5au8hZCV1MCvXQc9Bm0f9DZ9ODxK8GBgaeT/PUhY/jVgvbQSxlCSucFWGMoynKOudsggH5U3h14ZEOoBZIzokUHZXAB2/ykFWHuYV53Vl8SNWKo3YVxjnSz3niT63NAx8sIuVP7wqt9tOF2Nlbxym0l53OUKl08s0cmQeYjycx1A0amABzqVTg4NdYJqqcf4OvGYuWSY7ZWDpKoHMkkXIDRagQIhkjVjv5OO7u1jWle7LhOWt2ztFOBw7hz48eQ65+RUn+dFZL30eWsErxzXUmtGIOFjG2cocEE50lT1orbqx/t/Zmz+W2Ow8HmynyqSBqj8H7dWKr3rqAfGRRUuO33D/AL5bfxU/OvGdWiw5pk1wqIzOQqoCzEnAAAyST8Kgv+nlh98tv4yfnVZ9I/bS0k4ZMkF1DJJIYlCpIpJHNQvkA9NIbNairuzM2K9wrteltdG6m1FprW4nRcHLSXNwDGhIyEAjhUZO23yroHo84Y6WzXFxvcXzc6QkYIUj6JMHcALvpPQsR4VwLjF+pcKGWQRwQR5U5B0woWHvOsvXZOB9tBBaQo97w6aSOJFOq4aM5CgYeTv6j5tpGeuBXoqyWiMJFt7UqWgjUdWu7P8ABbuF2/kprJfXbSyciAlTgGaUf6JT0VfOVh0H2R3j9kNxDtR6Q57idxrRFjk+jMMrkKYzhWjdSAwyM6iuTnw6Cwdk+1b3kXKk4hHYLGC0pRCLmbOdcrzydxMkg5XJGB06U+nZJ3BUu1PEXa6uEJISO4kRY8nQgiYxJhSeulBk+ZJ8TUdLxKTk8pjmMnUFbcA4IyuemQd8davXbTst6jEbywmWWDC84vIssmtmAEiuwIfUW36EeGc7UW5tZppwrnS7a95jyl7gJYBnwCcjGB417lNON4s5tO+aOtdhJb+9sImF0kMSZiBEPMnYRkplndtOduuKkZOx8d0SrzXFyAcPLLKdAPisUa4VmG4zjSPeQQGej9ElsIooi0cMGUlQnEzzZJlEuPq11Fjp6nxwMg3RFAAAAAAwANgAOgArxOpKLtozWFMr03ZK0RrZFt4tKSM2CiknTC4BYndtyp3zuoPhUnJZtExe3AwTl4jsr56sh6I/j5N44J1AuJP8VCv/AOqd/wB1oV/5lb+a4uTeptKxhtbxZBlfA4YEYZW8VYeB/PNYeMn/AA7r/rdMW3X6VhFn/bz8qW6stTa4zy5AMasZDAbhZF+0vX3jJwRk1T+L+kmGK4jimUpyZgJyGVlUhSMruCyBmRtWAcKds7UjFyeQ0L8KpVvaDiHFbiYkiPh6i2gZSMrcNiSaRf8AMvcXfYgkEEE1K8f7XR21rLMA7ctMqeW4Qs2yDWwAILEdM1rdjuF3FtZxxlI1dtUkru5ZmlkJdyUVQDuce14VpLDFvy3+dQbt12shtlIvJI4ZUHslgpl2JDRKTlg2Nhvg5HUVGX/Z+WEJd2mDdKNU6A9y6VjrkT9oEnQfAADpVX9InYi8ubuOSJknM0YjIH0ITllmzhmPc7/mTk9Dmrj2Z4MotIo5JJmkt0WKQc6ZNLooBXSrjbpjrkEHcGrdRs15hq+RM8E41HdwLLEdm2IOzIw9pHHgwNQHbXtUvDZIpFAkeYMjRltIZEGoSFsEgqzAdNxK3XAxp8d7NrZyetW8Qmi39at2y+tScmdNRP0g6nPUZ99J2o7O2V9YRyQhYgzxcmSBFU6ppEhCsoG4y4yD0x4YpaKalqvmQTeht9nuPDjKNkcuGF9EsWrUZn0hsFsD6DBG2xY5BwoIa3VVuzvZX9FRkWxa4VzqmV9IkZsYDxEYGwAGg9eoIOdVitL1JUDxtqU5HiCCDhlYHdWByCDuCMGuUvFaG0VHtD2Ciurp5njRmfTklQSdKKo3+C0VcDRVVRop44zVz4P2OSewacySBwjFcKeXqXOeqamAwAdOdwQM4ql1uDi82nTzX06SmNRICsFVlGegwqjHkKyQt3FewyxCPTJKBLM0ILpkEhnSPSo0uWcqCMAqAT3jtnJadhoHuJI+fM6qe40cLFdJDOrNJjQQUCsCCA2duoqlx8TlXGmR1whQaWIOhmZmXI8CWbP7RpI+IyL0dvq2iG5OI2zqQZ6KdTbD9Y+dAWa77IxrHI6zsNIZlV4pFchVvGCspTqfVhvkY7+RsuZniHo6iilhQSuVlmSIsXQMMhycIUCkERsQxce5WOxokPGp0j5aTyqgBGhZHCYbOoaQcYOpsj3nzrJJ2iuWxquJm0lWAaRyAVIKnBOM5APxFAb/AGi4Slq8QjlE3MiWQkZ2LE9NsaSBtgt479M2z0INnip91tL/AL0dc9vOKSzaedLJLo2XmOz6QeoGo7dB+FX70FH/AK1b/s0n+/FVvkSx0ft5wqK5u7C2EaB7icySuqDWbeFdciFxuAxKjr1ArnY9Ht411HHkiMzmNLnUNBMZYlwudQbEbkAgAkYzuCb6Lpp+MXLRkhoo47GFgcqrP9PdS4wQGRQOuxOhfEVbeJWGLbRCMGEI0Sg470JDxrnyJUKfcTXRycUkmS1yv8S4VdW1z65AsUh04ukj1obhV6MIjqHMA8dWT7+lTfDu1lvPEJFZkQ/adGVNtiDJjRn51JW10siK6HUsihlI6FWAIP4GqtxS3bhsz3cALW8pzdQr9g+NzGPD/MPn5miamsL15bbGXlmY5PSDZ+vopfChJIhL3eVrd4zjOcgfR+0QAdt6sw4iX+pjeT/M30afi3eI96qa5nY+jMSTLfQy64TN6xHBoxI6iTmKvMLALnGQCNtlONyOqwXKyIGQ5VhkHp+IPQ+6szcU8kaRr+qyP9ZJoH6sQx8jI2WPxUKapXEfRdb3V5LIrugXRqQnWrzadbcwvlipUxEgHJ1NuM1fy1aXCn+hEjbc3VKSdiA51KG/ZTSv/drKky2K5xm69evbS0wVELG6ul37vJIEUZONwXII8wAaumaovZAPOZ+JKCTdSkIhyNVrF9GgAPR9mYeBzjxyLnFdKyqynIcAg+eSB8tyB861UyaiuX75kRiUBrokj6mEAEeJmfvL/wCVH+9T7q37xkjAEgQbBu66Ak4O3X2tJ8D44JrDaDDSM3+kfPjsBiFR02+rzjzY1savievQeXgcdTnbHmPdWLlsJb3quqsu4ckDbGCDgqQehB2I6gjptVO4hw97C6jeAF7OedXmhXBMUnsrLGCRhNbxlh4Y/Cy3MWh+Yg1BiBKo2BwVTmjw1KCufNR5qKw291HNMjowZfV8qAxIYSvGQVxswHLXGP1tutbjLD+Ba5KxXSsodGV1ZdSspDBlIyGUjYgjGD761L2x73MhdY5PtZ+rlAHsyj4Yw43GB1GVNftQ9jcS6pBPaSanUM7NNBJ39cY66oz3ts5G+3nNXF3LqxFGq741zSMpPcBDJGgLN7WnBKHY+7Mas8jSNC77cwwu0cyTo6HDBYJpF8wVdFKspGCPHB3AOQCuLdrOH3V1f3Mmln+mkjBQ6VIgYwDCkkjaPzor1KjSazkZxModFFFeMoUUUUAUUUUAV0X0Ff8A5R/+zSf8SKiigLr6JRrmvpG7z89+8ev0kkhkx+0Y48/sL5V0jNFFKveZlEX2bkJgIP2Z7lB7lS5lRF+AVQPlT+PN9BjweSFGHmkk0aOvzViPnRRWV3ila7Dtyr/iFtH3YIJEaKP7MZcEsFz0GfDoPCrLYnTdTouy6YpMeGuQyh2HlnQpI6ZyepJKUV1rd7yX6RiGhk44f8LN4fRONtuqkdaje30xThV2UOkiFgMeAOFOPkSKKKxDvL8myT4HbrHaQIg0qkMYA8gEHnWOy7tzMg2XTHJjwDuZA5HlnSCQPHJ6k5KKniEHADm0gJ6mGNicDqygsfxJrex7hSUUeoIjtXctHZzFDg8t/AH7B864J6PYg/FbRX7ysxBB6Ect9vh7qKK7w/psM9DXHCofVmh5UYiKFeWEUJjHQKBgVxH0ecIivI5Gul55j0xprZjpQKMKBnAA8PKiit9l1Zw7Q7U8jV4zwuOG4kSIMiKdlEkmBkA7d7zJooor6GFeBxjJ2WZ//9k=">
            <a:extLst>
              <a:ext uri="{FF2B5EF4-FFF2-40B4-BE49-F238E27FC236}">
                <a16:creationId xmlns:a16="http://schemas.microsoft.com/office/drawing/2014/main" id="{60737B5A-F6B2-4105-A0D2-13AA79EF1941}"/>
              </a:ext>
            </a:extLst>
          </p:cNvPr>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a:extLst>
              <a:ext uri="{FF2B5EF4-FFF2-40B4-BE49-F238E27FC236}">
                <a16:creationId xmlns:a16="http://schemas.microsoft.com/office/drawing/2014/main" id="{0E6CDF61-32F9-4DE0-8839-3080C886592B}"/>
              </a:ext>
            </a:extLst>
          </p:cNvPr>
          <p:cNvSpPr>
            <a:spLocks noGrp="1" noChangeArrowheads="1"/>
          </p:cNvSpPr>
          <p:nvPr>
            <p:ph type="title"/>
          </p:nvPr>
        </p:nvSpPr>
        <p:spPr>
          <a:xfrm>
            <a:off x="611188" y="260350"/>
            <a:ext cx="8208962" cy="774700"/>
          </a:xfrm>
        </p:spPr>
        <p:txBody>
          <a:bodyPr/>
          <a:lstStyle/>
          <a:p>
            <a:pPr algn="ctr" eaLnBrk="1" hangingPunct="1">
              <a:defRPr/>
            </a:pPr>
            <a:r>
              <a:rPr lang="zh-CN" altLang="en-US" b="1" dirty="0">
                <a:solidFill>
                  <a:srgbClr val="C00000"/>
                </a:solidFill>
                <a:effectLst>
                  <a:outerShdw blurRad="38100" dist="38100" dir="2700000" algn="tl">
                    <a:srgbClr val="000000">
                      <a:alpha val="43137"/>
                    </a:srgbClr>
                  </a:outerShdw>
                </a:effectLst>
              </a:rPr>
              <a:t>学习目标与安排</a:t>
            </a:r>
          </a:p>
        </p:txBody>
      </p:sp>
      <p:sp>
        <p:nvSpPr>
          <p:cNvPr id="18436" name="Rectangle 4">
            <a:extLst>
              <a:ext uri="{FF2B5EF4-FFF2-40B4-BE49-F238E27FC236}">
                <a16:creationId xmlns:a16="http://schemas.microsoft.com/office/drawing/2014/main" id="{F27580F9-F2F7-4209-B71B-645B28B616CA}"/>
              </a:ext>
            </a:extLst>
          </p:cNvPr>
          <p:cNvSpPr>
            <a:spLocks noGrp="1" noChangeArrowheads="1"/>
          </p:cNvSpPr>
          <p:nvPr>
            <p:ph idx="1"/>
          </p:nvPr>
        </p:nvSpPr>
        <p:spPr>
          <a:xfrm>
            <a:off x="395288" y="1341438"/>
            <a:ext cx="8229600" cy="4895850"/>
          </a:xfrm>
        </p:spPr>
        <p:txBody>
          <a:bodyPr/>
          <a:lstStyle/>
          <a:p>
            <a:pPr eaLnBrk="1" hangingPunct="1"/>
            <a:r>
              <a:rPr lang="zh-CN" altLang="en-US" sz="2800" b="1">
                <a:solidFill>
                  <a:srgbClr val="C00000"/>
                </a:solidFill>
              </a:rPr>
              <a:t>学习要求</a:t>
            </a:r>
          </a:p>
          <a:p>
            <a:pPr lvl="1" eaLnBrk="1" hangingPunct="1">
              <a:lnSpc>
                <a:spcPts val="3200"/>
              </a:lnSpc>
            </a:pPr>
            <a:r>
              <a:rPr lang="zh-CN" altLang="en-US" sz="2400" b="1"/>
              <a:t>掌握知识体系：基本概念、基本计算、基本证明方法</a:t>
            </a:r>
          </a:p>
          <a:p>
            <a:pPr lvl="1" eaLnBrk="1" hangingPunct="1">
              <a:lnSpc>
                <a:spcPts val="3200"/>
              </a:lnSpc>
            </a:pPr>
            <a:r>
              <a:rPr lang="zh-CN" altLang="en-US" sz="2400" b="1"/>
              <a:t>强化能力的培养：</a:t>
            </a:r>
          </a:p>
          <a:p>
            <a:pPr lvl="1" eaLnBrk="1" hangingPunct="1">
              <a:lnSpc>
                <a:spcPts val="3200"/>
              </a:lnSpc>
              <a:buFont typeface="Wingdings" panose="05000000000000000000" pitchFamily="2" charset="2"/>
              <a:buNone/>
            </a:pPr>
            <a:r>
              <a:rPr lang="zh-CN" altLang="en-US" sz="2400" b="1"/>
              <a:t>    获取知识的能力</a:t>
            </a:r>
            <a:r>
              <a:rPr lang="en-US" altLang="zh-CN" sz="2400" b="1"/>
              <a:t>----</a:t>
            </a:r>
            <a:r>
              <a:rPr lang="zh-CN" altLang="en-US" sz="2400" b="1"/>
              <a:t>读书</a:t>
            </a:r>
          </a:p>
          <a:p>
            <a:pPr lvl="1" eaLnBrk="1" hangingPunct="1">
              <a:lnSpc>
                <a:spcPts val="3200"/>
              </a:lnSpc>
              <a:buFont typeface="Wingdings" panose="05000000000000000000" pitchFamily="2" charset="2"/>
              <a:buNone/>
            </a:pPr>
            <a:r>
              <a:rPr lang="zh-CN" altLang="en-US" sz="2400" b="1"/>
              <a:t>    分析问题解决问题的能力</a:t>
            </a:r>
            <a:r>
              <a:rPr lang="en-US" altLang="zh-CN" sz="2400" b="1"/>
              <a:t>----</a:t>
            </a:r>
            <a:r>
              <a:rPr lang="zh-CN" altLang="en-US" sz="2400" b="1"/>
              <a:t>解题</a:t>
            </a:r>
          </a:p>
          <a:p>
            <a:pPr eaLnBrk="1" hangingPunct="1">
              <a:lnSpc>
                <a:spcPts val="3200"/>
              </a:lnSpc>
              <a:buFont typeface="Wingdings" panose="05000000000000000000" pitchFamily="2" charset="2"/>
              <a:buNone/>
            </a:pPr>
            <a:r>
              <a:rPr lang="zh-CN" altLang="en-US" sz="2400" b="1"/>
              <a:t>           理论联系实际的能力</a:t>
            </a:r>
            <a:r>
              <a:rPr lang="en-US" altLang="zh-CN" sz="2400" b="1"/>
              <a:t>----</a:t>
            </a:r>
            <a:r>
              <a:rPr lang="zh-CN" altLang="en-US" sz="2400" b="1"/>
              <a:t>联系其它课程或研究课题</a:t>
            </a:r>
          </a:p>
          <a:p>
            <a:pPr eaLnBrk="1" hangingPunct="1">
              <a:spcBef>
                <a:spcPts val="1800"/>
              </a:spcBef>
            </a:pPr>
            <a:r>
              <a:rPr lang="zh-CN" altLang="en-US" sz="2800" b="1">
                <a:solidFill>
                  <a:srgbClr val="C00000"/>
                </a:solidFill>
              </a:rPr>
              <a:t>成绩评定</a:t>
            </a:r>
          </a:p>
          <a:p>
            <a:pPr lvl="1" eaLnBrk="1" hangingPunct="1">
              <a:lnSpc>
                <a:spcPts val="3200"/>
              </a:lnSpc>
            </a:pPr>
            <a:r>
              <a:rPr lang="zh-CN" altLang="en-US" sz="2400" b="1"/>
              <a:t>平时成绩：</a:t>
            </a:r>
            <a:r>
              <a:rPr lang="en-US" altLang="zh-CN" sz="2400" b="1"/>
              <a:t>40%</a:t>
            </a:r>
            <a:r>
              <a:rPr lang="zh-CN" altLang="en-US" sz="2400" b="1"/>
              <a:t>，作业、测验各占</a:t>
            </a:r>
            <a:r>
              <a:rPr lang="en-US" altLang="zh-CN" sz="2400" b="1"/>
              <a:t>20%</a:t>
            </a:r>
          </a:p>
          <a:p>
            <a:pPr lvl="1" eaLnBrk="1" hangingPunct="1">
              <a:lnSpc>
                <a:spcPts val="3200"/>
              </a:lnSpc>
            </a:pPr>
            <a:r>
              <a:rPr lang="zh-CN" altLang="en-US" sz="2400" b="1"/>
              <a:t>期末笔试：</a:t>
            </a:r>
            <a:r>
              <a:rPr lang="en-US" altLang="zh-CN" sz="2400" b="1"/>
              <a:t>60%</a:t>
            </a:r>
          </a:p>
        </p:txBody>
      </p:sp>
      <p:sp>
        <p:nvSpPr>
          <p:cNvPr id="23554" name="灯片编号占位符 5">
            <a:extLst>
              <a:ext uri="{FF2B5EF4-FFF2-40B4-BE49-F238E27FC236}">
                <a16:creationId xmlns:a16="http://schemas.microsoft.com/office/drawing/2014/main" id="{ACFE6A5A-CE92-4A3A-BBDA-1602CE851072}"/>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A8330578-1602-4CBE-99B4-FEE6E4DC8E81}" type="slidenum">
              <a:rPr lang="en-US" altLang="zh-CN">
                <a:solidFill>
                  <a:srgbClr val="898989"/>
                </a:solidFill>
              </a:rPr>
              <a:pPr eaLnBrk="1" hangingPunct="1"/>
              <a:t>17</a:t>
            </a:fld>
            <a:endParaRPr lang="en-US" altLang="zh-CN">
              <a:solidFill>
                <a:srgbClr val="898989"/>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434">
            <a:extLst>
              <a:ext uri="{FF2B5EF4-FFF2-40B4-BE49-F238E27FC236}">
                <a16:creationId xmlns:a16="http://schemas.microsoft.com/office/drawing/2014/main" id="{445A24A0-535A-49FB-A79D-3C338D7A65A7}"/>
              </a:ext>
            </a:extLst>
          </p:cNvPr>
          <p:cNvSpPr>
            <a:spLocks noGrp="1" noChangeArrowheads="1"/>
          </p:cNvSpPr>
          <p:nvPr>
            <p:ph type="title"/>
          </p:nvPr>
        </p:nvSpPr>
        <p:spPr>
          <a:xfrm>
            <a:off x="468313" y="260350"/>
            <a:ext cx="8229600" cy="792163"/>
          </a:xfrm>
        </p:spPr>
        <p:txBody>
          <a:bodyPr/>
          <a:lstStyle/>
          <a:p>
            <a:pPr algn="ctr" eaLnBrk="1" hangingPunct="1">
              <a:defRPr/>
            </a:pPr>
            <a:r>
              <a:rPr lang="zh-CN" altLang="en-US" b="1" dirty="0">
                <a:solidFill>
                  <a:srgbClr val="C00000"/>
                </a:solidFill>
                <a:effectLst>
                  <a:outerShdw blurRad="38100" dist="38100" dir="2700000" algn="tl">
                    <a:srgbClr val="000000">
                      <a:alpha val="43137"/>
                    </a:srgbClr>
                  </a:outerShdw>
                </a:effectLst>
              </a:rPr>
              <a:t>课程进度（</a:t>
            </a:r>
            <a:r>
              <a:rPr lang="en-US" altLang="zh-CN" b="1" dirty="0">
                <a:solidFill>
                  <a:srgbClr val="C00000"/>
                </a:solidFill>
                <a:effectLst>
                  <a:outerShdw blurRad="38100" dist="38100" dir="2700000" algn="tl">
                    <a:srgbClr val="000000">
                      <a:alpha val="43137"/>
                    </a:srgbClr>
                  </a:outerShdw>
                </a:effectLst>
              </a:rPr>
              <a:t>15-16</a:t>
            </a:r>
            <a:r>
              <a:rPr lang="zh-CN" altLang="en-US" b="1" dirty="0">
                <a:solidFill>
                  <a:srgbClr val="C00000"/>
                </a:solidFill>
                <a:effectLst>
                  <a:outerShdw blurRad="38100" dist="38100" dir="2700000" algn="tl">
                    <a:srgbClr val="000000">
                      <a:alpha val="43137"/>
                    </a:srgbClr>
                  </a:outerShdw>
                </a:effectLst>
              </a:rPr>
              <a:t>章）</a:t>
            </a:r>
          </a:p>
        </p:txBody>
      </p:sp>
      <p:sp>
        <p:nvSpPr>
          <p:cNvPr id="19460" name="Rectangle 435">
            <a:extLst>
              <a:ext uri="{FF2B5EF4-FFF2-40B4-BE49-F238E27FC236}">
                <a16:creationId xmlns:a16="http://schemas.microsoft.com/office/drawing/2014/main" id="{B3C2F13E-54AC-4756-A31E-A936A2AF01F4}"/>
              </a:ext>
            </a:extLst>
          </p:cNvPr>
          <p:cNvSpPr>
            <a:spLocks noGrp="1" noChangeArrowheads="1"/>
          </p:cNvSpPr>
          <p:nvPr>
            <p:ph idx="1"/>
          </p:nvPr>
        </p:nvSpPr>
        <p:spPr>
          <a:xfrm>
            <a:off x="468313" y="1268413"/>
            <a:ext cx="8218487" cy="4608512"/>
          </a:xfrm>
        </p:spPr>
        <p:txBody>
          <a:bodyPr/>
          <a:lstStyle/>
          <a:p>
            <a:pPr eaLnBrk="1" hangingPunct="1"/>
            <a:r>
              <a:rPr lang="zh-CN" altLang="en-US" sz="2800" b="1">
                <a:solidFill>
                  <a:srgbClr val="C00000"/>
                </a:solidFill>
              </a:rPr>
              <a:t>引言 （</a:t>
            </a:r>
            <a:r>
              <a:rPr lang="en-US" altLang="zh-CN" sz="2800" b="1">
                <a:solidFill>
                  <a:srgbClr val="C00000"/>
                </a:solidFill>
              </a:rPr>
              <a:t>1</a:t>
            </a:r>
            <a:r>
              <a:rPr lang="zh-CN" altLang="en-US" sz="2800" b="1">
                <a:solidFill>
                  <a:srgbClr val="C00000"/>
                </a:solidFill>
              </a:rPr>
              <a:t>学时）</a:t>
            </a:r>
            <a:endParaRPr lang="en-US" altLang="zh-CN" sz="2800" b="1">
              <a:solidFill>
                <a:srgbClr val="C00000"/>
              </a:solidFill>
            </a:endParaRPr>
          </a:p>
          <a:p>
            <a:pPr eaLnBrk="1" hangingPunct="1"/>
            <a:r>
              <a:rPr lang="zh-CN" altLang="en-US" sz="2800" b="1">
                <a:solidFill>
                  <a:srgbClr val="C00000"/>
                </a:solidFill>
              </a:rPr>
              <a:t>代数系统的基本概念（</a:t>
            </a:r>
            <a:r>
              <a:rPr lang="en-US" altLang="zh-CN" sz="2800" b="1">
                <a:solidFill>
                  <a:srgbClr val="C00000"/>
                </a:solidFill>
              </a:rPr>
              <a:t>7</a:t>
            </a:r>
            <a:r>
              <a:rPr lang="zh-CN" altLang="en-US" sz="2800" b="1">
                <a:solidFill>
                  <a:srgbClr val="C00000"/>
                </a:solidFill>
              </a:rPr>
              <a:t>学时）</a:t>
            </a:r>
          </a:p>
          <a:p>
            <a:pPr eaLnBrk="1" hangingPunct="1">
              <a:lnSpc>
                <a:spcPct val="110000"/>
              </a:lnSpc>
              <a:buFont typeface="Wingdings" panose="05000000000000000000" pitchFamily="2" charset="2"/>
              <a:buNone/>
            </a:pPr>
            <a:r>
              <a:rPr lang="zh-CN" altLang="en-US" sz="2400" b="1"/>
              <a:t>      二元运算及其性质    （</a:t>
            </a:r>
            <a:r>
              <a:rPr lang="en-US" altLang="zh-CN" sz="2400" b="1"/>
              <a:t>1</a:t>
            </a:r>
            <a:r>
              <a:rPr lang="zh-CN" altLang="en-US" sz="2400" b="1"/>
              <a:t>学时）</a:t>
            </a:r>
            <a:endParaRPr lang="en-US" altLang="zh-CN" sz="2400" b="1"/>
          </a:p>
          <a:p>
            <a:pPr eaLnBrk="1" hangingPunct="1">
              <a:lnSpc>
                <a:spcPct val="110000"/>
              </a:lnSpc>
              <a:buFont typeface="Wingdings" panose="05000000000000000000" pitchFamily="2" charset="2"/>
              <a:buNone/>
            </a:pPr>
            <a:r>
              <a:rPr lang="en-US" altLang="zh-CN" sz="2400" b="1"/>
              <a:t>      </a:t>
            </a:r>
            <a:r>
              <a:rPr lang="zh-CN" altLang="en-US" sz="2400" b="1"/>
              <a:t>代数系统、子代数与积代数  （</a:t>
            </a:r>
            <a:r>
              <a:rPr lang="en-US" altLang="zh-CN" sz="2400" b="1"/>
              <a:t>2</a:t>
            </a:r>
            <a:r>
              <a:rPr lang="zh-CN" altLang="en-US" sz="2400" b="1"/>
              <a:t>学时）</a:t>
            </a:r>
            <a:endParaRPr lang="en-US" altLang="zh-CN" sz="2400" b="1"/>
          </a:p>
          <a:p>
            <a:pPr eaLnBrk="1" hangingPunct="1">
              <a:lnSpc>
                <a:spcPct val="110000"/>
              </a:lnSpc>
              <a:buFont typeface="Wingdings" panose="05000000000000000000" pitchFamily="2" charset="2"/>
              <a:buNone/>
            </a:pPr>
            <a:r>
              <a:rPr lang="en-US" altLang="zh-CN" sz="2400" b="1"/>
              <a:t>      </a:t>
            </a:r>
            <a:r>
              <a:rPr lang="zh-CN" altLang="en-US" sz="2400" b="1"/>
              <a:t>代数系统同态与同构   （</a:t>
            </a:r>
            <a:r>
              <a:rPr lang="en-US" altLang="zh-CN" sz="2400" b="1"/>
              <a:t>2</a:t>
            </a:r>
            <a:r>
              <a:rPr lang="zh-CN" altLang="en-US" sz="2400" b="1"/>
              <a:t>学时）</a:t>
            </a:r>
            <a:endParaRPr lang="en-US" altLang="zh-CN" sz="2400" b="1"/>
          </a:p>
          <a:p>
            <a:pPr eaLnBrk="1" hangingPunct="1">
              <a:lnSpc>
                <a:spcPct val="110000"/>
              </a:lnSpc>
              <a:buFont typeface="Wingdings" panose="05000000000000000000" pitchFamily="2" charset="2"/>
              <a:buNone/>
            </a:pPr>
            <a:r>
              <a:rPr lang="zh-CN" altLang="en-US" sz="2400" b="1"/>
              <a:t>      同余关系和商代数    （</a:t>
            </a:r>
            <a:r>
              <a:rPr lang="en-US" altLang="zh-CN" sz="2400" b="1"/>
              <a:t>2</a:t>
            </a:r>
            <a:r>
              <a:rPr lang="zh-CN" altLang="en-US" sz="2400" b="1"/>
              <a:t>学时）</a:t>
            </a:r>
          </a:p>
          <a:p>
            <a:pPr eaLnBrk="1" hangingPunct="1">
              <a:spcBef>
                <a:spcPct val="50000"/>
              </a:spcBef>
            </a:pPr>
            <a:r>
              <a:rPr lang="zh-CN" altLang="en-US" sz="2800" b="1">
                <a:solidFill>
                  <a:srgbClr val="C00000"/>
                </a:solidFill>
              </a:rPr>
              <a:t>半群与独异点（</a:t>
            </a:r>
            <a:r>
              <a:rPr lang="en-US" altLang="zh-CN" sz="2800" b="1">
                <a:solidFill>
                  <a:srgbClr val="C00000"/>
                </a:solidFill>
              </a:rPr>
              <a:t>2</a:t>
            </a:r>
            <a:r>
              <a:rPr lang="zh-CN" altLang="en-US" sz="2800" b="1">
                <a:solidFill>
                  <a:srgbClr val="C00000"/>
                </a:solidFill>
              </a:rPr>
              <a:t>学时）</a:t>
            </a:r>
          </a:p>
          <a:p>
            <a:pPr eaLnBrk="1" hangingPunct="1">
              <a:lnSpc>
                <a:spcPts val="3300"/>
              </a:lnSpc>
              <a:buFont typeface="Wingdings" panose="05000000000000000000" pitchFamily="2" charset="2"/>
              <a:buNone/>
            </a:pPr>
            <a:r>
              <a:rPr lang="zh-CN" altLang="en-US" sz="2400" b="1"/>
              <a:t>     半群与独异点的定义与性质</a:t>
            </a:r>
            <a:endParaRPr lang="en-US" altLang="zh-CN" sz="2400" b="1"/>
          </a:p>
          <a:p>
            <a:pPr eaLnBrk="1" hangingPunct="1">
              <a:lnSpc>
                <a:spcPts val="3300"/>
              </a:lnSpc>
              <a:buFont typeface="Wingdings" panose="05000000000000000000" pitchFamily="2" charset="2"/>
              <a:buNone/>
            </a:pPr>
            <a:r>
              <a:rPr lang="en-US" altLang="zh-CN" sz="2400" b="1"/>
              <a:t>      </a:t>
            </a:r>
            <a:endParaRPr lang="zh-CN" altLang="en-US" sz="2400" b="1"/>
          </a:p>
        </p:txBody>
      </p:sp>
      <p:sp>
        <p:nvSpPr>
          <p:cNvPr id="24578" name="灯片编号占位符 5">
            <a:extLst>
              <a:ext uri="{FF2B5EF4-FFF2-40B4-BE49-F238E27FC236}">
                <a16:creationId xmlns:a16="http://schemas.microsoft.com/office/drawing/2014/main" id="{CDFC8949-5F23-4AD1-8B47-10FB68962EFF}"/>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21932F3-5944-4785-B7E5-5653AAE903DD}" type="slidenum">
              <a:rPr lang="en-US" altLang="zh-CN">
                <a:solidFill>
                  <a:srgbClr val="898989"/>
                </a:solidFill>
              </a:rPr>
              <a:pPr eaLnBrk="1" hangingPunct="1"/>
              <a:t>18</a:t>
            </a:fld>
            <a:endParaRPr lang="en-US" altLang="zh-CN">
              <a:solidFill>
                <a:srgbClr val="898989"/>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434">
            <a:extLst>
              <a:ext uri="{FF2B5EF4-FFF2-40B4-BE49-F238E27FC236}">
                <a16:creationId xmlns:a16="http://schemas.microsoft.com/office/drawing/2014/main" id="{C2185BE3-ABE6-4BC0-BED0-E626042F65ED}"/>
              </a:ext>
            </a:extLst>
          </p:cNvPr>
          <p:cNvSpPr>
            <a:spLocks noGrp="1" noChangeArrowheads="1"/>
          </p:cNvSpPr>
          <p:nvPr>
            <p:ph type="title"/>
          </p:nvPr>
        </p:nvSpPr>
        <p:spPr>
          <a:xfrm>
            <a:off x="468313" y="260350"/>
            <a:ext cx="8229600" cy="792163"/>
          </a:xfrm>
        </p:spPr>
        <p:txBody>
          <a:bodyPr/>
          <a:lstStyle/>
          <a:p>
            <a:pPr algn="ctr" eaLnBrk="1" hangingPunct="1">
              <a:defRPr/>
            </a:pPr>
            <a:r>
              <a:rPr lang="zh-CN" altLang="en-US" b="1" dirty="0">
                <a:solidFill>
                  <a:srgbClr val="C00000"/>
                </a:solidFill>
                <a:effectLst>
                  <a:outerShdw blurRad="38100" dist="38100" dir="2700000" algn="tl">
                    <a:srgbClr val="000000">
                      <a:alpha val="43137"/>
                    </a:srgbClr>
                  </a:outerShdw>
                </a:effectLst>
              </a:rPr>
              <a:t>课程进度（</a:t>
            </a:r>
            <a:r>
              <a:rPr lang="en-US" altLang="zh-CN" b="1" dirty="0">
                <a:solidFill>
                  <a:srgbClr val="C00000"/>
                </a:solidFill>
                <a:effectLst>
                  <a:outerShdw blurRad="38100" dist="38100" dir="2700000" algn="tl">
                    <a:srgbClr val="000000">
                      <a:alpha val="43137"/>
                    </a:srgbClr>
                  </a:outerShdw>
                </a:effectLst>
              </a:rPr>
              <a:t>17</a:t>
            </a:r>
            <a:r>
              <a:rPr lang="zh-CN" altLang="en-US" b="1" dirty="0">
                <a:solidFill>
                  <a:srgbClr val="C00000"/>
                </a:solidFill>
                <a:effectLst>
                  <a:outerShdw blurRad="38100" dist="38100" dir="2700000" algn="tl">
                    <a:srgbClr val="000000">
                      <a:alpha val="43137"/>
                    </a:srgbClr>
                  </a:outerShdw>
                </a:effectLst>
              </a:rPr>
              <a:t>章）</a:t>
            </a:r>
          </a:p>
        </p:txBody>
      </p:sp>
      <p:sp>
        <p:nvSpPr>
          <p:cNvPr id="4" name="灯片编号占位符 3">
            <a:extLst>
              <a:ext uri="{FF2B5EF4-FFF2-40B4-BE49-F238E27FC236}">
                <a16:creationId xmlns:a16="http://schemas.microsoft.com/office/drawing/2014/main" id="{30474924-3C3B-4196-A44B-C54F2387EA05}"/>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7051EC07-687D-4522-8A8A-32875259E85E}" type="slidenum">
              <a:rPr lang="en-US" altLang="zh-CN">
                <a:solidFill>
                  <a:srgbClr val="898989"/>
                </a:solidFill>
              </a:rPr>
              <a:pPr eaLnBrk="1" hangingPunct="1"/>
              <a:t>19</a:t>
            </a:fld>
            <a:endParaRPr lang="en-US" altLang="zh-CN">
              <a:solidFill>
                <a:srgbClr val="898989"/>
              </a:solidFill>
            </a:endParaRPr>
          </a:p>
        </p:txBody>
      </p:sp>
      <p:sp>
        <p:nvSpPr>
          <p:cNvPr id="5" name="Rectangle 435">
            <a:extLst>
              <a:ext uri="{FF2B5EF4-FFF2-40B4-BE49-F238E27FC236}">
                <a16:creationId xmlns:a16="http://schemas.microsoft.com/office/drawing/2014/main" id="{0BF884DB-EEF8-4458-8833-1C639C00B328}"/>
              </a:ext>
            </a:extLst>
          </p:cNvPr>
          <p:cNvSpPr txBox="1">
            <a:spLocks noChangeArrowheads="1"/>
          </p:cNvSpPr>
          <p:nvPr/>
        </p:nvSpPr>
        <p:spPr bwMode="auto">
          <a:xfrm>
            <a:off x="468313" y="1268413"/>
            <a:ext cx="8218487" cy="4608512"/>
          </a:xfrm>
          <a:prstGeom prst="rect">
            <a:avLst/>
          </a:prstGeom>
          <a:noFill/>
          <a:ln w="9525">
            <a:noFill/>
            <a:miter lim="800000"/>
            <a:headEnd/>
            <a:tailEnd/>
          </a:ln>
        </p:spPr>
        <p:txBody>
          <a:bodyPr/>
          <a:lstStyle/>
          <a:p>
            <a:pPr marL="342900" indent="-342900">
              <a:spcBef>
                <a:spcPct val="20000"/>
              </a:spcBef>
              <a:buFont typeface="Arial" charset="0"/>
              <a:buChar char="•"/>
              <a:defRPr/>
            </a:pPr>
            <a:r>
              <a:rPr lang="zh-CN" altLang="en-US" sz="2800" b="1" dirty="0">
                <a:solidFill>
                  <a:srgbClr val="C00000"/>
                </a:solidFill>
                <a:latin typeface="+mn-lt"/>
                <a:ea typeface="+mn-ea"/>
              </a:rPr>
              <a:t>群（</a:t>
            </a:r>
            <a:r>
              <a:rPr lang="en-US" altLang="zh-CN" sz="2800" b="1" dirty="0">
                <a:solidFill>
                  <a:srgbClr val="C00000"/>
                </a:solidFill>
                <a:latin typeface="+mn-lt"/>
                <a:ea typeface="+mn-ea"/>
              </a:rPr>
              <a:t>8</a:t>
            </a:r>
            <a:r>
              <a:rPr lang="zh-CN" altLang="en-US" sz="2800" b="1" dirty="0">
                <a:solidFill>
                  <a:srgbClr val="C00000"/>
                </a:solidFill>
                <a:latin typeface="+mn-lt"/>
                <a:ea typeface="+mn-ea"/>
              </a:rPr>
              <a:t>学时）</a:t>
            </a:r>
          </a:p>
          <a:p>
            <a:pPr marL="342900" indent="-342900">
              <a:lnSpc>
                <a:spcPct val="120000"/>
              </a:lnSpc>
              <a:spcBef>
                <a:spcPct val="20000"/>
              </a:spcBef>
              <a:buFont typeface="Wingdings" pitchFamily="2" charset="2"/>
              <a:buNone/>
              <a:defRPr/>
            </a:pPr>
            <a:r>
              <a:rPr lang="zh-CN" altLang="en-US" sz="2400" b="1" dirty="0">
                <a:latin typeface="+mn-lt"/>
                <a:ea typeface="+mn-ea"/>
              </a:rPr>
              <a:t>     </a:t>
            </a:r>
            <a:r>
              <a:rPr lang="zh-CN" altLang="en-US" sz="2400" b="1" dirty="0">
                <a:latin typeface="Arial" charset="0"/>
              </a:rPr>
              <a:t>群的定义与分类、群的基本性质（</a:t>
            </a:r>
            <a:r>
              <a:rPr lang="en-US" altLang="zh-CN" sz="2400" b="1" dirty="0">
                <a:latin typeface="Arial" charset="0"/>
              </a:rPr>
              <a:t>1</a:t>
            </a:r>
            <a:r>
              <a:rPr lang="zh-CN" altLang="en-US" sz="2400" b="1" dirty="0">
                <a:latin typeface="Arial" charset="0"/>
              </a:rPr>
              <a:t>学时）</a:t>
            </a:r>
            <a:endParaRPr lang="en-US" altLang="zh-CN" sz="2400" b="1" dirty="0">
              <a:latin typeface="Arial" charset="0"/>
            </a:endParaRPr>
          </a:p>
          <a:p>
            <a:pPr>
              <a:lnSpc>
                <a:spcPct val="120000"/>
              </a:lnSpc>
              <a:buFont typeface="Wingdings" pitchFamily="2" charset="2"/>
              <a:buNone/>
              <a:defRPr/>
            </a:pPr>
            <a:r>
              <a:rPr lang="zh-CN" altLang="en-US" sz="2400" b="1" dirty="0">
                <a:latin typeface="Arial" charset="0"/>
              </a:rPr>
              <a:t>    子群（</a:t>
            </a:r>
            <a:r>
              <a:rPr lang="en-US" altLang="zh-CN" sz="2400" b="1" dirty="0">
                <a:latin typeface="Arial" charset="0"/>
              </a:rPr>
              <a:t>1</a:t>
            </a:r>
            <a:r>
              <a:rPr lang="zh-CN" altLang="en-US" sz="2400" b="1" dirty="0">
                <a:latin typeface="Arial" charset="0"/>
              </a:rPr>
              <a:t>学时）</a:t>
            </a:r>
            <a:endParaRPr lang="en-US" altLang="zh-CN" sz="2400" b="1" dirty="0">
              <a:latin typeface="Arial" charset="0"/>
            </a:endParaRPr>
          </a:p>
          <a:p>
            <a:pPr>
              <a:lnSpc>
                <a:spcPct val="120000"/>
              </a:lnSpc>
              <a:buFont typeface="Wingdings" pitchFamily="2" charset="2"/>
              <a:buNone/>
              <a:defRPr/>
            </a:pPr>
            <a:r>
              <a:rPr lang="en-US" altLang="zh-CN" sz="2400" b="1" dirty="0">
                <a:latin typeface="Arial" charset="0"/>
              </a:rPr>
              <a:t>    </a:t>
            </a:r>
            <a:r>
              <a:rPr lang="zh-CN" altLang="en-US" sz="2400" b="1" dirty="0">
                <a:latin typeface="Arial" charset="0"/>
              </a:rPr>
              <a:t>循环群（</a:t>
            </a:r>
            <a:r>
              <a:rPr lang="en-US" altLang="zh-CN" sz="2400" b="1" dirty="0">
                <a:latin typeface="Arial" charset="0"/>
              </a:rPr>
              <a:t>1</a:t>
            </a:r>
            <a:r>
              <a:rPr lang="zh-CN" altLang="en-US" sz="2400" b="1" dirty="0">
                <a:latin typeface="Arial" charset="0"/>
              </a:rPr>
              <a:t>学时）</a:t>
            </a:r>
            <a:endParaRPr lang="en-US" altLang="zh-CN" sz="2400" b="1" dirty="0">
              <a:latin typeface="Arial" charset="0"/>
            </a:endParaRPr>
          </a:p>
          <a:p>
            <a:pPr>
              <a:lnSpc>
                <a:spcPct val="120000"/>
              </a:lnSpc>
              <a:buFont typeface="Wingdings" pitchFamily="2" charset="2"/>
              <a:buNone/>
              <a:defRPr/>
            </a:pPr>
            <a:r>
              <a:rPr lang="en-US" altLang="zh-CN" sz="2400" b="1" dirty="0">
                <a:latin typeface="Arial" charset="0"/>
              </a:rPr>
              <a:t>    </a:t>
            </a:r>
            <a:r>
              <a:rPr lang="zh-CN" altLang="en-US" sz="2400" b="1" dirty="0">
                <a:latin typeface="Arial" charset="0"/>
              </a:rPr>
              <a:t>变换群与置换群（</a:t>
            </a:r>
            <a:r>
              <a:rPr lang="en-US" altLang="zh-CN" sz="2400" b="1" dirty="0">
                <a:latin typeface="Arial" charset="0"/>
              </a:rPr>
              <a:t>1.5</a:t>
            </a:r>
            <a:r>
              <a:rPr lang="zh-CN" altLang="en-US" sz="2400" b="1" dirty="0">
                <a:latin typeface="Arial" charset="0"/>
              </a:rPr>
              <a:t>学时）</a:t>
            </a:r>
            <a:endParaRPr lang="en-US" altLang="zh-CN" sz="2400" b="1" dirty="0">
              <a:latin typeface="Arial" charset="0"/>
            </a:endParaRPr>
          </a:p>
          <a:p>
            <a:pPr>
              <a:lnSpc>
                <a:spcPct val="120000"/>
              </a:lnSpc>
              <a:buFont typeface="Wingdings" pitchFamily="2" charset="2"/>
              <a:buNone/>
              <a:defRPr/>
            </a:pPr>
            <a:r>
              <a:rPr lang="zh-CN" altLang="en-US" sz="2400" b="1" dirty="0">
                <a:latin typeface="Arial" charset="0"/>
              </a:rPr>
              <a:t>    群的分解（</a:t>
            </a:r>
            <a:r>
              <a:rPr lang="en-US" altLang="zh-CN" sz="2400" b="1" dirty="0">
                <a:latin typeface="Arial" charset="0"/>
              </a:rPr>
              <a:t>1.5</a:t>
            </a:r>
            <a:r>
              <a:rPr lang="zh-CN" altLang="en-US" sz="2400" b="1" dirty="0">
                <a:latin typeface="Arial" charset="0"/>
              </a:rPr>
              <a:t>学时）</a:t>
            </a:r>
            <a:endParaRPr lang="en-US" altLang="zh-CN" sz="2400" b="1" dirty="0">
              <a:latin typeface="Arial" charset="0"/>
            </a:endParaRPr>
          </a:p>
          <a:p>
            <a:pPr>
              <a:lnSpc>
                <a:spcPct val="120000"/>
              </a:lnSpc>
              <a:buFont typeface="Wingdings" pitchFamily="2" charset="2"/>
              <a:buNone/>
              <a:defRPr/>
            </a:pPr>
            <a:r>
              <a:rPr lang="zh-CN" altLang="en-US" sz="2400" b="1" dirty="0">
                <a:latin typeface="Arial" charset="0"/>
              </a:rPr>
              <a:t>    正规子群与商群（</a:t>
            </a:r>
            <a:r>
              <a:rPr lang="en-US" altLang="zh-CN" sz="2400" b="1" dirty="0">
                <a:latin typeface="Arial" charset="0"/>
              </a:rPr>
              <a:t>1</a:t>
            </a:r>
            <a:r>
              <a:rPr lang="zh-CN" altLang="en-US" sz="2400" b="1" dirty="0">
                <a:latin typeface="Arial" charset="0"/>
              </a:rPr>
              <a:t>学时）</a:t>
            </a:r>
            <a:endParaRPr lang="en-US" altLang="zh-CN" sz="2400" b="1" dirty="0">
              <a:latin typeface="Arial" charset="0"/>
            </a:endParaRPr>
          </a:p>
          <a:p>
            <a:pPr>
              <a:lnSpc>
                <a:spcPct val="120000"/>
              </a:lnSpc>
              <a:buFont typeface="Wingdings" pitchFamily="2" charset="2"/>
              <a:buNone/>
              <a:defRPr/>
            </a:pPr>
            <a:r>
              <a:rPr lang="zh-CN" altLang="en-US" sz="2400" b="1" dirty="0">
                <a:latin typeface="Arial" charset="0"/>
              </a:rPr>
              <a:t>    群的同态与同构、直积（</a:t>
            </a:r>
            <a:r>
              <a:rPr lang="en-US" altLang="zh-CN" sz="2400" b="1" dirty="0">
                <a:latin typeface="Arial" charset="0"/>
              </a:rPr>
              <a:t>1</a:t>
            </a:r>
            <a:r>
              <a:rPr lang="zh-CN" altLang="en-US" sz="2400" b="1" dirty="0">
                <a:latin typeface="Arial" charset="0"/>
              </a:rPr>
              <a:t>学时）</a:t>
            </a:r>
            <a:endParaRPr lang="en-US" altLang="zh-CN" sz="2400" b="1" dirty="0">
              <a:latin typeface="Arial" charset="0"/>
            </a:endParaRPr>
          </a:p>
          <a:p>
            <a:pPr marL="342900" indent="-342900">
              <a:lnSpc>
                <a:spcPct val="110000"/>
              </a:lnSpc>
              <a:spcBef>
                <a:spcPct val="20000"/>
              </a:spcBef>
              <a:buFont typeface="Wingdings" pitchFamily="2" charset="2"/>
              <a:buNone/>
              <a:defRPr/>
            </a:pPr>
            <a:endParaRPr lang="en-US" altLang="zh-CN" sz="2400" b="1" dirty="0">
              <a:latin typeface="+mn-lt"/>
              <a:ea typeface="+mn-ea"/>
            </a:endParaRPr>
          </a:p>
          <a:p>
            <a:pPr marL="342900" indent="-342900">
              <a:lnSpc>
                <a:spcPct val="110000"/>
              </a:lnSpc>
              <a:spcBef>
                <a:spcPct val="20000"/>
              </a:spcBef>
              <a:buFont typeface="Wingdings" pitchFamily="2" charset="2"/>
              <a:buNone/>
              <a:defRPr/>
            </a:pPr>
            <a:endParaRPr lang="en-US" altLang="zh-CN" sz="2400" b="1" dirty="0">
              <a:latin typeface="+mn-lt"/>
              <a:ea typeface="+mn-ea"/>
            </a:endParaRPr>
          </a:p>
          <a:p>
            <a:pPr marL="342900" indent="-342900">
              <a:lnSpc>
                <a:spcPts val="3300"/>
              </a:lnSpc>
              <a:spcBef>
                <a:spcPct val="20000"/>
              </a:spcBef>
              <a:buFont typeface="Wingdings" pitchFamily="2" charset="2"/>
              <a:buNone/>
              <a:defRPr/>
            </a:pPr>
            <a:r>
              <a:rPr lang="en-US" altLang="zh-CN" sz="2400" b="1" dirty="0">
                <a:latin typeface="+mn-lt"/>
                <a:ea typeface="+mn-ea"/>
              </a:rPr>
              <a:t>      </a:t>
            </a:r>
            <a:endParaRPr lang="zh-CN" altLang="en-US" sz="2400" b="1" dirty="0">
              <a:latin typeface="+mn-lt"/>
              <a:ea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a:extLst>
              <a:ext uri="{FF2B5EF4-FFF2-40B4-BE49-F238E27FC236}">
                <a16:creationId xmlns:a16="http://schemas.microsoft.com/office/drawing/2014/main" id="{87F0442C-E4EB-4110-97F3-487EF18996E9}"/>
              </a:ext>
            </a:extLst>
          </p:cNvPr>
          <p:cNvSpPr>
            <a:spLocks noGrp="1" noChangeArrowheads="1"/>
          </p:cNvSpPr>
          <p:nvPr>
            <p:ph type="title"/>
          </p:nvPr>
        </p:nvSpPr>
        <p:spPr>
          <a:xfrm>
            <a:off x="457200" y="188913"/>
            <a:ext cx="8229600" cy="777875"/>
          </a:xfrm>
        </p:spPr>
        <p:txBody>
          <a:bodyPr/>
          <a:lstStyle/>
          <a:p>
            <a:pPr eaLnBrk="1" hangingPunct="1">
              <a:defRPr/>
            </a:pPr>
            <a:r>
              <a:rPr lang="zh-CN" altLang="en-US" b="1" dirty="0">
                <a:solidFill>
                  <a:srgbClr val="C00000"/>
                </a:solidFill>
                <a:effectLst>
                  <a:outerShdw blurRad="38100" dist="38100" dir="2700000" algn="tl">
                    <a:srgbClr val="000000">
                      <a:alpha val="43137"/>
                    </a:srgbClr>
                  </a:outerShdw>
                </a:effectLst>
              </a:rPr>
              <a:t>                         课程进度（</a:t>
            </a:r>
            <a:r>
              <a:rPr lang="en-US" altLang="zh-CN" b="1" dirty="0">
                <a:solidFill>
                  <a:srgbClr val="C00000"/>
                </a:solidFill>
                <a:effectLst>
                  <a:outerShdw blurRad="38100" dist="38100" dir="2700000" algn="tl">
                    <a:srgbClr val="000000">
                      <a:alpha val="43137"/>
                    </a:srgbClr>
                  </a:outerShdw>
                </a:effectLst>
              </a:rPr>
              <a:t>18-19</a:t>
            </a:r>
            <a:r>
              <a:rPr lang="zh-CN" altLang="en-US" b="1" dirty="0">
                <a:solidFill>
                  <a:srgbClr val="C00000"/>
                </a:solidFill>
                <a:effectLst>
                  <a:outerShdw blurRad="38100" dist="38100" dir="2700000" algn="tl">
                    <a:srgbClr val="000000">
                      <a:alpha val="43137"/>
                    </a:srgbClr>
                  </a:outerShdw>
                </a:effectLst>
              </a:rPr>
              <a:t>章）</a:t>
            </a:r>
          </a:p>
        </p:txBody>
      </p:sp>
      <p:sp>
        <p:nvSpPr>
          <p:cNvPr id="21508" name="Rectangle 3">
            <a:extLst>
              <a:ext uri="{FF2B5EF4-FFF2-40B4-BE49-F238E27FC236}">
                <a16:creationId xmlns:a16="http://schemas.microsoft.com/office/drawing/2014/main" id="{EA632080-9C7F-45C2-8D71-1695897ACC8C}"/>
              </a:ext>
            </a:extLst>
          </p:cNvPr>
          <p:cNvSpPr>
            <a:spLocks noGrp="1" noChangeArrowheads="1"/>
          </p:cNvSpPr>
          <p:nvPr>
            <p:ph idx="1"/>
          </p:nvPr>
        </p:nvSpPr>
        <p:spPr>
          <a:xfrm>
            <a:off x="395288" y="1195388"/>
            <a:ext cx="8218487" cy="5257800"/>
          </a:xfrm>
        </p:spPr>
        <p:txBody>
          <a:bodyPr/>
          <a:lstStyle/>
          <a:p>
            <a:pPr eaLnBrk="1" hangingPunct="1"/>
            <a:r>
              <a:rPr lang="zh-CN" altLang="en-US" sz="2800" b="1">
                <a:solidFill>
                  <a:srgbClr val="C00000"/>
                </a:solidFill>
              </a:rPr>
              <a:t>环与域（</a:t>
            </a:r>
            <a:r>
              <a:rPr lang="en-US" altLang="zh-CN" sz="2800" b="1">
                <a:solidFill>
                  <a:srgbClr val="C00000"/>
                </a:solidFill>
              </a:rPr>
              <a:t>2</a:t>
            </a:r>
            <a:r>
              <a:rPr lang="zh-CN" altLang="en-US" sz="2800" b="1">
                <a:solidFill>
                  <a:srgbClr val="C00000"/>
                </a:solidFill>
              </a:rPr>
              <a:t>学时）</a:t>
            </a:r>
          </a:p>
          <a:p>
            <a:pPr eaLnBrk="1" hangingPunct="1">
              <a:lnSpc>
                <a:spcPts val="3200"/>
              </a:lnSpc>
              <a:buFont typeface="Wingdings" panose="05000000000000000000" pitchFamily="2" charset="2"/>
              <a:buNone/>
            </a:pPr>
            <a:r>
              <a:rPr lang="zh-CN" altLang="en-US" sz="2400" b="1"/>
              <a:t>     环的定义及基本性质（</a:t>
            </a:r>
            <a:r>
              <a:rPr lang="en-US" altLang="zh-CN" sz="2400" b="1"/>
              <a:t>1</a:t>
            </a:r>
            <a:r>
              <a:rPr lang="zh-CN" altLang="en-US" sz="2400" b="1"/>
              <a:t>学时）</a:t>
            </a:r>
            <a:endParaRPr lang="en-US" altLang="zh-CN" sz="2400" b="1"/>
          </a:p>
          <a:p>
            <a:pPr eaLnBrk="1" hangingPunct="1">
              <a:lnSpc>
                <a:spcPts val="3200"/>
              </a:lnSpc>
              <a:buFont typeface="Wingdings" panose="05000000000000000000" pitchFamily="2" charset="2"/>
              <a:buNone/>
            </a:pPr>
            <a:r>
              <a:rPr lang="zh-CN" altLang="en-US" sz="2400" b="1"/>
              <a:t>     特殊的环（整环、域）、子环、理想、商环及环同态</a:t>
            </a:r>
            <a:endParaRPr lang="en-US" altLang="zh-CN" sz="2400" b="1"/>
          </a:p>
          <a:p>
            <a:pPr eaLnBrk="1" hangingPunct="1">
              <a:lnSpc>
                <a:spcPts val="3200"/>
              </a:lnSpc>
              <a:buFont typeface="Wingdings" panose="05000000000000000000" pitchFamily="2" charset="2"/>
              <a:buNone/>
            </a:pPr>
            <a:r>
              <a:rPr lang="en-US" altLang="zh-CN" sz="2400" b="1"/>
              <a:t>   </a:t>
            </a:r>
            <a:r>
              <a:rPr lang="zh-CN" altLang="en-US" sz="2400" b="1"/>
              <a:t>（</a:t>
            </a:r>
            <a:r>
              <a:rPr lang="en-US" altLang="zh-CN" sz="2400" b="1"/>
              <a:t>1</a:t>
            </a:r>
            <a:r>
              <a:rPr lang="zh-CN" altLang="en-US" sz="2400" b="1"/>
              <a:t>学时）</a:t>
            </a:r>
          </a:p>
          <a:p>
            <a:pPr eaLnBrk="1" hangingPunct="1">
              <a:spcBef>
                <a:spcPts val="1200"/>
              </a:spcBef>
            </a:pPr>
            <a:r>
              <a:rPr lang="zh-CN" altLang="en-US" sz="2800" b="1">
                <a:solidFill>
                  <a:srgbClr val="C00000"/>
                </a:solidFill>
              </a:rPr>
              <a:t>格与布尔代数（</a:t>
            </a:r>
            <a:r>
              <a:rPr lang="en-US" altLang="zh-CN" sz="2800" b="1">
                <a:solidFill>
                  <a:srgbClr val="C00000"/>
                </a:solidFill>
              </a:rPr>
              <a:t>4</a:t>
            </a:r>
            <a:r>
              <a:rPr lang="zh-CN" altLang="en-US" sz="2800" b="1">
                <a:solidFill>
                  <a:srgbClr val="C00000"/>
                </a:solidFill>
              </a:rPr>
              <a:t>学时）</a:t>
            </a:r>
          </a:p>
          <a:p>
            <a:pPr eaLnBrk="1" hangingPunct="1">
              <a:lnSpc>
                <a:spcPts val="3200"/>
              </a:lnSpc>
              <a:buFont typeface="Wingdings" panose="05000000000000000000" pitchFamily="2" charset="2"/>
              <a:buNone/>
            </a:pPr>
            <a:r>
              <a:rPr lang="zh-CN" altLang="en-US" sz="2400" b="1"/>
              <a:t>    格的定义与性质（</a:t>
            </a:r>
            <a:r>
              <a:rPr lang="en-US" altLang="zh-CN" sz="2400" b="1"/>
              <a:t>1</a:t>
            </a:r>
            <a:r>
              <a:rPr lang="zh-CN" altLang="en-US" sz="2400" b="1"/>
              <a:t>学时）</a:t>
            </a:r>
            <a:endParaRPr lang="en-US" altLang="zh-CN" sz="2400" b="1"/>
          </a:p>
          <a:p>
            <a:pPr eaLnBrk="1" hangingPunct="1">
              <a:lnSpc>
                <a:spcPts val="3200"/>
              </a:lnSpc>
              <a:buFont typeface="Wingdings" panose="05000000000000000000" pitchFamily="2" charset="2"/>
              <a:buNone/>
            </a:pPr>
            <a:r>
              <a:rPr lang="zh-CN" altLang="en-US" sz="2400" b="1"/>
              <a:t>    子格、格同态与格的直积（</a:t>
            </a:r>
            <a:r>
              <a:rPr lang="en-US" altLang="zh-CN" sz="2400" b="1"/>
              <a:t>1</a:t>
            </a:r>
            <a:r>
              <a:rPr lang="zh-CN" altLang="en-US" sz="2400" b="1"/>
              <a:t>学时）</a:t>
            </a:r>
            <a:endParaRPr lang="en-US" altLang="zh-CN" sz="2400" b="1"/>
          </a:p>
          <a:p>
            <a:pPr eaLnBrk="1" hangingPunct="1">
              <a:lnSpc>
                <a:spcPts val="3200"/>
              </a:lnSpc>
              <a:buFont typeface="Wingdings" panose="05000000000000000000" pitchFamily="2" charset="2"/>
              <a:buNone/>
            </a:pPr>
            <a:r>
              <a:rPr lang="zh-CN" altLang="en-US" sz="2400" b="1"/>
              <a:t>    特殊的格（模格、分配格、有补格、布尔代数）（</a:t>
            </a:r>
            <a:r>
              <a:rPr lang="en-US" altLang="zh-CN" sz="2400" b="1"/>
              <a:t>2</a:t>
            </a:r>
            <a:r>
              <a:rPr lang="zh-CN" altLang="en-US" sz="2400" b="1"/>
              <a:t>学时）</a:t>
            </a:r>
          </a:p>
          <a:p>
            <a:pPr eaLnBrk="1" hangingPunct="1">
              <a:buFont typeface="Wingdings" panose="05000000000000000000" pitchFamily="2" charset="2"/>
              <a:buNone/>
            </a:pPr>
            <a:endParaRPr lang="en-US" altLang="zh-CN" sz="2400" b="1"/>
          </a:p>
        </p:txBody>
      </p:sp>
      <p:sp>
        <p:nvSpPr>
          <p:cNvPr id="25602" name="灯片编号占位符 5">
            <a:extLst>
              <a:ext uri="{FF2B5EF4-FFF2-40B4-BE49-F238E27FC236}">
                <a16:creationId xmlns:a16="http://schemas.microsoft.com/office/drawing/2014/main" id="{209AC028-E116-4D39-8A40-F388E661D46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36389D2-F491-47FD-8645-04BC93D99E34}" type="slidenum">
              <a:rPr lang="en-US" altLang="zh-CN">
                <a:solidFill>
                  <a:srgbClr val="898989"/>
                </a:solidFill>
              </a:rPr>
              <a:pPr eaLnBrk="1" hangingPunct="1"/>
              <a:t>20</a:t>
            </a:fld>
            <a:endParaRPr lang="en-US" altLang="zh-CN">
              <a:solidFill>
                <a:srgbClr val="898989"/>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a:extLst>
              <a:ext uri="{FF2B5EF4-FFF2-40B4-BE49-F238E27FC236}">
                <a16:creationId xmlns:a16="http://schemas.microsoft.com/office/drawing/2014/main" id="{C44E3FD0-7900-4083-B633-56CB89304F45}"/>
              </a:ext>
            </a:extLst>
          </p:cNvPr>
          <p:cNvSpPr>
            <a:spLocks noGrp="1" noChangeArrowheads="1"/>
          </p:cNvSpPr>
          <p:nvPr>
            <p:ph type="title"/>
          </p:nvPr>
        </p:nvSpPr>
        <p:spPr>
          <a:xfrm>
            <a:off x="457200" y="188913"/>
            <a:ext cx="8507413" cy="777875"/>
          </a:xfrm>
        </p:spPr>
        <p:txBody>
          <a:bodyPr/>
          <a:lstStyle/>
          <a:p>
            <a:pPr algn="ctr" eaLnBrk="1" hangingPunct="1">
              <a:defRPr/>
            </a:pPr>
            <a:r>
              <a:rPr lang="zh-CN" altLang="en-US" b="1" dirty="0">
                <a:solidFill>
                  <a:srgbClr val="C00000"/>
                </a:solidFill>
                <a:effectLst>
                  <a:outerShdw blurRad="38100" dist="38100" dir="2700000" algn="tl">
                    <a:srgbClr val="000000">
                      <a:alpha val="43137"/>
                    </a:srgbClr>
                  </a:outerShdw>
                </a:effectLst>
              </a:rPr>
              <a:t>课程进度（</a:t>
            </a:r>
            <a:r>
              <a:rPr lang="en-US" altLang="zh-CN" b="1" dirty="0">
                <a:solidFill>
                  <a:srgbClr val="C00000"/>
                </a:solidFill>
                <a:effectLst>
                  <a:outerShdw blurRad="38100" dist="38100" dir="2700000" algn="tl">
                    <a:srgbClr val="000000">
                      <a:alpha val="43137"/>
                    </a:srgbClr>
                  </a:outerShdw>
                </a:effectLst>
              </a:rPr>
              <a:t>20-21</a:t>
            </a:r>
            <a:r>
              <a:rPr lang="zh-CN" altLang="en-US" b="1" dirty="0">
                <a:solidFill>
                  <a:srgbClr val="C00000"/>
                </a:solidFill>
                <a:effectLst>
                  <a:outerShdw blurRad="38100" dist="38100" dir="2700000" algn="tl">
                    <a:srgbClr val="000000">
                      <a:alpha val="43137"/>
                    </a:srgbClr>
                  </a:outerShdw>
                </a:effectLst>
              </a:rPr>
              <a:t>章）</a:t>
            </a:r>
          </a:p>
        </p:txBody>
      </p:sp>
      <p:sp>
        <p:nvSpPr>
          <p:cNvPr id="22532" name="Rectangle 3">
            <a:extLst>
              <a:ext uri="{FF2B5EF4-FFF2-40B4-BE49-F238E27FC236}">
                <a16:creationId xmlns:a16="http://schemas.microsoft.com/office/drawing/2014/main" id="{35D1BE76-853C-46DB-BDDA-20D8CBE36CA3}"/>
              </a:ext>
            </a:extLst>
          </p:cNvPr>
          <p:cNvSpPr>
            <a:spLocks noGrp="1" noChangeArrowheads="1"/>
          </p:cNvSpPr>
          <p:nvPr>
            <p:ph idx="1"/>
          </p:nvPr>
        </p:nvSpPr>
        <p:spPr>
          <a:xfrm>
            <a:off x="395288" y="1052513"/>
            <a:ext cx="8218487" cy="5257800"/>
          </a:xfrm>
        </p:spPr>
        <p:txBody>
          <a:bodyPr/>
          <a:lstStyle/>
          <a:p>
            <a:pPr eaLnBrk="1" hangingPunct="1"/>
            <a:r>
              <a:rPr lang="zh-CN" altLang="en-US" sz="2800" b="1">
                <a:solidFill>
                  <a:srgbClr val="C00000"/>
                </a:solidFill>
              </a:rPr>
              <a:t>组合存在性定理（</a:t>
            </a:r>
            <a:r>
              <a:rPr lang="en-US" altLang="zh-CN" sz="2800" b="1">
                <a:solidFill>
                  <a:srgbClr val="C00000"/>
                </a:solidFill>
              </a:rPr>
              <a:t>3</a:t>
            </a:r>
            <a:r>
              <a:rPr lang="zh-CN" altLang="en-US" sz="2800" b="1">
                <a:solidFill>
                  <a:srgbClr val="C00000"/>
                </a:solidFill>
              </a:rPr>
              <a:t>学时）</a:t>
            </a:r>
          </a:p>
          <a:p>
            <a:pPr eaLnBrk="1" hangingPunct="1">
              <a:lnSpc>
                <a:spcPts val="3200"/>
              </a:lnSpc>
              <a:spcBef>
                <a:spcPts val="600"/>
              </a:spcBef>
              <a:buFont typeface="Wingdings" panose="05000000000000000000" pitchFamily="2" charset="2"/>
              <a:buNone/>
            </a:pPr>
            <a:r>
              <a:rPr lang="zh-CN" altLang="en-US" sz="2400" b="1"/>
              <a:t>     鸽巢原理及其应用（</a:t>
            </a:r>
            <a:r>
              <a:rPr lang="en-US" altLang="zh-CN" sz="2400" b="1"/>
              <a:t>1</a:t>
            </a:r>
            <a:r>
              <a:rPr lang="zh-CN" altLang="en-US" sz="2400" b="1"/>
              <a:t>学时）</a:t>
            </a:r>
            <a:endParaRPr lang="en-US" altLang="zh-CN" sz="2400" b="1"/>
          </a:p>
          <a:p>
            <a:pPr eaLnBrk="1" hangingPunct="1">
              <a:lnSpc>
                <a:spcPts val="3200"/>
              </a:lnSpc>
              <a:spcBef>
                <a:spcPct val="0"/>
              </a:spcBef>
              <a:buFont typeface="Wingdings" panose="05000000000000000000" pitchFamily="2" charset="2"/>
              <a:buNone/>
            </a:pPr>
            <a:r>
              <a:rPr lang="en-US" altLang="zh-CN" sz="2400" b="1"/>
              <a:t>     Ramsey</a:t>
            </a:r>
            <a:r>
              <a:rPr lang="zh-CN" altLang="en-US" sz="2400" b="1"/>
              <a:t>定理及其应用（</a:t>
            </a:r>
            <a:r>
              <a:rPr lang="en-US" altLang="zh-CN" sz="2400" b="1"/>
              <a:t>2</a:t>
            </a:r>
            <a:r>
              <a:rPr lang="zh-CN" altLang="en-US" sz="2400" b="1"/>
              <a:t>学时）</a:t>
            </a:r>
          </a:p>
          <a:p>
            <a:pPr eaLnBrk="1" hangingPunct="1">
              <a:spcBef>
                <a:spcPts val="1800"/>
              </a:spcBef>
            </a:pPr>
            <a:r>
              <a:rPr lang="zh-CN" altLang="en-US" sz="2800" b="1">
                <a:solidFill>
                  <a:srgbClr val="C00000"/>
                </a:solidFill>
              </a:rPr>
              <a:t>基本计数公式（</a:t>
            </a:r>
            <a:r>
              <a:rPr lang="en-US" altLang="zh-CN" sz="2800" b="1">
                <a:solidFill>
                  <a:srgbClr val="C00000"/>
                </a:solidFill>
              </a:rPr>
              <a:t>3</a:t>
            </a:r>
            <a:r>
              <a:rPr lang="zh-CN" altLang="en-US" sz="2800" b="1">
                <a:solidFill>
                  <a:srgbClr val="C00000"/>
                </a:solidFill>
              </a:rPr>
              <a:t>学时）</a:t>
            </a:r>
          </a:p>
          <a:p>
            <a:pPr eaLnBrk="1" hangingPunct="1">
              <a:lnSpc>
                <a:spcPts val="3200"/>
              </a:lnSpc>
              <a:buFont typeface="Wingdings" panose="05000000000000000000" pitchFamily="2" charset="2"/>
              <a:buNone/>
            </a:pPr>
            <a:r>
              <a:rPr lang="zh-CN" altLang="en-US" sz="2400" b="1"/>
              <a:t>     加法法则与乘法法则（</a:t>
            </a:r>
            <a:r>
              <a:rPr lang="en-US" altLang="zh-CN" sz="2400" b="1"/>
              <a:t>0.5</a:t>
            </a:r>
            <a:r>
              <a:rPr lang="zh-CN" altLang="en-US" sz="2400" b="1"/>
              <a:t>学时）</a:t>
            </a:r>
            <a:endParaRPr lang="en-US" altLang="zh-CN" sz="2400" b="1"/>
          </a:p>
          <a:p>
            <a:pPr eaLnBrk="1" hangingPunct="1">
              <a:lnSpc>
                <a:spcPts val="3200"/>
              </a:lnSpc>
              <a:buFont typeface="Wingdings" panose="05000000000000000000" pitchFamily="2" charset="2"/>
              <a:buNone/>
            </a:pPr>
            <a:r>
              <a:rPr lang="zh-CN" altLang="en-US" sz="2400" b="1"/>
              <a:t>     集合的排列与组合、多重集的排列与组合（</a:t>
            </a:r>
            <a:r>
              <a:rPr lang="en-US" altLang="zh-CN" sz="2400" b="1"/>
              <a:t>0.5</a:t>
            </a:r>
            <a:r>
              <a:rPr lang="zh-CN" altLang="en-US" sz="2400" b="1"/>
              <a:t>学时）</a:t>
            </a:r>
            <a:endParaRPr lang="en-US" altLang="zh-CN" sz="2400" b="1"/>
          </a:p>
          <a:p>
            <a:pPr eaLnBrk="1" hangingPunct="1">
              <a:lnSpc>
                <a:spcPts val="3200"/>
              </a:lnSpc>
              <a:buFont typeface="Wingdings" panose="05000000000000000000" pitchFamily="2" charset="2"/>
              <a:buNone/>
            </a:pPr>
            <a:r>
              <a:rPr lang="zh-CN" altLang="en-US" sz="2400" b="1"/>
              <a:t>     二项式定理与组合恒等式（</a:t>
            </a:r>
            <a:r>
              <a:rPr lang="en-US" altLang="zh-CN" sz="2400" b="1"/>
              <a:t>1</a:t>
            </a:r>
            <a:r>
              <a:rPr lang="zh-CN" altLang="en-US" sz="2400" b="1"/>
              <a:t>学时）</a:t>
            </a:r>
            <a:endParaRPr lang="en-US" altLang="zh-CN" sz="2400" b="1"/>
          </a:p>
          <a:p>
            <a:pPr eaLnBrk="1" hangingPunct="1">
              <a:lnSpc>
                <a:spcPts val="3200"/>
              </a:lnSpc>
              <a:buFont typeface="Wingdings" panose="05000000000000000000" pitchFamily="2" charset="2"/>
              <a:buNone/>
            </a:pPr>
            <a:r>
              <a:rPr lang="zh-CN" altLang="en-US" sz="2400" b="1"/>
              <a:t>     多项式定理（</a:t>
            </a:r>
            <a:r>
              <a:rPr lang="en-US" altLang="zh-CN" sz="2400" b="1"/>
              <a:t>1</a:t>
            </a:r>
            <a:r>
              <a:rPr lang="zh-CN" altLang="en-US" sz="2400" b="1"/>
              <a:t>学时）</a:t>
            </a:r>
          </a:p>
          <a:p>
            <a:pPr eaLnBrk="1" hangingPunct="1">
              <a:buFont typeface="Wingdings" panose="05000000000000000000" pitchFamily="2" charset="2"/>
              <a:buNone/>
            </a:pPr>
            <a:endParaRPr lang="en-US" altLang="zh-CN" sz="2400" b="1"/>
          </a:p>
        </p:txBody>
      </p:sp>
      <p:sp>
        <p:nvSpPr>
          <p:cNvPr id="25602" name="灯片编号占位符 5">
            <a:extLst>
              <a:ext uri="{FF2B5EF4-FFF2-40B4-BE49-F238E27FC236}">
                <a16:creationId xmlns:a16="http://schemas.microsoft.com/office/drawing/2014/main" id="{770B9970-2EBB-4D9E-8B2D-EF0E52F92F49}"/>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336543FE-77D2-4563-B08A-C0CCA3B7AEBA}" type="slidenum">
              <a:rPr lang="en-US" altLang="zh-CN">
                <a:solidFill>
                  <a:srgbClr val="898989"/>
                </a:solidFill>
              </a:rPr>
              <a:pPr eaLnBrk="1" hangingPunct="1"/>
              <a:t>21</a:t>
            </a:fld>
            <a:endParaRPr lang="en-US" altLang="zh-CN">
              <a:solidFill>
                <a:srgbClr val="898989"/>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9E048FBD-795E-4155-B5B7-C59C6C03205F}"/>
              </a:ext>
            </a:extLst>
          </p:cNvPr>
          <p:cNvSpPr>
            <a:spLocks noGrp="1" noChangeArrowheads="1"/>
          </p:cNvSpPr>
          <p:nvPr>
            <p:ph type="title"/>
          </p:nvPr>
        </p:nvSpPr>
        <p:spPr>
          <a:xfrm>
            <a:off x="457200" y="274638"/>
            <a:ext cx="8229600" cy="777875"/>
          </a:xfrm>
        </p:spPr>
        <p:txBody>
          <a:bodyPr/>
          <a:lstStyle/>
          <a:p>
            <a:pPr algn="ctr" eaLnBrk="1" hangingPunct="1">
              <a:defRPr/>
            </a:pPr>
            <a:r>
              <a:rPr lang="zh-CN" altLang="en-US" b="1" dirty="0">
                <a:solidFill>
                  <a:srgbClr val="C00000"/>
                </a:solidFill>
                <a:effectLst>
                  <a:outerShdw blurRad="38100" dist="38100" dir="2700000" algn="tl">
                    <a:srgbClr val="000000">
                      <a:alpha val="43137"/>
                    </a:srgbClr>
                  </a:outerShdw>
                </a:effectLst>
              </a:rPr>
              <a:t>课程进度（</a:t>
            </a:r>
            <a:r>
              <a:rPr lang="en-US" altLang="zh-CN" b="1" dirty="0">
                <a:solidFill>
                  <a:srgbClr val="C00000"/>
                </a:solidFill>
                <a:effectLst>
                  <a:outerShdw blurRad="38100" dist="38100" dir="2700000" algn="tl">
                    <a:srgbClr val="000000">
                      <a:alpha val="43137"/>
                    </a:srgbClr>
                  </a:outerShdw>
                </a:effectLst>
              </a:rPr>
              <a:t>22</a:t>
            </a:r>
            <a:r>
              <a:rPr lang="zh-CN" altLang="en-US" b="1" dirty="0">
                <a:solidFill>
                  <a:srgbClr val="C00000"/>
                </a:solidFill>
                <a:effectLst>
                  <a:outerShdw blurRad="38100" dist="38100" dir="2700000" algn="tl">
                    <a:srgbClr val="000000">
                      <a:alpha val="43137"/>
                    </a:srgbClr>
                  </a:outerShdw>
                </a:effectLst>
              </a:rPr>
              <a:t>章）</a:t>
            </a:r>
          </a:p>
        </p:txBody>
      </p:sp>
      <p:sp>
        <p:nvSpPr>
          <p:cNvPr id="23555" name="Rectangle 3">
            <a:extLst>
              <a:ext uri="{FF2B5EF4-FFF2-40B4-BE49-F238E27FC236}">
                <a16:creationId xmlns:a16="http://schemas.microsoft.com/office/drawing/2014/main" id="{7E745808-A835-439E-BD7F-FF529D723BF5}"/>
              </a:ext>
            </a:extLst>
          </p:cNvPr>
          <p:cNvSpPr>
            <a:spLocks noGrp="1" noChangeArrowheads="1"/>
          </p:cNvSpPr>
          <p:nvPr>
            <p:ph idx="1"/>
          </p:nvPr>
        </p:nvSpPr>
        <p:spPr>
          <a:xfrm>
            <a:off x="395288" y="1339850"/>
            <a:ext cx="8229600" cy="4681538"/>
          </a:xfrm>
        </p:spPr>
        <p:txBody>
          <a:bodyPr/>
          <a:lstStyle/>
          <a:p>
            <a:pPr eaLnBrk="1" hangingPunct="1"/>
            <a:r>
              <a:rPr lang="zh-CN" altLang="en-US" sz="2800" b="1">
                <a:solidFill>
                  <a:srgbClr val="C00000"/>
                </a:solidFill>
              </a:rPr>
              <a:t>组合计数方法（</a:t>
            </a:r>
            <a:r>
              <a:rPr lang="en-US" altLang="zh-CN" sz="2800" b="1">
                <a:solidFill>
                  <a:srgbClr val="C00000"/>
                </a:solidFill>
              </a:rPr>
              <a:t>6</a:t>
            </a:r>
            <a:r>
              <a:rPr lang="zh-CN" altLang="en-US" sz="2800" b="1">
                <a:solidFill>
                  <a:srgbClr val="C00000"/>
                </a:solidFill>
              </a:rPr>
              <a:t>学时）</a:t>
            </a:r>
          </a:p>
          <a:p>
            <a:pPr eaLnBrk="1" hangingPunct="1">
              <a:buFont typeface="Wingdings" panose="05000000000000000000" pitchFamily="2" charset="2"/>
              <a:buNone/>
            </a:pPr>
            <a:r>
              <a:rPr lang="zh-CN" altLang="en-US" sz="2400" b="1"/>
              <a:t>    递推方程的公式求解（</a:t>
            </a:r>
            <a:r>
              <a:rPr lang="en-US" altLang="zh-CN" sz="2400" b="1"/>
              <a:t>1</a:t>
            </a:r>
            <a:r>
              <a:rPr lang="zh-CN" altLang="en-US" sz="2400" b="1"/>
              <a:t>学时）</a:t>
            </a:r>
            <a:endParaRPr lang="en-US" altLang="zh-CN" sz="2400" b="1"/>
          </a:p>
          <a:p>
            <a:pPr eaLnBrk="1" hangingPunct="1">
              <a:buFont typeface="Wingdings" panose="05000000000000000000" pitchFamily="2" charset="2"/>
              <a:buNone/>
            </a:pPr>
            <a:r>
              <a:rPr lang="zh-CN" altLang="en-US" sz="2400" b="1"/>
              <a:t>    递推方程的其他解法（</a:t>
            </a:r>
            <a:r>
              <a:rPr lang="en-US" altLang="zh-CN" sz="2400" b="1"/>
              <a:t>1</a:t>
            </a:r>
            <a:r>
              <a:rPr lang="zh-CN" altLang="en-US" sz="2400" b="1"/>
              <a:t>学时）</a:t>
            </a:r>
            <a:endParaRPr lang="en-US" altLang="zh-CN" sz="2400" b="1"/>
          </a:p>
          <a:p>
            <a:pPr eaLnBrk="1" hangingPunct="1">
              <a:buFont typeface="Wingdings" panose="05000000000000000000" pitchFamily="2" charset="2"/>
              <a:buNone/>
            </a:pPr>
            <a:r>
              <a:rPr lang="en-US" altLang="zh-CN" sz="2400" b="1"/>
              <a:t>     </a:t>
            </a:r>
            <a:r>
              <a:rPr lang="zh-CN" altLang="en-US" sz="2400" b="1"/>
              <a:t>生成函数的定义、性质（</a:t>
            </a:r>
            <a:r>
              <a:rPr lang="en-US" altLang="zh-CN" sz="2400" b="1"/>
              <a:t>1</a:t>
            </a:r>
            <a:r>
              <a:rPr lang="zh-CN" altLang="en-US" sz="2400" b="1"/>
              <a:t>学时）</a:t>
            </a:r>
            <a:endParaRPr lang="en-US" altLang="zh-CN" sz="2400" b="1"/>
          </a:p>
          <a:p>
            <a:pPr eaLnBrk="1" hangingPunct="1">
              <a:buFont typeface="Wingdings" panose="05000000000000000000" pitchFamily="2" charset="2"/>
              <a:buNone/>
            </a:pPr>
            <a:r>
              <a:rPr lang="en-US" altLang="zh-CN" sz="2400" b="1"/>
              <a:t>     </a:t>
            </a:r>
            <a:r>
              <a:rPr lang="zh-CN" altLang="en-US" sz="2400" b="1"/>
              <a:t>生成函数与组合计数（</a:t>
            </a:r>
            <a:r>
              <a:rPr lang="en-US" altLang="zh-CN" sz="2400" b="1"/>
              <a:t>1</a:t>
            </a:r>
            <a:r>
              <a:rPr lang="zh-CN" altLang="en-US" sz="2400" b="1"/>
              <a:t>学时）</a:t>
            </a:r>
            <a:endParaRPr lang="en-US" altLang="zh-CN" sz="2400" b="1"/>
          </a:p>
          <a:p>
            <a:pPr eaLnBrk="1" hangingPunct="1">
              <a:buFont typeface="Wingdings" panose="05000000000000000000" pitchFamily="2" charset="2"/>
              <a:buNone/>
            </a:pPr>
            <a:r>
              <a:rPr lang="zh-CN" altLang="en-US" sz="2400" b="1"/>
              <a:t>     指数生成函数与多重集的排列（</a:t>
            </a:r>
            <a:r>
              <a:rPr lang="en-US" altLang="zh-CN" sz="2400" b="1"/>
              <a:t>1</a:t>
            </a:r>
            <a:r>
              <a:rPr lang="zh-CN" altLang="en-US" sz="2400" b="1"/>
              <a:t>学时）</a:t>
            </a:r>
            <a:endParaRPr lang="en-US" altLang="zh-CN" sz="2400" b="1"/>
          </a:p>
          <a:p>
            <a:pPr eaLnBrk="1" hangingPunct="1">
              <a:buFont typeface="Wingdings" panose="05000000000000000000" pitchFamily="2" charset="2"/>
              <a:buNone/>
            </a:pPr>
            <a:r>
              <a:rPr lang="en-US" altLang="zh-CN" sz="2400" b="1"/>
              <a:t>     Catalan</a:t>
            </a:r>
            <a:r>
              <a:rPr lang="zh-CN" altLang="en-US" sz="2400" b="1"/>
              <a:t>数与</a:t>
            </a:r>
            <a:r>
              <a:rPr lang="en-US" altLang="zh-CN" sz="2400" b="1"/>
              <a:t>Stirling</a:t>
            </a:r>
            <a:r>
              <a:rPr lang="zh-CN" altLang="en-US" sz="2400" b="1"/>
              <a:t>数（</a:t>
            </a:r>
            <a:r>
              <a:rPr lang="en-US" altLang="zh-CN" sz="2400" b="1"/>
              <a:t>1</a:t>
            </a:r>
            <a:r>
              <a:rPr lang="zh-CN" altLang="en-US" sz="2400" b="1"/>
              <a:t>学时）</a:t>
            </a:r>
          </a:p>
          <a:p>
            <a:pPr eaLnBrk="1" hangingPunct="1"/>
            <a:endParaRPr lang="zh-CN" altLang="en-US" sz="2400" b="1">
              <a:solidFill>
                <a:srgbClr val="C00000"/>
              </a:solidFill>
            </a:endParaRPr>
          </a:p>
        </p:txBody>
      </p:sp>
      <p:sp>
        <p:nvSpPr>
          <p:cNvPr id="26626" name="灯片编号占位符 5">
            <a:extLst>
              <a:ext uri="{FF2B5EF4-FFF2-40B4-BE49-F238E27FC236}">
                <a16:creationId xmlns:a16="http://schemas.microsoft.com/office/drawing/2014/main" id="{7F27E472-CFD5-4E94-88FD-E3964981B081}"/>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8BF8A6CE-5132-4194-98E9-AF243C019A28}" type="slidenum">
              <a:rPr lang="en-US" altLang="zh-CN">
                <a:solidFill>
                  <a:srgbClr val="898989"/>
                </a:solidFill>
              </a:rPr>
              <a:pPr eaLnBrk="1" hangingPunct="1"/>
              <a:t>22</a:t>
            </a:fld>
            <a:endParaRPr lang="en-US" altLang="zh-CN">
              <a:solidFill>
                <a:srgbClr val="898989"/>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a:extLst>
              <a:ext uri="{FF2B5EF4-FFF2-40B4-BE49-F238E27FC236}">
                <a16:creationId xmlns:a16="http://schemas.microsoft.com/office/drawing/2014/main" id="{B21A6373-0D53-4A33-9D39-7D6CA5EB00A8}"/>
              </a:ext>
            </a:extLst>
          </p:cNvPr>
          <p:cNvSpPr>
            <a:spLocks noGrp="1" noChangeArrowheads="1"/>
          </p:cNvSpPr>
          <p:nvPr>
            <p:ph type="title"/>
          </p:nvPr>
        </p:nvSpPr>
        <p:spPr>
          <a:xfrm>
            <a:off x="457200" y="274638"/>
            <a:ext cx="8229600" cy="777875"/>
          </a:xfrm>
        </p:spPr>
        <p:txBody>
          <a:bodyPr/>
          <a:lstStyle/>
          <a:p>
            <a:pPr algn="ctr" eaLnBrk="1" hangingPunct="1">
              <a:defRPr/>
            </a:pPr>
            <a:r>
              <a:rPr lang="zh-CN" altLang="en-US" b="1" dirty="0">
                <a:solidFill>
                  <a:srgbClr val="C00000"/>
                </a:solidFill>
                <a:effectLst>
                  <a:outerShdw blurRad="38100" dist="38100" dir="2700000" algn="tl">
                    <a:srgbClr val="000000">
                      <a:alpha val="43137"/>
                    </a:srgbClr>
                  </a:outerShdw>
                </a:effectLst>
              </a:rPr>
              <a:t>课程进度（</a:t>
            </a:r>
            <a:r>
              <a:rPr lang="en-US" altLang="zh-CN" b="1" dirty="0">
                <a:solidFill>
                  <a:srgbClr val="C00000"/>
                </a:solidFill>
                <a:effectLst>
                  <a:outerShdw blurRad="38100" dist="38100" dir="2700000" algn="tl">
                    <a:srgbClr val="000000">
                      <a:alpha val="43137"/>
                    </a:srgbClr>
                  </a:outerShdw>
                </a:effectLst>
              </a:rPr>
              <a:t>23</a:t>
            </a:r>
            <a:r>
              <a:rPr lang="zh-CN" altLang="en-US" b="1" dirty="0">
                <a:solidFill>
                  <a:srgbClr val="C00000"/>
                </a:solidFill>
                <a:effectLst>
                  <a:outerShdw blurRad="38100" dist="38100" dir="2700000" algn="tl">
                    <a:srgbClr val="000000">
                      <a:alpha val="43137"/>
                    </a:srgbClr>
                  </a:outerShdw>
                </a:effectLst>
              </a:rPr>
              <a:t>章）</a:t>
            </a:r>
          </a:p>
        </p:txBody>
      </p:sp>
      <p:sp>
        <p:nvSpPr>
          <p:cNvPr id="24579" name="Rectangle 3">
            <a:extLst>
              <a:ext uri="{FF2B5EF4-FFF2-40B4-BE49-F238E27FC236}">
                <a16:creationId xmlns:a16="http://schemas.microsoft.com/office/drawing/2014/main" id="{2F2A925B-E0AD-4AF4-882B-51B8750118F4}"/>
              </a:ext>
            </a:extLst>
          </p:cNvPr>
          <p:cNvSpPr>
            <a:spLocks noGrp="1" noChangeArrowheads="1"/>
          </p:cNvSpPr>
          <p:nvPr>
            <p:ph idx="1"/>
          </p:nvPr>
        </p:nvSpPr>
        <p:spPr>
          <a:xfrm>
            <a:off x="395288" y="1268413"/>
            <a:ext cx="8229600" cy="4681537"/>
          </a:xfrm>
        </p:spPr>
        <p:txBody>
          <a:bodyPr/>
          <a:lstStyle/>
          <a:p>
            <a:pPr eaLnBrk="1" hangingPunct="1"/>
            <a:r>
              <a:rPr lang="zh-CN" altLang="en-US" sz="2800" b="1">
                <a:solidFill>
                  <a:srgbClr val="C00000"/>
                </a:solidFill>
              </a:rPr>
              <a:t>组合计数定理（</a:t>
            </a:r>
            <a:r>
              <a:rPr lang="en-US" altLang="zh-CN" sz="2800" b="1">
                <a:solidFill>
                  <a:srgbClr val="C00000"/>
                </a:solidFill>
              </a:rPr>
              <a:t>6</a:t>
            </a:r>
            <a:r>
              <a:rPr lang="zh-CN" altLang="en-US" sz="2800" b="1">
                <a:solidFill>
                  <a:srgbClr val="C00000"/>
                </a:solidFill>
              </a:rPr>
              <a:t>学时）</a:t>
            </a:r>
          </a:p>
          <a:p>
            <a:pPr eaLnBrk="1" hangingPunct="1">
              <a:buFont typeface="Wingdings" panose="05000000000000000000" pitchFamily="2" charset="2"/>
              <a:buNone/>
            </a:pPr>
            <a:r>
              <a:rPr lang="zh-CN" altLang="en-US" sz="2400" b="1"/>
              <a:t>     容斥原理（</a:t>
            </a:r>
            <a:r>
              <a:rPr lang="en-US" altLang="zh-CN" sz="2400" b="1"/>
              <a:t>1</a:t>
            </a:r>
            <a:r>
              <a:rPr lang="zh-CN" altLang="en-US" sz="2400" b="1"/>
              <a:t>学时）</a:t>
            </a:r>
            <a:endParaRPr lang="en-US" altLang="zh-CN" sz="2400" b="1"/>
          </a:p>
          <a:p>
            <a:pPr eaLnBrk="1" hangingPunct="1">
              <a:buFont typeface="Wingdings" panose="05000000000000000000" pitchFamily="2" charset="2"/>
              <a:buNone/>
            </a:pPr>
            <a:r>
              <a:rPr lang="zh-CN" altLang="en-US" sz="2400" b="1"/>
              <a:t>     对称筛公式及应用（</a:t>
            </a:r>
            <a:r>
              <a:rPr lang="en-US" altLang="zh-CN" sz="2400" b="1"/>
              <a:t>2</a:t>
            </a:r>
            <a:r>
              <a:rPr lang="zh-CN" altLang="en-US" sz="2400" b="1"/>
              <a:t>学时）</a:t>
            </a:r>
            <a:endParaRPr lang="en-US" altLang="zh-CN" sz="2400" b="1"/>
          </a:p>
          <a:p>
            <a:pPr eaLnBrk="1" hangingPunct="1">
              <a:buFont typeface="Wingdings" panose="05000000000000000000" pitchFamily="2" charset="2"/>
              <a:buNone/>
            </a:pPr>
            <a:r>
              <a:rPr lang="en-US" altLang="zh-CN" sz="2400" b="1"/>
              <a:t>      Burnside</a:t>
            </a:r>
            <a:r>
              <a:rPr lang="zh-CN" altLang="en-US" sz="2400" b="1"/>
              <a:t>引理（</a:t>
            </a:r>
            <a:r>
              <a:rPr lang="en-US" altLang="zh-CN" sz="2400" b="1"/>
              <a:t>1</a:t>
            </a:r>
            <a:r>
              <a:rPr lang="zh-CN" altLang="en-US" sz="2400" b="1"/>
              <a:t>学时）</a:t>
            </a:r>
            <a:endParaRPr lang="en-US" altLang="zh-CN" sz="2400" b="1"/>
          </a:p>
          <a:p>
            <a:pPr eaLnBrk="1" hangingPunct="1">
              <a:buFont typeface="Wingdings" panose="05000000000000000000" pitchFamily="2" charset="2"/>
              <a:buNone/>
            </a:pPr>
            <a:r>
              <a:rPr lang="en-US" altLang="zh-CN" sz="2400" b="1"/>
              <a:t>      Polya</a:t>
            </a:r>
            <a:r>
              <a:rPr lang="zh-CN" altLang="en-US" sz="2400" b="1"/>
              <a:t>定理（</a:t>
            </a:r>
            <a:r>
              <a:rPr lang="en-US" altLang="zh-CN" sz="2400" b="1"/>
              <a:t>2</a:t>
            </a:r>
            <a:r>
              <a:rPr lang="zh-CN" altLang="en-US" sz="2400" b="1"/>
              <a:t>学时）</a:t>
            </a:r>
          </a:p>
          <a:p>
            <a:pPr eaLnBrk="1" hangingPunct="1">
              <a:spcBef>
                <a:spcPts val="1200"/>
              </a:spcBef>
            </a:pPr>
            <a:r>
              <a:rPr lang="zh-CN" altLang="en-US" sz="2800" b="1">
                <a:solidFill>
                  <a:srgbClr val="C00000"/>
                </a:solidFill>
              </a:rPr>
              <a:t>其他（</a:t>
            </a:r>
            <a:r>
              <a:rPr lang="en-US" altLang="zh-CN" sz="2800" b="1">
                <a:solidFill>
                  <a:srgbClr val="C00000"/>
                </a:solidFill>
              </a:rPr>
              <a:t>4</a:t>
            </a:r>
            <a:r>
              <a:rPr lang="zh-CN" altLang="en-US" sz="2800" b="1">
                <a:solidFill>
                  <a:srgbClr val="C00000"/>
                </a:solidFill>
              </a:rPr>
              <a:t>学时）</a:t>
            </a:r>
            <a:endParaRPr lang="en-US" altLang="zh-CN" sz="2800" b="1">
              <a:solidFill>
                <a:srgbClr val="C00000"/>
              </a:solidFill>
            </a:endParaRPr>
          </a:p>
          <a:p>
            <a:pPr eaLnBrk="1" hangingPunct="1">
              <a:spcBef>
                <a:spcPts val="600"/>
              </a:spcBef>
              <a:buFont typeface="Arial" panose="020B0604020202020204" pitchFamily="34" charset="0"/>
              <a:buNone/>
            </a:pPr>
            <a:r>
              <a:rPr lang="zh-CN" altLang="en-US" sz="2400" b="1"/>
              <a:t>      测验</a:t>
            </a:r>
            <a:endParaRPr lang="en-US" altLang="zh-CN" sz="2400" b="1"/>
          </a:p>
          <a:p>
            <a:pPr eaLnBrk="1" hangingPunct="1">
              <a:spcBef>
                <a:spcPts val="600"/>
              </a:spcBef>
              <a:buFont typeface="Arial" panose="020B0604020202020204" pitchFamily="34" charset="0"/>
              <a:buNone/>
            </a:pPr>
            <a:r>
              <a:rPr lang="zh-CN" altLang="en-US" sz="2400" b="1"/>
              <a:t>      习题分析</a:t>
            </a:r>
            <a:endParaRPr lang="zh-CN" altLang="en-US" sz="2400" b="1">
              <a:solidFill>
                <a:srgbClr val="C00000"/>
              </a:solidFill>
            </a:endParaRPr>
          </a:p>
        </p:txBody>
      </p:sp>
      <p:sp>
        <p:nvSpPr>
          <p:cNvPr id="26626" name="灯片编号占位符 5">
            <a:extLst>
              <a:ext uri="{FF2B5EF4-FFF2-40B4-BE49-F238E27FC236}">
                <a16:creationId xmlns:a16="http://schemas.microsoft.com/office/drawing/2014/main" id="{93F70C30-7462-4BE1-A999-6381B3FAE02C}"/>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DCFD3C2F-06A3-4A69-8CDE-A488F4E36726}" type="slidenum">
              <a:rPr lang="en-US" altLang="zh-CN">
                <a:solidFill>
                  <a:srgbClr val="898989"/>
                </a:solidFill>
              </a:rPr>
              <a:pPr eaLnBrk="1" hangingPunct="1"/>
              <a:t>23</a:t>
            </a:fld>
            <a:endParaRPr lang="en-US" altLang="zh-CN">
              <a:solidFill>
                <a:srgbClr val="898989"/>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a:extLst>
              <a:ext uri="{FF2B5EF4-FFF2-40B4-BE49-F238E27FC236}">
                <a16:creationId xmlns:a16="http://schemas.microsoft.com/office/drawing/2014/main" id="{FBA4BDF6-33FB-4AA6-BC1D-CF9821A308F3}"/>
              </a:ext>
            </a:extLst>
          </p:cNvPr>
          <p:cNvSpPr>
            <a:spLocks noGrp="1" noChangeArrowheads="1"/>
          </p:cNvSpPr>
          <p:nvPr>
            <p:ph type="title"/>
          </p:nvPr>
        </p:nvSpPr>
        <p:spPr>
          <a:xfrm>
            <a:off x="755650" y="277813"/>
            <a:ext cx="7772400" cy="558800"/>
          </a:xfrm>
        </p:spPr>
        <p:txBody>
          <a:bodyPr/>
          <a:lstStyle/>
          <a:p>
            <a:pPr algn="ctr" eaLnBrk="1" hangingPunct="1">
              <a:defRPr/>
            </a:pPr>
            <a:r>
              <a:rPr lang="zh-CN" altLang="en-US" b="1" dirty="0">
                <a:solidFill>
                  <a:srgbClr val="C00000"/>
                </a:solidFill>
                <a:effectLst>
                  <a:outerShdw blurRad="38100" dist="38100" dir="2700000" algn="tl">
                    <a:srgbClr val="000000">
                      <a:alpha val="43137"/>
                    </a:srgbClr>
                  </a:outerShdw>
                </a:effectLst>
              </a:rPr>
              <a:t>教材与参考书</a:t>
            </a:r>
          </a:p>
        </p:txBody>
      </p:sp>
      <p:sp>
        <p:nvSpPr>
          <p:cNvPr id="25604" name="Rectangle 5">
            <a:extLst>
              <a:ext uri="{FF2B5EF4-FFF2-40B4-BE49-F238E27FC236}">
                <a16:creationId xmlns:a16="http://schemas.microsoft.com/office/drawing/2014/main" id="{0B107372-8B8F-4365-9AB2-A3CB238E7D74}"/>
              </a:ext>
            </a:extLst>
          </p:cNvPr>
          <p:cNvSpPr>
            <a:spLocks noGrp="1" noChangeArrowheads="1"/>
          </p:cNvSpPr>
          <p:nvPr>
            <p:ph idx="1"/>
          </p:nvPr>
        </p:nvSpPr>
        <p:spPr>
          <a:xfrm>
            <a:off x="755650" y="1268413"/>
            <a:ext cx="7920038" cy="4464050"/>
          </a:xfrm>
        </p:spPr>
        <p:txBody>
          <a:bodyPr/>
          <a:lstStyle/>
          <a:p>
            <a:pPr eaLnBrk="1" hangingPunct="1"/>
            <a:r>
              <a:rPr lang="zh-CN" altLang="en-US" sz="2800" b="1">
                <a:solidFill>
                  <a:srgbClr val="C00000"/>
                </a:solidFill>
              </a:rPr>
              <a:t>教材</a:t>
            </a:r>
            <a:r>
              <a:rPr lang="zh-CN" altLang="en-US" sz="2800" b="1"/>
              <a:t> </a:t>
            </a:r>
          </a:p>
          <a:p>
            <a:pPr lvl="1" eaLnBrk="1" hangingPunct="1">
              <a:lnSpc>
                <a:spcPts val="3300"/>
              </a:lnSpc>
            </a:pPr>
            <a:r>
              <a:rPr lang="zh-CN" altLang="en-US" sz="2400" b="1"/>
              <a:t>离散数学教程，耿素云、屈婉玲、王捍贫，北京大学出版社，</a:t>
            </a:r>
            <a:r>
              <a:rPr lang="en-US" altLang="zh-CN" sz="2400">
                <a:latin typeface="Arial" panose="020B0604020202020204" pitchFamily="34" charset="0"/>
                <a:cs typeface="Arial" panose="020B0604020202020204" pitchFamily="34" charset="0"/>
              </a:rPr>
              <a:t>2004. </a:t>
            </a:r>
          </a:p>
          <a:p>
            <a:pPr eaLnBrk="1" hangingPunct="1">
              <a:spcBef>
                <a:spcPts val="1800"/>
              </a:spcBef>
            </a:pPr>
            <a:r>
              <a:rPr lang="zh-CN" altLang="en-US" sz="2800" b="1">
                <a:solidFill>
                  <a:srgbClr val="C00000"/>
                </a:solidFill>
              </a:rPr>
              <a:t>参考书</a:t>
            </a:r>
            <a:endParaRPr lang="zh-CN" altLang="en-US" sz="2800" b="1"/>
          </a:p>
          <a:p>
            <a:pPr lvl="1" eaLnBrk="1" hangingPunct="1">
              <a:lnSpc>
                <a:spcPts val="3400"/>
              </a:lnSpc>
            </a:pPr>
            <a:r>
              <a:rPr lang="zh-CN" altLang="en-US" sz="2400" b="1">
                <a:latin typeface="Arial" panose="020B0604020202020204" pitchFamily="34" charset="0"/>
                <a:cs typeface="Arial" panose="020B0604020202020204" pitchFamily="34" charset="0"/>
              </a:rPr>
              <a:t>离散数学习题解析，屈婉玲，耿素云，王捍贫，刘田，北京大学出版社</a:t>
            </a:r>
            <a:r>
              <a:rPr lang="zh-CN" altLang="en-US" sz="2400">
                <a:latin typeface="Arial" panose="020B0604020202020204" pitchFamily="34" charset="0"/>
                <a:cs typeface="Arial" panose="020B0604020202020204" pitchFamily="34" charset="0"/>
              </a:rPr>
              <a:t>，</a:t>
            </a:r>
            <a:r>
              <a:rPr lang="en-US" altLang="zh-CN" sz="2400">
                <a:latin typeface="Arial" panose="020B0604020202020204" pitchFamily="34" charset="0"/>
                <a:cs typeface="Arial" panose="020B0604020202020204" pitchFamily="34" charset="0"/>
              </a:rPr>
              <a:t>2008.</a:t>
            </a:r>
          </a:p>
          <a:p>
            <a:pPr lvl="1" eaLnBrk="1" hangingPunct="1">
              <a:lnSpc>
                <a:spcPts val="3200"/>
              </a:lnSpc>
              <a:spcBef>
                <a:spcPts val="600"/>
              </a:spcBef>
            </a:pPr>
            <a:r>
              <a:rPr lang="en-US" altLang="zh-CN" sz="2400">
                <a:latin typeface="Arial" panose="020B0604020202020204" pitchFamily="34" charset="0"/>
                <a:cs typeface="Arial" panose="020B0604020202020204" pitchFamily="34" charset="0"/>
              </a:rPr>
              <a:t>Discrete Mathematics and Its Applications (7</a:t>
            </a:r>
            <a:r>
              <a:rPr lang="en-US" altLang="zh-CN" sz="2400" baseline="30000">
                <a:latin typeface="Arial" panose="020B0604020202020204" pitchFamily="34" charset="0"/>
                <a:cs typeface="Arial" panose="020B0604020202020204" pitchFamily="34" charset="0"/>
              </a:rPr>
              <a:t>th</a:t>
            </a:r>
            <a:r>
              <a:rPr lang="en-US" altLang="zh-CN" sz="2400">
                <a:latin typeface="Arial" panose="020B0604020202020204" pitchFamily="34" charset="0"/>
                <a:cs typeface="Arial" panose="020B0604020202020204" pitchFamily="34" charset="0"/>
              </a:rPr>
              <a:t> Edition), Kenneth  H. Rosen, Mc Graw Hill Companies, 2012.</a:t>
            </a:r>
          </a:p>
          <a:p>
            <a:pPr eaLnBrk="1" hangingPunct="1">
              <a:lnSpc>
                <a:spcPts val="3200"/>
              </a:lnSpc>
              <a:buFont typeface="Wingdings" panose="05000000000000000000" pitchFamily="2" charset="2"/>
              <a:buNone/>
            </a:pPr>
            <a:r>
              <a:rPr lang="en-US" altLang="zh-CN" sz="2400">
                <a:latin typeface="Arial" panose="020B0604020202020204" pitchFamily="34" charset="0"/>
                <a:cs typeface="Arial" panose="020B0604020202020204" pitchFamily="34" charset="0"/>
              </a:rPr>
              <a:t>        </a:t>
            </a:r>
          </a:p>
        </p:txBody>
      </p:sp>
      <p:sp>
        <p:nvSpPr>
          <p:cNvPr id="27650" name="灯片编号占位符 5">
            <a:extLst>
              <a:ext uri="{FF2B5EF4-FFF2-40B4-BE49-F238E27FC236}">
                <a16:creationId xmlns:a16="http://schemas.microsoft.com/office/drawing/2014/main" id="{8317C7E7-E062-4B66-BDE5-8C105E707A68}"/>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2652EE88-B04C-4D13-A608-EB600B4C32C4}" type="slidenum">
              <a:rPr lang="en-US" altLang="zh-CN">
                <a:solidFill>
                  <a:srgbClr val="898989"/>
                </a:solidFill>
              </a:rPr>
              <a:pPr eaLnBrk="1" hangingPunct="1"/>
              <a:t>24</a:t>
            </a:fld>
            <a:endParaRPr lang="en-US" altLang="zh-CN">
              <a:solidFill>
                <a:srgbClr val="898989"/>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a:extLst>
              <a:ext uri="{FF2B5EF4-FFF2-40B4-BE49-F238E27FC236}">
                <a16:creationId xmlns:a16="http://schemas.microsoft.com/office/drawing/2014/main" id="{E6656B6B-AD1A-459F-B815-D69F5B43FA01}"/>
              </a:ext>
            </a:extLst>
          </p:cNvPr>
          <p:cNvSpPr>
            <a:spLocks noGrp="1" noChangeArrowheads="1"/>
          </p:cNvSpPr>
          <p:nvPr>
            <p:ph type="title"/>
          </p:nvPr>
        </p:nvSpPr>
        <p:spPr>
          <a:xfrm>
            <a:off x="457200" y="215900"/>
            <a:ext cx="8229600" cy="1268413"/>
          </a:xfrm>
        </p:spPr>
        <p:txBody>
          <a:bodyPr/>
          <a:lstStyle/>
          <a:p>
            <a:pPr algn="ctr" eaLnBrk="1" hangingPunct="1">
              <a:lnSpc>
                <a:spcPts val="3800"/>
              </a:lnSpc>
              <a:defRPr/>
            </a:pPr>
            <a:r>
              <a:rPr lang="zh-CN" altLang="en-US" b="1" dirty="0">
                <a:solidFill>
                  <a:srgbClr val="C00000"/>
                </a:solidFill>
                <a:effectLst>
                  <a:outerShdw blurRad="38100" dist="38100" dir="2700000" algn="tl">
                    <a:srgbClr val="000000">
                      <a:alpha val="43137"/>
                    </a:srgbClr>
                  </a:outerShdw>
                </a:effectLst>
              </a:rPr>
              <a:t>网上教学平台</a:t>
            </a:r>
            <a:br>
              <a:rPr lang="en-US" altLang="zh-CN" b="1" dirty="0">
                <a:solidFill>
                  <a:srgbClr val="C00000"/>
                </a:solidFill>
                <a:effectLst>
                  <a:outerShdw blurRad="38100" dist="38100" dir="2700000" algn="tl">
                    <a:srgbClr val="000000">
                      <a:alpha val="43137"/>
                    </a:srgbClr>
                  </a:outerShdw>
                </a:effectLst>
              </a:rPr>
            </a:br>
            <a:r>
              <a:rPr lang="en-US" altLang="zh-CN" sz="3200" dirty="0">
                <a:solidFill>
                  <a:srgbClr val="C00000"/>
                </a:solidFill>
              </a:rPr>
              <a:t>http://course.pku.edu.cn/</a:t>
            </a:r>
            <a:endParaRPr lang="zh-CN" altLang="en-US" sz="3200" dirty="0">
              <a:solidFill>
                <a:srgbClr val="C00000"/>
              </a:solidFill>
            </a:endParaRPr>
          </a:p>
        </p:txBody>
      </p:sp>
      <p:sp>
        <p:nvSpPr>
          <p:cNvPr id="28675" name="灯片编号占位符 5">
            <a:extLst>
              <a:ext uri="{FF2B5EF4-FFF2-40B4-BE49-F238E27FC236}">
                <a16:creationId xmlns:a16="http://schemas.microsoft.com/office/drawing/2014/main" id="{B0D9FA72-0EFA-401A-90AF-798CF5E1C916}"/>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5785FCF-6527-46AA-98D2-F0DB686A49A6}" type="slidenum">
              <a:rPr lang="en-US" altLang="zh-CN">
                <a:solidFill>
                  <a:srgbClr val="898989"/>
                </a:solidFill>
              </a:rPr>
              <a:pPr eaLnBrk="1" hangingPunct="1"/>
              <a:t>25</a:t>
            </a:fld>
            <a:endParaRPr lang="en-US" altLang="zh-CN">
              <a:solidFill>
                <a:srgbClr val="898989"/>
              </a:solidFill>
            </a:endParaRPr>
          </a:p>
        </p:txBody>
      </p:sp>
      <p:sp>
        <p:nvSpPr>
          <p:cNvPr id="26628" name="TextBox 7">
            <a:extLst>
              <a:ext uri="{FF2B5EF4-FFF2-40B4-BE49-F238E27FC236}">
                <a16:creationId xmlns:a16="http://schemas.microsoft.com/office/drawing/2014/main" id="{60633AE3-9764-4775-A2F1-5ADB2840D38B}"/>
              </a:ext>
            </a:extLst>
          </p:cNvPr>
          <p:cNvSpPr txBox="1">
            <a:spLocks noChangeArrowheads="1"/>
          </p:cNvSpPr>
          <p:nvPr/>
        </p:nvSpPr>
        <p:spPr bwMode="auto">
          <a:xfrm>
            <a:off x="433388" y="1728788"/>
            <a:ext cx="1835150" cy="292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1200"/>
              </a:spcBef>
            </a:pPr>
            <a:r>
              <a:rPr lang="zh-CN" altLang="en-US" sz="2400" b="1"/>
              <a:t>内容包括</a:t>
            </a:r>
            <a:r>
              <a:rPr lang="en-US" altLang="zh-CN" sz="2400" b="1"/>
              <a:t>:</a:t>
            </a:r>
            <a:r>
              <a:rPr lang="zh-CN" altLang="en-US" sz="2400" b="1"/>
              <a:t>　</a:t>
            </a:r>
            <a:endParaRPr lang="en-US" altLang="zh-CN" sz="2400" b="1"/>
          </a:p>
          <a:p>
            <a:pPr eaLnBrk="1" hangingPunct="1">
              <a:spcBef>
                <a:spcPts val="1200"/>
              </a:spcBef>
            </a:pPr>
            <a:r>
              <a:rPr lang="zh-CN" altLang="en-US" sz="2400" b="1"/>
              <a:t>课件发布</a:t>
            </a:r>
            <a:endParaRPr lang="en-US" altLang="zh-CN" sz="2400" b="1"/>
          </a:p>
          <a:p>
            <a:pPr eaLnBrk="1" hangingPunct="1">
              <a:spcBef>
                <a:spcPts val="1200"/>
              </a:spcBef>
            </a:pPr>
            <a:r>
              <a:rPr lang="zh-CN" altLang="en-US" sz="2400" b="1"/>
              <a:t>作业布置</a:t>
            </a:r>
            <a:endParaRPr lang="en-US" altLang="zh-CN" sz="2400" b="1"/>
          </a:p>
          <a:p>
            <a:pPr eaLnBrk="1" hangingPunct="1">
              <a:spcBef>
                <a:spcPts val="1200"/>
              </a:spcBef>
            </a:pPr>
            <a:r>
              <a:rPr lang="zh-CN" altLang="en-US" sz="2400" b="1"/>
              <a:t>通知</a:t>
            </a:r>
            <a:endParaRPr lang="en-US" altLang="zh-CN" sz="2400" b="1"/>
          </a:p>
          <a:p>
            <a:pPr eaLnBrk="1" hangingPunct="1">
              <a:spcBef>
                <a:spcPts val="1200"/>
              </a:spcBef>
            </a:pPr>
            <a:r>
              <a:rPr lang="zh-CN" altLang="en-US" sz="2400" b="1"/>
              <a:t>　</a:t>
            </a:r>
            <a:endParaRPr lang="en-US" altLang="zh-CN" sz="2400" b="1"/>
          </a:p>
          <a:p>
            <a:pPr eaLnBrk="1" hangingPunct="1"/>
            <a:endParaRPr lang="zh-CN" altLang="en-US" sz="2400" b="1"/>
          </a:p>
        </p:txBody>
      </p:sp>
      <p:pic>
        <p:nvPicPr>
          <p:cNvPr id="26629" name="Picture 7">
            <a:extLst>
              <a:ext uri="{FF2B5EF4-FFF2-40B4-BE49-F238E27FC236}">
                <a16:creationId xmlns:a16="http://schemas.microsoft.com/office/drawing/2014/main" id="{F46564B5-EAB1-4BEC-98AC-AC480DA2524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00338" y="1698625"/>
            <a:ext cx="5616575" cy="416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标题 1">
            <a:extLst>
              <a:ext uri="{FF2B5EF4-FFF2-40B4-BE49-F238E27FC236}">
                <a16:creationId xmlns:a16="http://schemas.microsoft.com/office/drawing/2014/main" id="{5E3EEA20-90AF-403C-A50E-9B54BA3AB815}"/>
              </a:ext>
            </a:extLst>
          </p:cNvPr>
          <p:cNvSpPr>
            <a:spLocks noGrp="1"/>
          </p:cNvSpPr>
          <p:nvPr>
            <p:ph type="title"/>
          </p:nvPr>
        </p:nvSpPr>
        <p:spPr>
          <a:xfrm>
            <a:off x="457200" y="282575"/>
            <a:ext cx="8229600" cy="1201738"/>
          </a:xfrm>
        </p:spPr>
        <p:txBody>
          <a:bodyPr/>
          <a:lstStyle/>
          <a:p>
            <a:pPr algn="ctr">
              <a:lnSpc>
                <a:spcPts val="3800"/>
              </a:lnSpc>
              <a:defRPr/>
            </a:pPr>
            <a:r>
              <a:rPr lang="zh-CN" altLang="en-US" b="1" dirty="0">
                <a:solidFill>
                  <a:srgbClr val="C00000"/>
                </a:solidFill>
                <a:effectLst>
                  <a:outerShdw blurRad="38100" dist="38100" dir="2700000" algn="tl">
                    <a:srgbClr val="000000">
                      <a:alpha val="43137"/>
                    </a:srgbClr>
                  </a:outerShdw>
                </a:effectLst>
              </a:rPr>
              <a:t>视频答疑</a:t>
            </a:r>
            <a:br>
              <a:rPr lang="en-US" altLang="zh-CN" dirty="0"/>
            </a:br>
            <a:r>
              <a:rPr lang="en-US" altLang="zh-CN" sz="3200" dirty="0">
                <a:solidFill>
                  <a:srgbClr val="C00000"/>
                </a:solidFill>
              </a:rPr>
              <a:t>http://vclassroom.pku.edu.cn/qwl</a:t>
            </a:r>
            <a:endParaRPr lang="zh-CN" altLang="en-US" sz="3200" dirty="0">
              <a:solidFill>
                <a:srgbClr val="C00000"/>
              </a:solidFill>
            </a:endParaRPr>
          </a:p>
        </p:txBody>
      </p:sp>
      <p:sp>
        <p:nvSpPr>
          <p:cNvPr id="29699" name="灯片编号占位符 3">
            <a:extLst>
              <a:ext uri="{FF2B5EF4-FFF2-40B4-BE49-F238E27FC236}">
                <a16:creationId xmlns:a16="http://schemas.microsoft.com/office/drawing/2014/main" id="{9D9A473D-6449-422A-96AE-FA6C41533F60}"/>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FC0F6C0D-9B8B-4C40-982F-22E4DA481D0E}" type="slidenum">
              <a:rPr lang="en-US" altLang="zh-CN">
                <a:solidFill>
                  <a:srgbClr val="898989"/>
                </a:solidFill>
              </a:rPr>
              <a:pPr eaLnBrk="1" hangingPunct="1"/>
              <a:t>26</a:t>
            </a:fld>
            <a:endParaRPr lang="en-US" altLang="zh-CN">
              <a:solidFill>
                <a:srgbClr val="898989"/>
              </a:solidFill>
            </a:endParaRPr>
          </a:p>
        </p:txBody>
      </p:sp>
      <p:pic>
        <p:nvPicPr>
          <p:cNvPr id="27652" name="Picture 2">
            <a:extLst>
              <a:ext uri="{FF2B5EF4-FFF2-40B4-BE49-F238E27FC236}">
                <a16:creationId xmlns:a16="http://schemas.microsoft.com/office/drawing/2014/main" id="{39CCE6BF-AF98-48E5-9574-0C4EB4D82F0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3213" y="1690688"/>
            <a:ext cx="5672137" cy="414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3" name="TextBox 5">
            <a:extLst>
              <a:ext uri="{FF2B5EF4-FFF2-40B4-BE49-F238E27FC236}">
                <a16:creationId xmlns:a16="http://schemas.microsoft.com/office/drawing/2014/main" id="{65128967-524C-49F0-8603-5901EE4FDD42}"/>
              </a:ext>
            </a:extLst>
          </p:cNvPr>
          <p:cNvSpPr txBox="1">
            <a:spLocks noChangeArrowheads="1"/>
          </p:cNvSpPr>
          <p:nvPr/>
        </p:nvSpPr>
        <p:spPr bwMode="auto">
          <a:xfrm>
            <a:off x="500063" y="1628775"/>
            <a:ext cx="2357437" cy="410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1200"/>
              </a:spcBef>
            </a:pPr>
            <a:r>
              <a:rPr lang="zh-CN" altLang="en-US" sz="2400" b="1"/>
              <a:t>定期安排时间</a:t>
            </a:r>
            <a:endParaRPr lang="en-US" altLang="zh-CN" sz="2400" b="1"/>
          </a:p>
          <a:p>
            <a:pPr eaLnBrk="1" hangingPunct="1">
              <a:spcBef>
                <a:spcPts val="1200"/>
              </a:spcBef>
            </a:pPr>
            <a:r>
              <a:rPr lang="zh-CN" altLang="en-US" sz="2400" b="1"/>
              <a:t>以客人身份用</a:t>
            </a:r>
            <a:endParaRPr lang="en-US" altLang="zh-CN" sz="2400" b="1"/>
          </a:p>
          <a:p>
            <a:pPr eaLnBrk="1" hangingPunct="1"/>
            <a:r>
              <a:rPr lang="zh-CN" altLang="en-US" sz="2400" b="1"/>
              <a:t>真实姓名进入</a:t>
            </a:r>
            <a:endParaRPr lang="en-US" altLang="zh-CN" sz="2400" b="1"/>
          </a:p>
          <a:p>
            <a:pPr eaLnBrk="1" hangingPunct="1">
              <a:spcBef>
                <a:spcPts val="1200"/>
              </a:spcBef>
            </a:pPr>
            <a:r>
              <a:rPr lang="zh-CN" altLang="en-US" sz="2400" b="1"/>
              <a:t>在线答疑：</a:t>
            </a:r>
            <a:endParaRPr lang="en-US" altLang="zh-CN" sz="2400" b="1"/>
          </a:p>
          <a:p>
            <a:pPr eaLnBrk="1" hangingPunct="1">
              <a:spcBef>
                <a:spcPts val="600"/>
              </a:spcBef>
            </a:pPr>
            <a:r>
              <a:rPr lang="zh-CN" altLang="en-US" sz="2400" b="1"/>
              <a:t>　语音</a:t>
            </a:r>
            <a:endParaRPr lang="en-US" altLang="zh-CN" sz="2400" b="1"/>
          </a:p>
          <a:p>
            <a:pPr eaLnBrk="1" hangingPunct="1">
              <a:spcBef>
                <a:spcPts val="600"/>
              </a:spcBef>
            </a:pPr>
            <a:r>
              <a:rPr lang="zh-CN" altLang="en-US" sz="2400" b="1"/>
              <a:t>　打字</a:t>
            </a:r>
            <a:endParaRPr lang="en-US" altLang="zh-CN" sz="2400" b="1"/>
          </a:p>
          <a:p>
            <a:pPr eaLnBrk="1" hangingPunct="1">
              <a:spcBef>
                <a:spcPts val="600"/>
              </a:spcBef>
            </a:pPr>
            <a:r>
              <a:rPr lang="zh-CN" altLang="en-US" sz="2400" b="1"/>
              <a:t>　白板</a:t>
            </a:r>
            <a:endParaRPr lang="en-US" altLang="zh-CN" sz="2400" b="1"/>
          </a:p>
          <a:p>
            <a:pPr eaLnBrk="1" hangingPunct="1">
              <a:spcBef>
                <a:spcPts val="600"/>
              </a:spcBef>
            </a:pPr>
            <a:r>
              <a:rPr lang="zh-CN" altLang="en-US" sz="2400" b="1"/>
              <a:t>　上传文件</a:t>
            </a:r>
            <a:endParaRPr lang="en-US" altLang="zh-CN" sz="2400" b="1"/>
          </a:p>
          <a:p>
            <a:pPr eaLnBrk="1" hangingPunct="1">
              <a:spcBef>
                <a:spcPts val="600"/>
              </a:spcBef>
            </a:pPr>
            <a:r>
              <a:rPr lang="zh-CN" altLang="en-US" sz="2400" b="1"/>
              <a:t>　</a:t>
            </a:r>
            <a:r>
              <a:rPr lang="en-US" altLang="zh-CN" sz="2400" b="1"/>
              <a:t>PPT</a:t>
            </a:r>
            <a:r>
              <a:rPr lang="zh-CN" altLang="en-US" sz="2400" b="1"/>
              <a:t>播放</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a:extLst>
              <a:ext uri="{FF2B5EF4-FFF2-40B4-BE49-F238E27FC236}">
                <a16:creationId xmlns:a16="http://schemas.microsoft.com/office/drawing/2014/main" id="{ED922CD0-308F-40AE-9A36-0D64DDA7B2C3}"/>
              </a:ext>
            </a:extLst>
          </p:cNvPr>
          <p:cNvSpPr>
            <a:spLocks noGrp="1"/>
          </p:cNvSpPr>
          <p:nvPr>
            <p:ph type="title"/>
          </p:nvPr>
        </p:nvSpPr>
        <p:spPr>
          <a:xfrm>
            <a:off x="457200" y="274638"/>
            <a:ext cx="8229600" cy="490537"/>
          </a:xfrm>
        </p:spPr>
        <p:txBody>
          <a:bodyPr/>
          <a:lstStyle/>
          <a:p>
            <a:pPr algn="ctr">
              <a:defRPr/>
            </a:pPr>
            <a:r>
              <a:rPr lang="zh-CN" altLang="en-US" b="1" dirty="0">
                <a:solidFill>
                  <a:srgbClr val="C00000"/>
                </a:solidFill>
                <a:effectLst>
                  <a:outerShdw blurRad="38100" dist="38100" dir="2700000" algn="tl">
                    <a:srgbClr val="000000">
                      <a:alpha val="43137"/>
                    </a:srgbClr>
                  </a:outerShdw>
                </a:effectLst>
              </a:rPr>
              <a:t>视频教室界面</a:t>
            </a:r>
          </a:p>
        </p:txBody>
      </p:sp>
      <p:sp>
        <p:nvSpPr>
          <p:cNvPr id="30723" name="灯片编号占位符 3">
            <a:extLst>
              <a:ext uri="{FF2B5EF4-FFF2-40B4-BE49-F238E27FC236}">
                <a16:creationId xmlns:a16="http://schemas.microsoft.com/office/drawing/2014/main" id="{4CCBD056-60A5-47B5-A278-FF5470DABDA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1257DFF7-D8AF-4F7D-9F0E-6D516BD4D0C8}" type="slidenum">
              <a:rPr lang="en-US" altLang="zh-CN">
                <a:solidFill>
                  <a:srgbClr val="898989"/>
                </a:solidFill>
              </a:rPr>
              <a:pPr eaLnBrk="1" hangingPunct="1"/>
              <a:t>27</a:t>
            </a:fld>
            <a:endParaRPr lang="en-US" altLang="zh-CN">
              <a:solidFill>
                <a:srgbClr val="898989"/>
              </a:solidFill>
            </a:endParaRPr>
          </a:p>
        </p:txBody>
      </p:sp>
      <p:pic>
        <p:nvPicPr>
          <p:cNvPr id="28676" name="Picture 3">
            <a:extLst>
              <a:ext uri="{FF2B5EF4-FFF2-40B4-BE49-F238E27FC236}">
                <a16:creationId xmlns:a16="http://schemas.microsoft.com/office/drawing/2014/main" id="{E759DF89-7401-4E3B-B769-A4189D14C3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1125538"/>
            <a:ext cx="6523038" cy="476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7" name="Oval 5">
            <a:extLst>
              <a:ext uri="{FF2B5EF4-FFF2-40B4-BE49-F238E27FC236}">
                <a16:creationId xmlns:a16="http://schemas.microsoft.com/office/drawing/2014/main" id="{2A61441A-0906-4053-8502-1D00A0D11956}"/>
              </a:ext>
            </a:extLst>
          </p:cNvPr>
          <p:cNvSpPr>
            <a:spLocks noChangeArrowheads="1"/>
          </p:cNvSpPr>
          <p:nvPr/>
        </p:nvSpPr>
        <p:spPr bwMode="auto">
          <a:xfrm>
            <a:off x="3571875" y="2428875"/>
            <a:ext cx="3214688" cy="1143000"/>
          </a:xfrm>
          <a:prstGeom prst="ellipse">
            <a:avLst/>
          </a:prstGeom>
          <a:solidFill>
            <a:schemeClr val="bg1">
              <a:alpha val="0"/>
            </a:schemeClr>
          </a:solidFill>
          <a:ln w="28575">
            <a:solidFill>
              <a:srgbClr val="FF33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白板、</a:t>
            </a:r>
            <a:r>
              <a:rPr lang="en-US" altLang="zh-CN" sz="2400" b="1"/>
              <a:t>PPT</a:t>
            </a:r>
            <a:r>
              <a:rPr lang="zh-CN" altLang="en-US" sz="2400" b="1"/>
              <a:t>播放</a:t>
            </a:r>
          </a:p>
        </p:txBody>
      </p:sp>
      <p:sp>
        <p:nvSpPr>
          <p:cNvPr id="28678" name="Oval 5">
            <a:extLst>
              <a:ext uri="{FF2B5EF4-FFF2-40B4-BE49-F238E27FC236}">
                <a16:creationId xmlns:a16="http://schemas.microsoft.com/office/drawing/2014/main" id="{4ECE4BEF-5205-47A3-9005-6B3A33197DFE}"/>
              </a:ext>
            </a:extLst>
          </p:cNvPr>
          <p:cNvSpPr>
            <a:spLocks noChangeArrowheads="1"/>
          </p:cNvSpPr>
          <p:nvPr/>
        </p:nvSpPr>
        <p:spPr bwMode="auto">
          <a:xfrm>
            <a:off x="1857375" y="4929188"/>
            <a:ext cx="1439863" cy="857250"/>
          </a:xfrm>
          <a:prstGeom prst="ellipse">
            <a:avLst/>
          </a:prstGeom>
          <a:solidFill>
            <a:schemeClr val="bg1">
              <a:alpha val="0"/>
            </a:schemeClr>
          </a:solidFill>
          <a:ln w="28575">
            <a:solidFill>
              <a:srgbClr val="FF3300"/>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b="1"/>
              <a:t>聊天</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a:extLst>
              <a:ext uri="{FF2B5EF4-FFF2-40B4-BE49-F238E27FC236}">
                <a16:creationId xmlns:a16="http://schemas.microsoft.com/office/drawing/2014/main" id="{75A861C6-9CB7-4758-ABB8-353CE28ED30E}"/>
              </a:ext>
            </a:extLst>
          </p:cNvPr>
          <p:cNvSpPr>
            <a:spLocks noGrp="1" noChangeArrowheads="1"/>
          </p:cNvSpPr>
          <p:nvPr>
            <p:ph type="title"/>
          </p:nvPr>
        </p:nvSpPr>
        <p:spPr>
          <a:xfrm>
            <a:off x="457200" y="274638"/>
            <a:ext cx="8507413" cy="706437"/>
          </a:xfrm>
        </p:spPr>
        <p:txBody>
          <a:bodyPr/>
          <a:lstStyle/>
          <a:p>
            <a:pPr algn="ctr" eaLnBrk="1" hangingPunct="1">
              <a:defRPr/>
            </a:pPr>
            <a:r>
              <a:rPr lang="zh-CN" altLang="en-US" b="1" dirty="0">
                <a:solidFill>
                  <a:srgbClr val="C00000"/>
                </a:solidFill>
                <a:effectLst>
                  <a:outerShdw blurRad="38100" dist="38100" dir="2700000" algn="tl">
                    <a:srgbClr val="000000">
                      <a:alpha val="43137"/>
                    </a:srgbClr>
                  </a:outerShdw>
                </a:effectLst>
              </a:rPr>
              <a:t>教师及助教联系方法</a:t>
            </a:r>
          </a:p>
        </p:txBody>
      </p:sp>
      <p:sp>
        <p:nvSpPr>
          <p:cNvPr id="31746" name="灯片编号占位符 5">
            <a:extLst>
              <a:ext uri="{FF2B5EF4-FFF2-40B4-BE49-F238E27FC236}">
                <a16:creationId xmlns:a16="http://schemas.microsoft.com/office/drawing/2014/main" id="{905AB294-7483-4193-ABC4-D134F68E2713}"/>
              </a:ext>
            </a:extLst>
          </p:cNvPr>
          <p:cNvSpPr>
            <a:spLocks noGrp="1"/>
          </p:cNvSpPr>
          <p:nvPr>
            <p:ph type="sldNum" sz="quarter" idx="12"/>
          </p:nvPr>
        </p:nvSpPr>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53085525-B019-4D04-A001-96885B0428CD}" type="slidenum">
              <a:rPr lang="en-US" altLang="zh-CN">
                <a:solidFill>
                  <a:srgbClr val="898989"/>
                </a:solidFill>
              </a:rPr>
              <a:pPr eaLnBrk="1" hangingPunct="1"/>
              <a:t>28</a:t>
            </a:fld>
            <a:endParaRPr lang="en-US" altLang="zh-CN">
              <a:solidFill>
                <a:srgbClr val="898989"/>
              </a:solidFill>
            </a:endParaRPr>
          </a:p>
        </p:txBody>
      </p:sp>
      <p:sp>
        <p:nvSpPr>
          <p:cNvPr id="29700" name="Rectangle 4">
            <a:extLst>
              <a:ext uri="{FF2B5EF4-FFF2-40B4-BE49-F238E27FC236}">
                <a16:creationId xmlns:a16="http://schemas.microsoft.com/office/drawing/2014/main" id="{B7B940A6-E091-4C5B-8067-D603F1A39696}"/>
              </a:ext>
            </a:extLst>
          </p:cNvPr>
          <p:cNvSpPr>
            <a:spLocks noChangeArrowheads="1"/>
          </p:cNvSpPr>
          <p:nvPr/>
        </p:nvSpPr>
        <p:spPr bwMode="auto">
          <a:xfrm>
            <a:off x="539750" y="1355725"/>
            <a:ext cx="8229600" cy="4737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20000"/>
              </a:spcBef>
              <a:buClr>
                <a:schemeClr val="tx2"/>
              </a:buClr>
              <a:buSzPct val="75000"/>
              <a:buFont typeface="Wingdings" panose="05000000000000000000" pitchFamily="2" charset="2"/>
              <a:buChar char="n"/>
            </a:pPr>
            <a:r>
              <a:rPr lang="zh-CN" altLang="en-US" sz="2800" b="1"/>
              <a:t>屈婉玲</a:t>
            </a:r>
            <a:endParaRPr lang="en-US" altLang="zh-CN" sz="2800" b="1"/>
          </a:p>
          <a:p>
            <a:pPr lvl="1" eaLnBrk="1" hangingPunct="1">
              <a:spcBef>
                <a:spcPct val="20000"/>
              </a:spcBef>
              <a:buClr>
                <a:schemeClr val="tx2"/>
              </a:buClr>
              <a:buSzPct val="75000"/>
            </a:pPr>
            <a:r>
              <a:rPr lang="en-US" altLang="zh-CN" sz="2400"/>
              <a:t>Office:</a:t>
            </a:r>
            <a:r>
              <a:rPr lang="en-US" altLang="zh-CN" sz="2400" b="1"/>
              <a:t> </a:t>
            </a:r>
            <a:r>
              <a:rPr lang="zh-CN" altLang="en-US" sz="2400" b="1"/>
              <a:t>理科一号楼</a:t>
            </a:r>
            <a:r>
              <a:rPr lang="en-US" altLang="zh-CN" sz="2400"/>
              <a:t>1625</a:t>
            </a:r>
          </a:p>
          <a:p>
            <a:pPr lvl="1" eaLnBrk="1" hangingPunct="1">
              <a:spcBef>
                <a:spcPct val="20000"/>
              </a:spcBef>
              <a:buClr>
                <a:schemeClr val="tx2"/>
              </a:buClr>
              <a:buSzPct val="75000"/>
            </a:pPr>
            <a:r>
              <a:rPr lang="en-US" altLang="zh-CN" sz="2400"/>
              <a:t>Email</a:t>
            </a:r>
            <a:r>
              <a:rPr lang="zh-CN" altLang="en-US" sz="2400"/>
              <a:t>：</a:t>
            </a:r>
            <a:r>
              <a:rPr lang="en-US" altLang="zh-CN" sz="2400"/>
              <a:t>qwl@pku.edu.cn</a:t>
            </a:r>
            <a:endParaRPr lang="en-US" altLang="zh-CN" sz="2400" b="1"/>
          </a:p>
          <a:p>
            <a:pPr eaLnBrk="1" hangingPunct="1">
              <a:spcBef>
                <a:spcPts val="1800"/>
              </a:spcBef>
              <a:buClr>
                <a:schemeClr val="tx2"/>
              </a:buClr>
              <a:buSzPct val="75000"/>
              <a:buFont typeface="Wingdings" panose="05000000000000000000" pitchFamily="2" charset="2"/>
              <a:buChar char="n"/>
            </a:pPr>
            <a:r>
              <a:rPr lang="zh-CN" altLang="en-US" sz="2800" b="1"/>
              <a:t>助教</a:t>
            </a:r>
            <a:endParaRPr lang="en-US" altLang="zh-CN" sz="2800" b="1"/>
          </a:p>
          <a:p>
            <a:pPr eaLnBrk="1" hangingPunct="1">
              <a:spcBef>
                <a:spcPct val="20000"/>
              </a:spcBef>
              <a:buClr>
                <a:schemeClr val="tx2"/>
              </a:buClr>
              <a:buSzPct val="75000"/>
            </a:pPr>
            <a:r>
              <a:rPr lang="en-US" altLang="zh-CN" sz="2400" b="1"/>
              <a:t>     </a:t>
            </a:r>
            <a:r>
              <a:rPr lang="zh-CN" altLang="en-US" sz="2400" b="1"/>
              <a:t>根据选课人数待定</a:t>
            </a:r>
            <a:endParaRPr lang="en-US" altLang="zh-CN" sz="2400" b="1"/>
          </a:p>
          <a:p>
            <a:pPr eaLnBrk="1" hangingPunct="1">
              <a:spcBef>
                <a:spcPct val="20000"/>
              </a:spcBef>
              <a:buClr>
                <a:schemeClr val="tx2"/>
              </a:buClr>
              <a:buSzPct val="75000"/>
            </a:pPr>
            <a:r>
              <a:rPr lang="zh-CN" altLang="en-US" sz="2400" b="1"/>
              <a:t>     实验室：理科一号楼</a:t>
            </a:r>
            <a:r>
              <a:rPr lang="en-US" altLang="zh-CN" sz="2400"/>
              <a:t>1708 </a:t>
            </a:r>
          </a:p>
        </p:txBody>
      </p:sp>
    </p:spTree>
  </p:cSld>
  <p:clrMapOvr>
    <a:masterClrMapping/>
  </p:clrMapOvr>
</p:sld>
</file>

<file path=ppt/theme/theme1.xml><?xml version="1.0" encoding="utf-8"?>
<a:theme xmlns:a="http://schemas.openxmlformats.org/drawingml/2006/main" name="主题1">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主题1" id="{973DD8A3-776F-491B-9905-A20CB9BAF1B4}" vid="{11EE6A3C-9BF4-4524-AD04-9D596A9FBF6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主题1</Template>
  <TotalTime>2848</TotalTime>
  <Words>1993</Words>
  <Application>Microsoft Office PowerPoint</Application>
  <PresentationFormat>全屏显示(4:3)</PresentationFormat>
  <Paragraphs>354</Paragraphs>
  <Slides>28</Slides>
  <Notes>21</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28</vt:i4>
      </vt:variant>
    </vt:vector>
  </HeadingPairs>
  <TitlesOfParts>
    <vt:vector size="37" baseType="lpstr">
      <vt:lpstr>楷体_GB2312</vt:lpstr>
      <vt:lpstr>宋体</vt:lpstr>
      <vt:lpstr>Arial</vt:lpstr>
      <vt:lpstr>Calibri</vt:lpstr>
      <vt:lpstr>Calibri Light</vt:lpstr>
      <vt:lpstr>Times New Roman</vt:lpstr>
      <vt:lpstr>Wingdings</vt:lpstr>
      <vt:lpstr>Wingdings 2</vt:lpstr>
      <vt:lpstr>主题1</vt:lpstr>
      <vt:lpstr>PowerPoint 演示文稿</vt:lpstr>
      <vt:lpstr>引 言</vt:lpstr>
      <vt:lpstr>现代数学的特点</vt:lpstr>
      <vt:lpstr>现代数学的特点(续)</vt:lpstr>
      <vt:lpstr>现代数学的特点(续)</vt:lpstr>
      <vt:lpstr>离散数学的主要内容</vt:lpstr>
      <vt:lpstr>离散数学的主要模块</vt:lpstr>
      <vt:lpstr>                  应用: 算法效率分析</vt:lpstr>
      <vt:lpstr>                     应用:数据仓库视图格</vt:lpstr>
      <vt:lpstr>                         视图的格结构</vt:lpstr>
      <vt:lpstr>                 应用: 进程资源共享模型</vt:lpstr>
      <vt:lpstr>                  离散数学与计算机科学</vt:lpstr>
      <vt:lpstr>PowerPoint 演示文稿</vt:lpstr>
      <vt:lpstr>                    掌握正确的学科方法</vt:lpstr>
      <vt:lpstr>                       计算思维与能力培养</vt:lpstr>
      <vt:lpstr>启迪跨学科计算思维</vt:lpstr>
      <vt:lpstr>学习目标与安排</vt:lpstr>
      <vt:lpstr>课程进度（15-16章）</vt:lpstr>
      <vt:lpstr>课程进度（17章）</vt:lpstr>
      <vt:lpstr>                         课程进度（18-19章）</vt:lpstr>
      <vt:lpstr>课程进度（20-21章）</vt:lpstr>
      <vt:lpstr>课程进度（22章）</vt:lpstr>
      <vt:lpstr>课程进度（23章）</vt:lpstr>
      <vt:lpstr>教材与参考书</vt:lpstr>
      <vt:lpstr>网上教学平台 http://course.pku.edu.cn/</vt:lpstr>
      <vt:lpstr>视频答疑 http://vclassroom.pku.edu.cn/qwl</vt:lpstr>
      <vt:lpstr>视频教室界面</vt:lpstr>
      <vt:lpstr>教师及助教联系方法</vt:lpstr>
    </vt:vector>
  </TitlesOfParts>
  <Company>深圳市斯尔顿科技有限公司</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user</dc:creator>
  <cp:lastModifiedBy>付 康</cp:lastModifiedBy>
  <cp:revision>310</cp:revision>
  <dcterms:created xsi:type="dcterms:W3CDTF">2005-12-02T07:25:32Z</dcterms:created>
  <dcterms:modified xsi:type="dcterms:W3CDTF">2020-07-03T09:07:17Z</dcterms:modified>
</cp:coreProperties>
</file>